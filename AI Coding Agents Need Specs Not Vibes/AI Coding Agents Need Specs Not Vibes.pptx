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62" r:id="rId5"/>
    <p:sldId id="264" r:id="rId6"/>
    <p:sldId id="267" r:id="rId7"/>
    <p:sldId id="292" r:id="rId8"/>
    <p:sldId id="294" r:id="rId9"/>
    <p:sldId id="384" r:id="rId10"/>
    <p:sldId id="329" r:id="rId11"/>
    <p:sldId id="385" r:id="rId12"/>
    <p:sldId id="330" r:id="rId13"/>
    <p:sldId id="382" r:id="rId14"/>
    <p:sldId id="386" r:id="rId15"/>
    <p:sldId id="383" r:id="rId16"/>
    <p:sldId id="387" r:id="rId17"/>
    <p:sldId id="388" r:id="rId18"/>
    <p:sldId id="389" r:id="rId19"/>
    <p:sldId id="336" r:id="rId20"/>
    <p:sldId id="390" r:id="rId21"/>
    <p:sldId id="393" r:id="rId22"/>
    <p:sldId id="391" r:id="rId23"/>
    <p:sldId id="357" r:id="rId24"/>
    <p:sldId id="356" r:id="rId25"/>
  </p:sldIdLst>
  <p:sldSz cx="24384000" cy="13716000"/>
  <p:notesSz cx="6858000" cy="9144000"/>
  <p:embeddedFontLst>
    <p:embeddedFont>
      <p:font typeface="Dava Sans" pitchFamily="2" charset="0"/>
      <p:regular r:id="rId28"/>
      <p:bold r:id="rId29"/>
      <p:italic r:id="rId30"/>
      <p:boldItalic r:id="rId31"/>
    </p:embeddedFont>
    <p:embeddedFont>
      <p:font typeface="Dava Sans Med" panose="020B0604020202020204" charset="0"/>
      <p:regular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Medium" panose="00000600000000000000" pitchFamily="2" charset="0"/>
      <p:regular r:id="rId37"/>
      <p:italic r:id="rId38"/>
    </p:embeddedFont>
    <p:embeddedFont>
      <p:font typeface="Poppins SemiBold" panose="00000700000000000000" pitchFamily="2" charset="0"/>
      <p:bold r:id="rId39"/>
      <p:boldItalic r:id="rId4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1pPr>
    <a:lvl2pPr marL="0" marR="0" indent="2286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2pPr>
    <a:lvl3pPr marL="0" marR="0" indent="4572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3pPr>
    <a:lvl4pPr marL="0" marR="0" indent="6858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4pPr>
    <a:lvl5pPr marL="0" marR="0" indent="9144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5pPr>
    <a:lvl6pPr marL="0" marR="0" indent="11430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6pPr>
    <a:lvl7pPr marL="0" marR="0" indent="13716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7pPr>
    <a:lvl8pPr marL="0" marR="0" indent="16002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8pPr>
    <a:lvl9pPr marL="0" marR="0" indent="1828800" algn="l" defTabSz="821531" rtl="0" fontAlgn="auto" latinLnBrk="0" hangingPunct="0">
      <a:lnSpc>
        <a:spcPct val="120000"/>
      </a:lnSpc>
      <a:spcBef>
        <a:spcPts val="15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192B37"/>
        </a:solidFill>
        <a:effectLst/>
        <a:uFillTx/>
        <a:latin typeface="+mn-lt"/>
        <a:ea typeface="+mn-ea"/>
        <a:cs typeface="+mn-cs"/>
        <a:sym typeface="Poppins Regular"/>
      </a:defRPr>
    </a:lvl9pPr>
  </p:defaultTextStyle>
  <p:extLst>
    <p:ext uri="{521415D9-36F7-43E2-AB2F-B90AF26B5E84}">
      <p14:sectionLst xmlns:p14="http://schemas.microsoft.com/office/powerpoint/2010/main">
        <p14:section name="Start" id="{97657B93-FFD4-4BB3-80C3-4DB44515156D}">
          <p14:sldIdLst>
            <p14:sldId id="262"/>
            <p14:sldId id="264"/>
          </p14:sldIdLst>
        </p14:section>
        <p14:section name="SDD (Spec-Driven Development)" id="{EDE508F6-3648-4D55-826F-6D5D3DABEC0F}">
          <p14:sldIdLst>
            <p14:sldId id="267"/>
            <p14:sldId id="292"/>
            <p14:sldId id="294"/>
            <p14:sldId id="384"/>
            <p14:sldId id="329"/>
            <p14:sldId id="385"/>
            <p14:sldId id="330"/>
          </p14:sldIdLst>
        </p14:section>
        <p14:section name="Windsurf" id="{0641BC64-8A93-42EE-9502-9CF439BF9C38}">
          <p14:sldIdLst>
            <p14:sldId id="382"/>
            <p14:sldId id="386"/>
          </p14:sldIdLst>
        </p14:section>
        <p14:section name="Starting a Greenfield Project with Spec Kit" id="{DE40AC36-02A2-4949-A903-5B5D2BC41A5F}">
          <p14:sldIdLst>
            <p14:sldId id="383"/>
            <p14:sldId id="387"/>
            <p14:sldId id="388"/>
            <p14:sldId id="389"/>
            <p14:sldId id="336"/>
            <p14:sldId id="390"/>
            <p14:sldId id="393"/>
            <p14:sldId id="391"/>
          </p14:sldIdLst>
        </p14:section>
        <p14:section name="End" id="{C921CDC4-8F2D-470D-8623-AB3B881A1694}">
          <p14:sldIdLst>
            <p14:sldId id="357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8087"/>
    <a:srgbClr val="BABFC3"/>
    <a:srgbClr val="FFFFFF"/>
    <a:srgbClr val="30404B"/>
    <a:srgbClr val="8C959B"/>
    <a:srgbClr val="D1D5D7"/>
    <a:srgbClr val="122B38"/>
    <a:srgbClr val="FF4230"/>
    <a:srgbClr val="FF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332A5-C578-714C-B97C-CD71A5874CF5}" v="567" dt="2023-11-22T14:09:38.8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Poppins Bold"/>
          <a:ea typeface="Poppins Bold"/>
          <a:cs typeface="Poppi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5"/>
    <p:restoredTop sz="94640"/>
  </p:normalViewPr>
  <p:slideViewPr>
    <p:cSldViewPr snapToGrid="0">
      <p:cViewPr varScale="1">
        <p:scale>
          <a:sx n="53" d="100"/>
          <a:sy n="53" d="100"/>
        </p:scale>
        <p:origin x="1026" y="9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nut Girbea" userId="140628fa-96ce-4361-bce7-5504303d38b3" providerId="ADAL" clId="{07D332A5-C578-714C-B97C-CD71A5874CF5}"/>
    <pc:docChg chg="undo redo custSel addSld delSld modSld sldOrd addMainMaster delMainMaster modMainMaster modNotesMaster">
      <pc:chgData name="Ionut Girbea" userId="140628fa-96ce-4361-bce7-5504303d38b3" providerId="ADAL" clId="{07D332A5-C578-714C-B97C-CD71A5874CF5}" dt="2023-11-22T14:09:38.862" v="3820" actId="18331"/>
      <pc:docMkLst>
        <pc:docMk/>
      </pc:docMkLst>
      <pc:sldChg chg="addSp delSp modSp mod modNotes">
        <pc:chgData name="Ionut Girbea" userId="140628fa-96ce-4361-bce7-5504303d38b3" providerId="ADAL" clId="{07D332A5-C578-714C-B97C-CD71A5874CF5}" dt="2023-11-16T12:39:07.796" v="3080" actId="478"/>
        <pc:sldMkLst>
          <pc:docMk/>
          <pc:sldMk cId="0" sldId="257"/>
        </pc:sldMkLst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2" creationId="{93682646-388F-E140-0395-FF8523AF2E42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3" creationId="{80F152E6-DE73-9734-E1B6-977B451EA31D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4" creationId="{9241A881-98E8-C84E-77A2-96EE0690AF38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5" creationId="{C004894E-B183-0242-2D9C-E1A4826D231E}"/>
          </ac:spMkLst>
        </pc:spChg>
        <pc:spChg chg="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6" creationId="{C8674DEC-F3AB-11FA-21F7-A6EBF81A4B95}"/>
          </ac:spMkLst>
        </pc:spChg>
        <pc:spChg chg="add del mod">
          <ac:chgData name="Ionut Girbea" userId="140628fa-96ce-4361-bce7-5504303d38b3" providerId="ADAL" clId="{07D332A5-C578-714C-B97C-CD71A5874CF5}" dt="2023-11-09T08:27:51.545" v="55" actId="478"/>
          <ac:spMkLst>
            <pc:docMk/>
            <pc:sldMk cId="0" sldId="257"/>
            <ac:spMk id="7" creationId="{A7DB54E0-ECAA-129B-6CC4-01B4EC169C77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8" creationId="{D9E93105-0645-9A2F-44A1-D656206665A1}"/>
          </ac:spMkLst>
        </pc:spChg>
        <pc:spChg chg="add del mod">
          <ac:chgData name="Ionut Girbea" userId="140628fa-96ce-4361-bce7-5504303d38b3" providerId="ADAL" clId="{07D332A5-C578-714C-B97C-CD71A5874CF5}" dt="2023-11-09T13:00:45.936" v="623" actId="478"/>
          <ac:spMkLst>
            <pc:docMk/>
            <pc:sldMk cId="0" sldId="257"/>
            <ac:spMk id="9" creationId="{BEB48E5F-C181-B965-EF2A-DAE4DB994E8F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0" creationId="{E12C0E5E-3721-BF13-6666-5F9FC50ADFA2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1" creationId="{C5A5CD20-7B47-777D-8B7A-BE47DE20A1C1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2" creationId="{9E6258F9-606A-B246-C5FC-08B7A8817CC1}"/>
          </ac:spMkLst>
        </pc:spChg>
        <pc:spChg chg="add del mod">
          <ac:chgData name="Ionut Girbea" userId="140628fa-96ce-4361-bce7-5504303d38b3" providerId="ADAL" clId="{07D332A5-C578-714C-B97C-CD71A5874CF5}" dt="2023-11-09T13:31:59.181" v="718" actId="478"/>
          <ac:spMkLst>
            <pc:docMk/>
            <pc:sldMk cId="0" sldId="257"/>
            <ac:spMk id="13" creationId="{64DBB932-FDCE-EDED-4EAD-281C7E4C2BEC}"/>
          </ac:spMkLst>
        </pc:spChg>
        <pc:spChg chg="add del mod">
          <ac:chgData name="Ionut Girbea" userId="140628fa-96ce-4361-bce7-5504303d38b3" providerId="ADAL" clId="{07D332A5-C578-714C-B97C-CD71A5874CF5}" dt="2023-11-09T13:09:29.654" v="698" actId="478"/>
          <ac:spMkLst>
            <pc:docMk/>
            <pc:sldMk cId="0" sldId="257"/>
            <ac:spMk id="14" creationId="{47DA6337-BA4B-4E86-49E2-686D3BDEE100}"/>
          </ac:spMkLst>
        </pc:spChg>
        <pc:spChg chg="mod">
          <ac:chgData name="Ionut Girbea" userId="140628fa-96ce-4361-bce7-5504303d38b3" providerId="ADAL" clId="{07D332A5-C578-714C-B97C-CD71A5874CF5}" dt="2023-11-09T13:08:30.570" v="696" actId="113"/>
          <ac:spMkLst>
            <pc:docMk/>
            <pc:sldMk cId="0" sldId="257"/>
            <ac:spMk id="1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9:09:48.950" v="2514" actId="255"/>
          <ac:spMkLst>
            <pc:docMk/>
            <pc:sldMk cId="0" sldId="257"/>
            <ac:spMk id="1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9:09:53.252" v="2515" actId="255"/>
          <ac:spMkLst>
            <pc:docMk/>
            <pc:sldMk cId="0" sldId="257"/>
            <ac:spMk id="1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9:09:57.680" v="2516" actId="255"/>
          <ac:spMkLst>
            <pc:docMk/>
            <pc:sldMk cId="0" sldId="257"/>
            <ac:spMk id="190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2:33:29.480" v="3038" actId="478"/>
          <ac:picMkLst>
            <pc:docMk/>
            <pc:sldMk cId="0" sldId="257"/>
            <ac:picMk id="2" creationId="{83F74260-F740-BE19-14C9-822705600827}"/>
          </ac:picMkLst>
        </pc:picChg>
        <pc:picChg chg="add del mod">
          <ac:chgData name="Ionut Girbea" userId="140628fa-96ce-4361-bce7-5504303d38b3" providerId="ADAL" clId="{07D332A5-C578-714C-B97C-CD71A5874CF5}" dt="2023-11-16T12:39:07.796" v="3080" actId="478"/>
          <ac:picMkLst>
            <pc:docMk/>
            <pc:sldMk cId="0" sldId="257"/>
            <ac:picMk id="3" creationId="{2BE7AC1C-9381-3D9E-8C97-3621E7C29DB8}"/>
          </ac:picMkLst>
        </pc:picChg>
        <pc:picChg chg="mod">
          <ac:chgData name="Ionut Girbea" userId="140628fa-96ce-4361-bce7-5504303d38b3" providerId="ADAL" clId="{07D332A5-C578-714C-B97C-CD71A5874CF5}" dt="2023-11-16T11:33:18.239" v="2645" actId="14826"/>
          <ac:picMkLst>
            <pc:docMk/>
            <pc:sldMk cId="0" sldId="257"/>
            <ac:picMk id="18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33:37.535" v="2646" actId="14826"/>
          <ac:picMkLst>
            <pc:docMk/>
            <pc:sldMk cId="0" sldId="257"/>
            <ac:picMk id="18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33:57.117" v="2647" actId="14826"/>
          <ac:picMkLst>
            <pc:docMk/>
            <pc:sldMk cId="0" sldId="257"/>
            <ac:picMk id="191" creationId="{00000000-0000-0000-0000-000000000000}"/>
          </ac:picMkLst>
        </pc:picChg>
      </pc:sldChg>
      <pc:sldChg chg="setBg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60"/>
        </pc:sldMkLst>
      </pc:sldChg>
      <pc:sldChg chg="setBg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63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64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65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66"/>
        </pc:sldMkLst>
      </pc:sldChg>
      <pc:sldChg chg="setBg modNotes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68"/>
        </pc:sldMkLst>
      </pc:sldChg>
      <pc:sldChg chg="addSp delSp modSp mod modNotes">
        <pc:chgData name="Ionut Girbea" userId="140628fa-96ce-4361-bce7-5504303d38b3" providerId="ADAL" clId="{07D332A5-C578-714C-B97C-CD71A5874CF5}" dt="2023-11-20T14:41:06.002" v="3619" actId="1038"/>
        <pc:sldMkLst>
          <pc:docMk/>
          <pc:sldMk cId="0" sldId="269"/>
        </pc:sldMkLst>
        <pc:spChg chg="mod">
          <ac:chgData name="Ionut Girbea" userId="140628fa-96ce-4361-bce7-5504303d38b3" providerId="ADAL" clId="{07D332A5-C578-714C-B97C-CD71A5874CF5}" dt="2023-11-20T14:40:58.774" v="3609" actId="20577"/>
          <ac:spMkLst>
            <pc:docMk/>
            <pc:sldMk cId="0" sldId="269"/>
            <ac:spMk id="265" creationId="{00000000-0000-0000-0000-000000000000}"/>
          </ac:spMkLst>
        </pc:spChg>
        <pc:picChg chg="add mod">
          <ac:chgData name="Ionut Girbea" userId="140628fa-96ce-4361-bce7-5504303d38b3" providerId="ADAL" clId="{07D332A5-C578-714C-B97C-CD71A5874CF5}" dt="2023-11-20T14:41:06.002" v="3619" actId="1038"/>
          <ac:picMkLst>
            <pc:docMk/>
            <pc:sldMk cId="0" sldId="269"/>
            <ac:picMk id="2" creationId="{AEE51980-3388-EF9D-9613-D4E2060829FE}"/>
          </ac:picMkLst>
        </pc:picChg>
        <pc:picChg chg="del mod">
          <ac:chgData name="Ionut Girbea" userId="140628fa-96ce-4361-bce7-5504303d38b3" providerId="ADAL" clId="{07D332A5-C578-714C-B97C-CD71A5874CF5}" dt="2023-11-16T12:38:36.339" v="3076" actId="478"/>
          <ac:picMkLst>
            <pc:docMk/>
            <pc:sldMk cId="0" sldId="269"/>
            <ac:picMk id="266" creationId="{00000000-0000-0000-0000-000000000000}"/>
          </ac:picMkLst>
        </pc:picChg>
      </pc:sldChg>
      <pc:sldChg chg="addSp delSp modSp mod">
        <pc:chgData name="Ionut Girbea" userId="140628fa-96ce-4361-bce7-5504303d38b3" providerId="ADAL" clId="{07D332A5-C578-714C-B97C-CD71A5874CF5}" dt="2023-11-20T14:41:18.666" v="3622" actId="20577"/>
        <pc:sldMkLst>
          <pc:docMk/>
          <pc:sldMk cId="0" sldId="270"/>
        </pc:sldMkLst>
        <pc:spChg chg="mod">
          <ac:chgData name="Ionut Girbea" userId="140628fa-96ce-4361-bce7-5504303d38b3" providerId="ADAL" clId="{07D332A5-C578-714C-B97C-CD71A5874CF5}" dt="2023-11-20T14:41:18.666" v="3622" actId="20577"/>
          <ac:spMkLst>
            <pc:docMk/>
            <pc:sldMk cId="0" sldId="270"/>
            <ac:spMk id="274" creationId="{00000000-0000-0000-0000-000000000000}"/>
          </ac:spMkLst>
        </pc:spChg>
        <pc:picChg chg="del">
          <ac:chgData name="Ionut Girbea" userId="140628fa-96ce-4361-bce7-5504303d38b3" providerId="ADAL" clId="{07D332A5-C578-714C-B97C-CD71A5874CF5}" dt="2023-11-16T11:35:34.169" v="2649" actId="478"/>
          <ac:picMkLst>
            <pc:docMk/>
            <pc:sldMk cId="0" sldId="270"/>
            <ac:picMk id="2" creationId="{589EE0DF-7528-91E8-C850-03CE28569EFE}"/>
          </ac:picMkLst>
        </pc:picChg>
        <pc:picChg chg="add mod">
          <ac:chgData name="Ionut Girbea" userId="140628fa-96ce-4361-bce7-5504303d38b3" providerId="ADAL" clId="{07D332A5-C578-714C-B97C-CD71A5874CF5}" dt="2023-11-20T14:41:17.006" v="3621"/>
          <ac:picMkLst>
            <pc:docMk/>
            <pc:sldMk cId="0" sldId="270"/>
            <ac:picMk id="2" creationId="{D1EF70A3-35E6-BAAD-5AF6-A46A245261E5}"/>
          </ac:picMkLst>
        </pc:picChg>
        <pc:picChg chg="add del mod">
          <ac:chgData name="Ionut Girbea" userId="140628fa-96ce-4361-bce7-5504303d38b3" providerId="ADAL" clId="{07D332A5-C578-714C-B97C-CD71A5874CF5}" dt="2023-11-20T14:41:16.689" v="3620" actId="478"/>
          <ac:picMkLst>
            <pc:docMk/>
            <pc:sldMk cId="0" sldId="270"/>
            <ac:picMk id="5" creationId="{7A584F61-B4B6-34C1-4F57-B44888BF4BA5}"/>
          </ac:picMkLst>
        </pc:picChg>
        <pc:picChg chg="add del mod">
          <ac:chgData name="Ionut Girbea" userId="140628fa-96ce-4361-bce7-5504303d38b3" providerId="ADAL" clId="{07D332A5-C578-714C-B97C-CD71A5874CF5}" dt="2023-11-16T12:38:17.806" v="3071"/>
          <ac:picMkLst>
            <pc:docMk/>
            <pc:sldMk cId="0" sldId="270"/>
            <ac:picMk id="6" creationId="{F6CAF961-63B7-1063-600D-4DF8DB344368}"/>
          </ac:picMkLst>
        </pc:pic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1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2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4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275"/>
        </pc:sldMkLst>
      </pc:sldChg>
      <pc:sldChg chg="modSp modNotes">
        <pc:chgData name="Ionut Girbea" userId="140628fa-96ce-4361-bce7-5504303d38b3" providerId="ADAL" clId="{07D332A5-C578-714C-B97C-CD71A5874CF5}" dt="2023-11-16T11:36:16.897" v="2653" actId="14826"/>
        <pc:sldMkLst>
          <pc:docMk/>
          <pc:sldMk cId="0" sldId="276"/>
        </pc:sldMkLst>
        <pc:picChg chg="mod">
          <ac:chgData name="Ionut Girbea" userId="140628fa-96ce-4361-bce7-5504303d38b3" providerId="ADAL" clId="{07D332A5-C578-714C-B97C-CD71A5874CF5}" dt="2023-11-16T11:36:16.897" v="2653" actId="14826"/>
          <ac:picMkLst>
            <pc:docMk/>
            <pc:sldMk cId="0" sldId="276"/>
            <ac:picMk id="361" creationId="{00000000-0000-0000-0000-000000000000}"/>
          </ac:picMkLst>
        </pc:picChg>
      </pc:sldChg>
      <pc:sldChg chg="modSp setBg modNotes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77"/>
        </pc:sldMkLst>
        <pc:picChg chg="mod">
          <ac:chgData name="Ionut Girbea" userId="140628fa-96ce-4361-bce7-5504303d38b3" providerId="ADAL" clId="{07D332A5-C578-714C-B97C-CD71A5874CF5}" dt="2023-11-16T11:36:33.351" v="2654" actId="14826"/>
          <ac:picMkLst>
            <pc:docMk/>
            <pc:sldMk cId="0" sldId="277"/>
            <ac:picMk id="4" creationId="{9F09080D-E067-5B6E-B539-11AD9F27B700}"/>
          </ac:picMkLst>
        </pc:picChg>
      </pc:sldChg>
      <pc:sldChg chg="modSp mod setBg modNotes">
        <pc:chgData name="Ionut Girbea" userId="140628fa-96ce-4361-bce7-5504303d38b3" providerId="ADAL" clId="{07D332A5-C578-714C-B97C-CD71A5874CF5}" dt="2023-11-22T14:09:38.862" v="3820" actId="18331"/>
        <pc:sldMkLst>
          <pc:docMk/>
          <pc:sldMk cId="0" sldId="278"/>
        </pc:sldMkLst>
        <pc:spChg chg="mod">
          <ac:chgData name="Ionut Girbea" userId="140628fa-96ce-4361-bce7-5504303d38b3" providerId="ADAL" clId="{07D332A5-C578-714C-B97C-CD71A5874CF5}" dt="2023-11-16T07:24:21.536" v="1046" actId="255"/>
          <ac:spMkLst>
            <pc:docMk/>
            <pc:sldMk cId="0" sldId="278"/>
            <ac:spMk id="4" creationId="{FF798B31-A19A-69D0-5E9B-1384CF4A0D65}"/>
          </ac:spMkLst>
        </pc:spChg>
      </pc:sldChg>
      <pc:sldChg chg="addSp delSp modSp mod modClrScheme chgLayout modNotes">
        <pc:chgData name="Ionut Girbea" userId="140628fa-96ce-4361-bce7-5504303d38b3" providerId="ADAL" clId="{07D332A5-C578-714C-B97C-CD71A5874CF5}" dt="2023-11-16T14:21:39.403" v="3301" actId="20577"/>
        <pc:sldMkLst>
          <pc:docMk/>
          <pc:sldMk cId="0" sldId="279"/>
        </pc:sldMkLst>
        <pc:spChg chg="add del mod ord">
          <ac:chgData name="Ionut Girbea" userId="140628fa-96ce-4361-bce7-5504303d38b3" providerId="ADAL" clId="{07D332A5-C578-714C-B97C-CD71A5874CF5}" dt="2023-11-16T14:21:29.856" v="3281" actId="700"/>
          <ac:spMkLst>
            <pc:docMk/>
            <pc:sldMk cId="0" sldId="279"/>
            <ac:spMk id="2" creationId="{340F0602-510A-BAA6-5352-92DEBA54BC83}"/>
          </ac:spMkLst>
        </pc:spChg>
        <pc:spChg chg="add mod ord">
          <ac:chgData name="Ionut Girbea" userId="140628fa-96ce-4361-bce7-5504303d38b3" providerId="ADAL" clId="{07D332A5-C578-714C-B97C-CD71A5874CF5}" dt="2023-11-16T14:21:39.403" v="3301" actId="20577"/>
          <ac:spMkLst>
            <pc:docMk/>
            <pc:sldMk cId="0" sldId="279"/>
            <ac:spMk id="3" creationId="{4695EDCB-306B-987D-E8D2-7F9FA5296B69}"/>
          </ac:spMkLst>
        </pc:spChg>
        <pc:spChg chg="del">
          <ac:chgData name="Ionut Girbea" userId="140628fa-96ce-4361-bce7-5504303d38b3" providerId="ADAL" clId="{07D332A5-C578-714C-B97C-CD71A5874CF5}" dt="2023-11-16T14:21:24.896" v="3280" actId="700"/>
          <ac:spMkLst>
            <pc:docMk/>
            <pc:sldMk cId="0" sldId="279"/>
            <ac:spMk id="5" creationId="{7A4EFCDE-7848-2FC1-5779-6543A8D12FA3}"/>
          </ac:spMkLst>
        </pc:spChg>
        <pc:spChg chg="mod">
          <ac:chgData name="Ionut Girbea" userId="140628fa-96ce-4361-bce7-5504303d38b3" providerId="ADAL" clId="{07D332A5-C578-714C-B97C-CD71A5874CF5}" dt="2023-11-15T14:10:37.842" v="840" actId="255"/>
          <ac:spMkLst>
            <pc:docMk/>
            <pc:sldMk cId="0" sldId="279"/>
            <ac:spMk id="37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7:44.251" v="117" actId="113"/>
          <ac:spMkLst>
            <pc:docMk/>
            <pc:sldMk cId="0" sldId="279"/>
            <ac:spMk id="380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4:21:53.123" v="3327" actId="20577"/>
        <pc:sldMkLst>
          <pc:docMk/>
          <pc:sldMk cId="0" sldId="280"/>
        </pc:sldMkLst>
        <pc:spChg chg="mod">
          <ac:chgData name="Ionut Girbea" userId="140628fa-96ce-4361-bce7-5504303d38b3" providerId="ADAL" clId="{07D332A5-C578-714C-B97C-CD71A5874CF5}" dt="2023-11-15T14:16:21.784" v="1045" actId="20577"/>
          <ac:spMkLst>
            <pc:docMk/>
            <pc:sldMk cId="0" sldId="280"/>
            <ac:spMk id="10" creationId="{A4185CF0-682E-9895-0004-223926D1EBB3}"/>
          </ac:spMkLst>
        </pc:spChg>
        <pc:spChg chg="mod">
          <ac:chgData name="Ionut Girbea" userId="140628fa-96ce-4361-bce7-5504303d38b3" providerId="ADAL" clId="{07D332A5-C578-714C-B97C-CD71A5874CF5}" dt="2023-11-09T08:47:47.471" v="118" actId="113"/>
          <ac:spMkLst>
            <pc:docMk/>
            <pc:sldMk cId="0" sldId="280"/>
            <ac:spMk id="11" creationId="{F7AB0784-263B-38B8-6CFD-1EBC66282BB1}"/>
          </ac:spMkLst>
        </pc:spChg>
        <pc:spChg chg="mod">
          <ac:chgData name="Ionut Girbea" userId="140628fa-96ce-4361-bce7-5504303d38b3" providerId="ADAL" clId="{07D332A5-C578-714C-B97C-CD71A5874CF5}" dt="2023-11-16T14:21:53.123" v="3327" actId="20577"/>
          <ac:spMkLst>
            <pc:docMk/>
            <pc:sldMk cId="0" sldId="280"/>
            <ac:spMk id="12" creationId="{B4DFB544-FD5D-238A-2801-3F58922AFC8C}"/>
          </ac:spMkLst>
        </pc:spChg>
      </pc:sldChg>
      <pc:sldChg chg="modSp mod chgLayout modNotes">
        <pc:chgData name="Ionut Girbea" userId="140628fa-96ce-4361-bce7-5504303d38b3" providerId="ADAL" clId="{07D332A5-C578-714C-B97C-CD71A5874CF5}" dt="2023-11-16T14:21:19.133" v="3279" actId="700"/>
        <pc:sldMkLst>
          <pc:docMk/>
          <pc:sldMk cId="0" sldId="281"/>
        </pc:sldMkLst>
        <pc:spChg chg="mod ord">
          <ac:chgData name="Ionut Girbea" userId="140628fa-96ce-4361-bce7-5504303d38b3" providerId="ADAL" clId="{07D332A5-C578-714C-B97C-CD71A5874CF5}" dt="2023-11-16T14:21:19.133" v="3279" actId="700"/>
          <ac:spMkLst>
            <pc:docMk/>
            <pc:sldMk cId="0" sldId="281"/>
            <ac:spMk id="39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37:05.419" v="2655" actId="14826"/>
          <ac:picMkLst>
            <pc:docMk/>
            <pc:sldMk cId="0" sldId="281"/>
            <ac:picMk id="397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37:11.380" v="2657"/>
        <pc:sldMkLst>
          <pc:docMk/>
          <pc:sldMk cId="0" sldId="282"/>
        </pc:sldMkLst>
        <pc:picChg chg="add mod">
          <ac:chgData name="Ionut Girbea" userId="140628fa-96ce-4361-bce7-5504303d38b3" providerId="ADAL" clId="{07D332A5-C578-714C-B97C-CD71A5874CF5}" dt="2023-11-16T11:37:11.380" v="2657"/>
          <ac:picMkLst>
            <pc:docMk/>
            <pc:sldMk cId="0" sldId="282"/>
            <ac:picMk id="2" creationId="{EDBB7B75-D394-8008-2E51-E392B4CC678C}"/>
          </ac:picMkLst>
        </pc:picChg>
        <pc:picChg chg="del">
          <ac:chgData name="Ionut Girbea" userId="140628fa-96ce-4361-bce7-5504303d38b3" providerId="ADAL" clId="{07D332A5-C578-714C-B97C-CD71A5874CF5}" dt="2023-11-16T11:37:10.753" v="2656" actId="478"/>
          <ac:picMkLst>
            <pc:docMk/>
            <pc:sldMk cId="0" sldId="282"/>
            <ac:picMk id="6" creationId="{582A2588-0572-BDEF-7955-FDB0BA3F6819}"/>
          </ac:picMkLst>
        </pc:picChg>
      </pc:sldChg>
      <pc:sldChg chg="modSp modNotes">
        <pc:chgData name="Ionut Girbea" userId="140628fa-96ce-4361-bce7-5504303d38b3" providerId="ADAL" clId="{07D332A5-C578-714C-B97C-CD71A5874CF5}" dt="2023-11-16T11:37:30.315" v="2658" actId="14826"/>
        <pc:sldMkLst>
          <pc:docMk/>
          <pc:sldMk cId="0" sldId="283"/>
        </pc:sldMkLst>
        <pc:picChg chg="mod">
          <ac:chgData name="Ionut Girbea" userId="140628fa-96ce-4361-bce7-5504303d38b3" providerId="ADAL" clId="{07D332A5-C578-714C-B97C-CD71A5874CF5}" dt="2023-11-16T11:37:30.315" v="2658" actId="14826"/>
          <ac:picMkLst>
            <pc:docMk/>
            <pc:sldMk cId="0" sldId="283"/>
            <ac:picMk id="2" creationId="{D87189C0-05A4-1F12-C114-6C65F840B75E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37:45.422" v="2660"/>
        <pc:sldMkLst>
          <pc:docMk/>
          <pc:sldMk cId="0" sldId="284"/>
        </pc:sldMkLst>
        <pc:picChg chg="add mod">
          <ac:chgData name="Ionut Girbea" userId="140628fa-96ce-4361-bce7-5504303d38b3" providerId="ADAL" clId="{07D332A5-C578-714C-B97C-CD71A5874CF5}" dt="2023-11-16T11:37:45.422" v="2660"/>
          <ac:picMkLst>
            <pc:docMk/>
            <pc:sldMk cId="0" sldId="284"/>
            <ac:picMk id="2" creationId="{28D5C3B6-7964-9050-D8F3-73C0B12A1F96}"/>
          </ac:picMkLst>
        </pc:picChg>
        <pc:picChg chg="del">
          <ac:chgData name="Ionut Girbea" userId="140628fa-96ce-4361-bce7-5504303d38b3" providerId="ADAL" clId="{07D332A5-C578-714C-B97C-CD71A5874CF5}" dt="2023-11-16T11:37:44.894" v="2659" actId="478"/>
          <ac:picMkLst>
            <pc:docMk/>
            <pc:sldMk cId="0" sldId="284"/>
            <ac:picMk id="4" creationId="{79266131-015D-2725-9DEA-6E57FD2AF0C4}"/>
          </ac:picMkLst>
        </pc:picChg>
      </pc:sldChg>
      <pc:sldChg chg="modSp mod modNotes">
        <pc:chgData name="Ionut Girbea" userId="140628fa-96ce-4361-bce7-5504303d38b3" providerId="ADAL" clId="{07D332A5-C578-714C-B97C-CD71A5874CF5}" dt="2023-11-16T14:22:54.583" v="3346" actId="20577"/>
        <pc:sldMkLst>
          <pc:docMk/>
          <pc:sldMk cId="0" sldId="285"/>
        </pc:sldMkLst>
        <pc:spChg chg="mod">
          <ac:chgData name="Ionut Girbea" userId="140628fa-96ce-4361-bce7-5504303d38b3" providerId="ADAL" clId="{07D332A5-C578-714C-B97C-CD71A5874CF5}" dt="2023-11-16T14:22:54.583" v="3346" actId="20577"/>
          <ac:spMkLst>
            <pc:docMk/>
            <pc:sldMk cId="0" sldId="285"/>
            <ac:spMk id="2" creationId="{F6B78634-8C93-ABF6-23AB-B0A28571449A}"/>
          </ac:spMkLst>
        </pc:spChg>
        <pc:spChg chg="mod">
          <ac:chgData name="Ionut Girbea" userId="140628fa-96ce-4361-bce7-5504303d38b3" providerId="ADAL" clId="{07D332A5-C578-714C-B97C-CD71A5874CF5}" dt="2023-11-16T07:24:45.886" v="1047" actId="255"/>
          <ac:spMkLst>
            <pc:docMk/>
            <pc:sldMk cId="0" sldId="285"/>
            <ac:spMk id="428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7:25:05.184" v="1050" actId="255"/>
        <pc:sldMkLst>
          <pc:docMk/>
          <pc:sldMk cId="0" sldId="286"/>
        </pc:sldMkLst>
        <pc:spChg chg="mod">
          <ac:chgData name="Ionut Girbea" userId="140628fa-96ce-4361-bce7-5504303d38b3" providerId="ADAL" clId="{07D332A5-C578-714C-B97C-CD71A5874CF5}" dt="2023-11-16T07:25:05.184" v="1050" actId="255"/>
          <ac:spMkLst>
            <pc:docMk/>
            <pc:sldMk cId="0" sldId="286"/>
            <ac:spMk id="8" creationId="{9867DCF5-A40D-BFAB-F9CD-BFC8AD0F3720}"/>
          </ac:spMkLst>
        </pc:spChg>
        <pc:spChg chg="mod">
          <ac:chgData name="Ionut Girbea" userId="140628fa-96ce-4361-bce7-5504303d38b3" providerId="ADAL" clId="{07D332A5-C578-714C-B97C-CD71A5874CF5}" dt="2023-11-16T07:24:58.346" v="1048" actId="255"/>
          <ac:spMkLst>
            <pc:docMk/>
            <pc:sldMk cId="0" sldId="286"/>
            <ac:spMk id="436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7:25:15.009" v="1051" actId="255"/>
        <pc:sldMkLst>
          <pc:docMk/>
          <pc:sldMk cId="0" sldId="287"/>
        </pc:sldMkLst>
        <pc:spChg chg="mod">
          <ac:chgData name="Ionut Girbea" userId="140628fa-96ce-4361-bce7-5504303d38b3" providerId="ADAL" clId="{07D332A5-C578-714C-B97C-CD71A5874CF5}" dt="2023-11-16T07:25:15.009" v="1051" actId="255"/>
          <ac:spMkLst>
            <pc:docMk/>
            <pc:sldMk cId="0" sldId="287"/>
            <ac:spMk id="7" creationId="{1D2E271E-A9AC-5999-960C-DA88F1FA89F8}"/>
          </ac:spMkLst>
        </pc:spChg>
      </pc:sldChg>
      <pc:sldChg chg="modSp mod modNotes">
        <pc:chgData name="Ionut Girbea" userId="140628fa-96ce-4361-bce7-5504303d38b3" providerId="ADAL" clId="{07D332A5-C578-714C-B97C-CD71A5874CF5}" dt="2023-11-16T07:34:31.319" v="1179" actId="948"/>
        <pc:sldMkLst>
          <pc:docMk/>
          <pc:sldMk cId="0" sldId="288"/>
        </pc:sldMkLst>
        <pc:spChg chg="mod">
          <ac:chgData name="Ionut Girbea" userId="140628fa-96ce-4361-bce7-5504303d38b3" providerId="ADAL" clId="{07D332A5-C578-714C-B97C-CD71A5874CF5}" dt="2023-11-16T07:34:31.319" v="1179" actId="948"/>
          <ac:spMkLst>
            <pc:docMk/>
            <pc:sldMk cId="0" sldId="288"/>
            <ac:spMk id="3" creationId="{65E8BBDE-9F88-9C95-6C6C-49826889432D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4:21.500" v="1178" actId="948"/>
        <pc:sldMkLst>
          <pc:docMk/>
          <pc:sldMk cId="0" sldId="289"/>
        </pc:sldMkLst>
        <pc:spChg chg="del mod">
          <ac:chgData name="Ionut Girbea" userId="140628fa-96ce-4361-bce7-5504303d38b3" providerId="ADAL" clId="{07D332A5-C578-714C-B97C-CD71A5874CF5}" dt="2023-11-16T07:28:24.996" v="1093" actId="478"/>
          <ac:spMkLst>
            <pc:docMk/>
            <pc:sldMk cId="0" sldId="289"/>
            <ac:spMk id="4" creationId="{67938194-5E82-795B-43C8-0167F0B6A3F3}"/>
          </ac:spMkLst>
        </pc:spChg>
        <pc:spChg chg="add mod">
          <ac:chgData name="Ionut Girbea" userId="140628fa-96ce-4361-bce7-5504303d38b3" providerId="ADAL" clId="{07D332A5-C578-714C-B97C-CD71A5874CF5}" dt="2023-11-16T07:34:21.500" v="1178" actId="948"/>
          <ac:spMkLst>
            <pc:docMk/>
            <pc:sldMk cId="0" sldId="289"/>
            <ac:spMk id="5" creationId="{5CA84C91-0714-7436-ABE9-651137427CD3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3:57.424" v="1176" actId="948"/>
        <pc:sldMkLst>
          <pc:docMk/>
          <pc:sldMk cId="0" sldId="291"/>
        </pc:sldMkLst>
        <pc:spChg chg="add mod">
          <ac:chgData name="Ionut Girbea" userId="140628fa-96ce-4361-bce7-5504303d38b3" providerId="ADAL" clId="{07D332A5-C578-714C-B97C-CD71A5874CF5}" dt="2023-11-16T07:33:57.424" v="1176" actId="948"/>
          <ac:spMkLst>
            <pc:docMk/>
            <pc:sldMk cId="0" sldId="291"/>
            <ac:spMk id="2" creationId="{DD611CD9-C872-BC1B-867A-2F2E94E280B9}"/>
          </ac:spMkLst>
        </pc:spChg>
        <pc:spChg chg="del mod">
          <ac:chgData name="Ionut Girbea" userId="140628fa-96ce-4361-bce7-5504303d38b3" providerId="ADAL" clId="{07D332A5-C578-714C-B97C-CD71A5874CF5}" dt="2023-11-16T07:30:17.269" v="1132" actId="478"/>
          <ac:spMkLst>
            <pc:docMk/>
            <pc:sldMk cId="0" sldId="291"/>
            <ac:spMk id="4" creationId="{DBDE49F1-C9ED-9F68-938F-C42D9E05E849}"/>
          </ac:spMkLst>
        </pc:spChg>
        <pc:spChg chg="mod">
          <ac:chgData name="Ionut Girbea" userId="140628fa-96ce-4361-bce7-5504303d38b3" providerId="ADAL" clId="{07D332A5-C578-714C-B97C-CD71A5874CF5}" dt="2023-11-09T12:25:03.513" v="385" actId="113"/>
          <ac:spMkLst>
            <pc:docMk/>
            <pc:sldMk cId="0" sldId="291"/>
            <ac:spMk id="52" creationId="{35A65797-8084-4B11-59D7-B45019E33967}"/>
          </ac:spMkLst>
        </pc:spChg>
      </pc:sldChg>
      <pc:sldChg chg="modSp mod modNotes">
        <pc:chgData name="Ionut Girbea" userId="140628fa-96ce-4361-bce7-5504303d38b3" providerId="ADAL" clId="{07D332A5-C578-714C-B97C-CD71A5874CF5}" dt="2023-11-16T07:33:46.822" v="1175" actId="948"/>
        <pc:sldMkLst>
          <pc:docMk/>
          <pc:sldMk cId="0" sldId="292"/>
        </pc:sldMkLst>
        <pc:spChg chg="mod">
          <ac:chgData name="Ionut Girbea" userId="140628fa-96ce-4361-bce7-5504303d38b3" providerId="ADAL" clId="{07D332A5-C578-714C-B97C-CD71A5874CF5}" dt="2023-11-09T08:48:00.397" v="119" actId="113"/>
          <ac:spMkLst>
            <pc:docMk/>
            <pc:sldMk cId="0" sldId="292"/>
            <ac:spMk id="3" creationId="{A702DC2A-AB90-9991-63C7-29A7427752CF}"/>
          </ac:spMkLst>
        </pc:spChg>
        <pc:spChg chg="mod">
          <ac:chgData name="Ionut Girbea" userId="140628fa-96ce-4361-bce7-5504303d38b3" providerId="ADAL" clId="{07D332A5-C578-714C-B97C-CD71A5874CF5}" dt="2023-11-16T07:33:46.822" v="1175" actId="948"/>
          <ac:spMkLst>
            <pc:docMk/>
            <pc:sldMk cId="0" sldId="292"/>
            <ac:spMk id="488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4:57.981" v="1184" actId="207"/>
        <pc:sldMkLst>
          <pc:docMk/>
          <pc:sldMk cId="0" sldId="293"/>
        </pc:sldMkLst>
        <pc:spChg chg="mod">
          <ac:chgData name="Ionut Girbea" userId="140628fa-96ce-4361-bce7-5504303d38b3" providerId="ADAL" clId="{07D332A5-C578-714C-B97C-CD71A5874CF5}" dt="2023-11-09T08:50:45.282" v="150" actId="113"/>
          <ac:spMkLst>
            <pc:docMk/>
            <pc:sldMk cId="0" sldId="293"/>
            <ac:spMk id="3" creationId="{B87D08E7-C483-F8FF-8A25-7CD13D411711}"/>
          </ac:spMkLst>
        </pc:spChg>
        <pc:spChg chg="add mod">
          <ac:chgData name="Ionut Girbea" userId="140628fa-96ce-4361-bce7-5504303d38b3" providerId="ADAL" clId="{07D332A5-C578-714C-B97C-CD71A5874CF5}" dt="2023-11-16T07:34:57.981" v="1184" actId="207"/>
          <ac:spMkLst>
            <pc:docMk/>
            <pc:sldMk cId="0" sldId="293"/>
            <ac:spMk id="4" creationId="{FFF63DA9-7186-302D-F615-1EF93047D2E2}"/>
          </ac:spMkLst>
        </pc:spChg>
        <pc:spChg chg="del mod">
          <ac:chgData name="Ionut Girbea" userId="140628fa-96ce-4361-bce7-5504303d38b3" providerId="ADAL" clId="{07D332A5-C578-714C-B97C-CD71A5874CF5}" dt="2023-11-16T07:34:53.285" v="1182" actId="478"/>
          <ac:spMkLst>
            <pc:docMk/>
            <pc:sldMk cId="0" sldId="293"/>
            <ac:spMk id="5" creationId="{2F1797F7-B3A0-3222-EFB2-AB08B572897A}"/>
          </ac:spMkLst>
        </pc:spChg>
      </pc:sldChg>
      <pc:sldChg chg="addSp delSp modSp mod">
        <pc:chgData name="Ionut Girbea" userId="140628fa-96ce-4361-bce7-5504303d38b3" providerId="ADAL" clId="{07D332A5-C578-714C-B97C-CD71A5874CF5}" dt="2023-11-16T11:41:30.743" v="2668" actId="165"/>
        <pc:sldMkLst>
          <pc:docMk/>
          <pc:sldMk cId="0" sldId="294"/>
        </pc:sldMkLst>
        <pc:spChg chg="add del mod">
          <ac:chgData name="Ionut Girbea" userId="140628fa-96ce-4361-bce7-5504303d38b3" providerId="ADAL" clId="{07D332A5-C578-714C-B97C-CD71A5874CF5}" dt="2023-11-16T07:35:35.089" v="1195"/>
          <ac:spMkLst>
            <pc:docMk/>
            <pc:sldMk cId="0" sldId="294"/>
            <ac:spMk id="3" creationId="{21379634-239E-C4C2-8C52-611AE1A10125}"/>
          </ac:spMkLst>
        </pc:spChg>
        <pc:spChg chg="mod">
          <ac:chgData name="Ionut Girbea" userId="140628fa-96ce-4361-bce7-5504303d38b3" providerId="ADAL" clId="{07D332A5-C578-714C-B97C-CD71A5874CF5}" dt="2023-11-09T08:50:50.236" v="151" actId="113"/>
          <ac:spMkLst>
            <pc:docMk/>
            <pc:sldMk cId="0" sldId="294"/>
            <ac:spMk id="4" creationId="{87DF8C54-B6BB-81A4-B4FE-63D6EB1D4DA5}"/>
          </ac:spMkLst>
        </pc:spChg>
        <pc:spChg chg="mod topLvl">
          <ac:chgData name="Ionut Girbea" userId="140628fa-96ce-4361-bce7-5504303d38b3" providerId="ADAL" clId="{07D332A5-C578-714C-B97C-CD71A5874CF5}" dt="2023-11-16T11:41:02.097" v="2663" actId="165"/>
          <ac:spMkLst>
            <pc:docMk/>
            <pc:sldMk cId="0" sldId="294"/>
            <ac:spMk id="5" creationId="{6A61FCCD-4104-D05B-ABAB-E8230017CF87}"/>
          </ac:spMkLst>
        </pc:spChg>
        <pc:spChg chg="add del">
          <ac:chgData name="Ionut Girbea" userId="140628fa-96ce-4361-bce7-5504303d38b3" providerId="ADAL" clId="{07D332A5-C578-714C-B97C-CD71A5874CF5}" dt="2023-11-16T07:35:42.671" v="1199" actId="22"/>
          <ac:spMkLst>
            <pc:docMk/>
            <pc:sldMk cId="0" sldId="294"/>
            <ac:spMk id="7" creationId="{E520F7E4-78DD-FE3E-A3CA-315764113C8E}"/>
          </ac:spMkLst>
        </pc:spChg>
        <pc:spChg chg="mod topLvl">
          <ac:chgData name="Ionut Girbea" userId="140628fa-96ce-4361-bce7-5504303d38b3" providerId="ADAL" clId="{07D332A5-C578-714C-B97C-CD71A5874CF5}" dt="2023-11-16T11:41:02.097" v="2663" actId="165"/>
          <ac:spMkLst>
            <pc:docMk/>
            <pc:sldMk cId="0" sldId="294"/>
            <ac:spMk id="8" creationId="{2FF00E85-448A-038F-B4D6-88A0362CE013}"/>
          </ac:spMkLst>
        </pc:spChg>
        <pc:spChg chg="add mod">
          <ac:chgData name="Ionut Girbea" userId="140628fa-96ce-4361-bce7-5504303d38b3" providerId="ADAL" clId="{07D332A5-C578-714C-B97C-CD71A5874CF5}" dt="2023-11-16T07:38:38.765" v="1264" actId="554"/>
          <ac:spMkLst>
            <pc:docMk/>
            <pc:sldMk cId="0" sldId="294"/>
            <ac:spMk id="9" creationId="{4032A1B8-2C72-2013-163C-B989555FF476}"/>
          </ac:spMkLst>
        </pc:spChg>
        <pc:spChg chg="mod topLvl">
          <ac:chgData name="Ionut Girbea" userId="140628fa-96ce-4361-bce7-5504303d38b3" providerId="ADAL" clId="{07D332A5-C578-714C-B97C-CD71A5874CF5}" dt="2023-11-16T11:41:02.097" v="2663" actId="165"/>
          <ac:spMkLst>
            <pc:docMk/>
            <pc:sldMk cId="0" sldId="294"/>
            <ac:spMk id="10" creationId="{55E1D4C1-3F81-8345-E139-A514BE199604}"/>
          </ac:spMkLst>
        </pc:spChg>
        <pc:spChg chg="add del mod">
          <ac:chgData name="Ionut Girbea" userId="140628fa-96ce-4361-bce7-5504303d38b3" providerId="ADAL" clId="{07D332A5-C578-714C-B97C-CD71A5874CF5}" dt="2023-11-16T07:38:44.089" v="1265" actId="21"/>
          <ac:spMkLst>
            <pc:docMk/>
            <pc:sldMk cId="0" sldId="294"/>
            <ac:spMk id="12" creationId="{95F1F91D-2E9E-F109-51E8-3B5414EFBEE3}"/>
          </ac:spMkLst>
        </pc:spChg>
        <pc:spChg chg="mod topLvl">
          <ac:chgData name="Ionut Girbea" userId="140628fa-96ce-4361-bce7-5504303d38b3" providerId="ADAL" clId="{07D332A5-C578-714C-B97C-CD71A5874CF5}" dt="2023-11-16T11:41:30.743" v="2668" actId="165"/>
          <ac:spMkLst>
            <pc:docMk/>
            <pc:sldMk cId="0" sldId="294"/>
            <ac:spMk id="20" creationId="{9BAAA9D0-4C7A-D29B-D51B-9FAAEA5048A5}"/>
          </ac:spMkLst>
        </pc:spChg>
        <pc:spChg chg="mod topLvl">
          <ac:chgData name="Ionut Girbea" userId="140628fa-96ce-4361-bce7-5504303d38b3" providerId="ADAL" clId="{07D332A5-C578-714C-B97C-CD71A5874CF5}" dt="2023-11-16T11:41:30.743" v="2668" actId="165"/>
          <ac:spMkLst>
            <pc:docMk/>
            <pc:sldMk cId="0" sldId="294"/>
            <ac:spMk id="21" creationId="{B1F40B72-4BE8-D2A1-F346-285FEB351855}"/>
          </ac:spMkLst>
        </pc:spChg>
        <pc:spChg chg="mod topLvl">
          <ac:chgData name="Ionut Girbea" userId="140628fa-96ce-4361-bce7-5504303d38b3" providerId="ADAL" clId="{07D332A5-C578-714C-B97C-CD71A5874CF5}" dt="2023-11-16T11:41:30.743" v="2668" actId="165"/>
          <ac:spMkLst>
            <pc:docMk/>
            <pc:sldMk cId="0" sldId="294"/>
            <ac:spMk id="23" creationId="{19ECA371-82D0-BFA7-8678-71055EE1351C}"/>
          </ac:spMkLst>
        </pc:spChg>
        <pc:spChg chg="add del mod">
          <ac:chgData name="Ionut Girbea" userId="140628fa-96ce-4361-bce7-5504303d38b3" providerId="ADAL" clId="{07D332A5-C578-714C-B97C-CD71A5874CF5}" dt="2023-11-16T07:35:41.595" v="1197" actId="478"/>
          <ac:spMkLst>
            <pc:docMk/>
            <pc:sldMk cId="0" sldId="294"/>
            <ac:spMk id="506" creationId="{00000000-0000-0000-0000-000000000000}"/>
          </ac:spMkLst>
        </pc:spChg>
        <pc:grpChg chg="del mod">
          <ac:chgData name="Ionut Girbea" userId="140628fa-96ce-4361-bce7-5504303d38b3" providerId="ADAL" clId="{07D332A5-C578-714C-B97C-CD71A5874CF5}" dt="2023-11-16T11:41:02.097" v="2663" actId="165"/>
          <ac:grpSpMkLst>
            <pc:docMk/>
            <pc:sldMk cId="0" sldId="294"/>
            <ac:grpSpMk id="17" creationId="{D3FE28AD-7A5A-4889-43E2-BA77D71A4064}"/>
          </ac:grpSpMkLst>
        </pc:grpChg>
        <pc:grpChg chg="del mod">
          <ac:chgData name="Ionut Girbea" userId="140628fa-96ce-4361-bce7-5504303d38b3" providerId="ADAL" clId="{07D332A5-C578-714C-B97C-CD71A5874CF5}" dt="2023-11-16T11:41:30.743" v="2668" actId="165"/>
          <ac:grpSpMkLst>
            <pc:docMk/>
            <pc:sldMk cId="0" sldId="294"/>
            <ac:grpSpMk id="18" creationId="{DAA5FCA1-0E0D-0ED2-7275-122F7A545B1C}"/>
          </ac:grpSpMkLst>
        </pc:grpChg>
        <pc:picChg chg="mod topLvl">
          <ac:chgData name="Ionut Girbea" userId="140628fa-96ce-4361-bce7-5504303d38b3" providerId="ADAL" clId="{07D332A5-C578-714C-B97C-CD71A5874CF5}" dt="2023-11-16T11:41:02.097" v="2663" actId="165"/>
          <ac:picMkLst>
            <pc:docMk/>
            <pc:sldMk cId="0" sldId="294"/>
            <ac:picMk id="11" creationId="{E5B0DBA6-7861-22BC-1A8B-9741C5DA2192}"/>
          </ac:picMkLst>
        </pc:picChg>
        <pc:picChg chg="mod topLvl">
          <ac:chgData name="Ionut Girbea" userId="140628fa-96ce-4361-bce7-5504303d38b3" providerId="ADAL" clId="{07D332A5-C578-714C-B97C-CD71A5874CF5}" dt="2023-11-16T11:41:30.743" v="2668" actId="165"/>
          <ac:picMkLst>
            <pc:docMk/>
            <pc:sldMk cId="0" sldId="294"/>
            <ac:picMk id="24" creationId="{9E2CD039-6C1A-3B05-81FB-92D2C112D840}"/>
          </ac:picMkLst>
        </pc:picChg>
      </pc:sldChg>
      <pc:sldChg chg="addSp delSp modSp mod">
        <pc:chgData name="Ionut Girbea" userId="140628fa-96ce-4361-bce7-5504303d38b3" providerId="ADAL" clId="{07D332A5-C578-714C-B97C-CD71A5874CF5}" dt="2023-11-16T11:41:44.372" v="2670"/>
        <pc:sldMkLst>
          <pc:docMk/>
          <pc:sldMk cId="0" sldId="295"/>
        </pc:sldMkLst>
        <pc:spChg chg="mod">
          <ac:chgData name="Ionut Girbea" userId="140628fa-96ce-4361-bce7-5504303d38b3" providerId="ADAL" clId="{07D332A5-C578-714C-B97C-CD71A5874CF5}" dt="2023-11-09T08:51:02.314" v="152" actId="113"/>
          <ac:spMkLst>
            <pc:docMk/>
            <pc:sldMk cId="0" sldId="295"/>
            <ac:spMk id="3" creationId="{DC9EA614-2D11-E0C9-8389-5037D28BF757}"/>
          </ac:spMkLst>
        </pc:spChg>
        <pc:spChg chg="mod topLvl">
          <ac:chgData name="Ionut Girbea" userId="140628fa-96ce-4361-bce7-5504303d38b3" providerId="ADAL" clId="{07D332A5-C578-714C-B97C-CD71A5874CF5}" dt="2023-11-16T11:41:14.274" v="2664" actId="165"/>
          <ac:spMkLst>
            <pc:docMk/>
            <pc:sldMk cId="0" sldId="295"/>
            <ac:spMk id="5" creationId="{B0796653-00BC-CB2E-0C3D-F3F17AC11350}"/>
          </ac:spMkLst>
        </pc:spChg>
        <pc:spChg chg="add mod">
          <ac:chgData name="Ionut Girbea" userId="140628fa-96ce-4361-bce7-5504303d38b3" providerId="ADAL" clId="{07D332A5-C578-714C-B97C-CD71A5874CF5}" dt="2023-11-16T07:38:51.672" v="1267" actId="554"/>
          <ac:spMkLst>
            <pc:docMk/>
            <pc:sldMk cId="0" sldId="295"/>
            <ac:spMk id="6" creationId="{7DCB3001-48B4-7B39-9600-704D08A851D7}"/>
          </ac:spMkLst>
        </pc:spChg>
        <pc:spChg chg="del mod">
          <ac:chgData name="Ionut Girbea" userId="140628fa-96ce-4361-bce7-5504303d38b3" providerId="ADAL" clId="{07D332A5-C578-714C-B97C-CD71A5874CF5}" dt="2023-11-09T08:45:35.443" v="100" actId="478"/>
          <ac:spMkLst>
            <pc:docMk/>
            <pc:sldMk cId="0" sldId="295"/>
            <ac:spMk id="6" creationId="{DB0F29B4-241B-03C2-AEB7-8EA27FDA9D02}"/>
          </ac:spMkLst>
        </pc:spChg>
        <pc:spChg chg="add del mod">
          <ac:chgData name="Ionut Girbea" userId="140628fa-96ce-4361-bce7-5504303d38b3" providerId="ADAL" clId="{07D332A5-C578-714C-B97C-CD71A5874CF5}" dt="2023-11-16T07:37:23.752" v="1216" actId="478"/>
          <ac:spMkLst>
            <pc:docMk/>
            <pc:sldMk cId="0" sldId="295"/>
            <ac:spMk id="7" creationId="{6085AE9E-756F-3418-2004-BC3203BB89F6}"/>
          </ac:spMkLst>
        </pc:spChg>
        <pc:spChg chg="add del mod">
          <ac:chgData name="Ionut Girbea" userId="140628fa-96ce-4361-bce7-5504303d38b3" providerId="ADAL" clId="{07D332A5-C578-714C-B97C-CD71A5874CF5}" dt="2023-11-16T07:38:54.064" v="1268" actId="478"/>
          <ac:spMkLst>
            <pc:docMk/>
            <pc:sldMk cId="0" sldId="295"/>
            <ac:spMk id="8" creationId="{9D85F49B-57DA-FC6E-C98D-CDA1450FD74B}"/>
          </ac:spMkLst>
        </pc:spChg>
        <pc:spChg chg="mod topLvl">
          <ac:chgData name="Ionut Girbea" userId="140628fa-96ce-4361-bce7-5504303d38b3" providerId="ADAL" clId="{07D332A5-C578-714C-B97C-CD71A5874CF5}" dt="2023-11-16T11:41:14.274" v="2664" actId="165"/>
          <ac:spMkLst>
            <pc:docMk/>
            <pc:sldMk cId="0" sldId="295"/>
            <ac:spMk id="17" creationId="{AD872ED8-B5C0-5098-D98F-038B5018F1D5}"/>
          </ac:spMkLst>
        </pc:spChg>
        <pc:spChg chg="mod topLvl">
          <ac:chgData name="Ionut Girbea" userId="140628fa-96ce-4361-bce7-5504303d38b3" providerId="ADAL" clId="{07D332A5-C578-714C-B97C-CD71A5874CF5}" dt="2023-11-16T11:41:14.274" v="2664" actId="165"/>
          <ac:spMkLst>
            <pc:docMk/>
            <pc:sldMk cId="0" sldId="295"/>
            <ac:spMk id="19" creationId="{8A359A26-5B33-C17A-6B40-FF550D178E7E}"/>
          </ac:spMkLst>
        </pc:spChg>
        <pc:spChg chg="mod topLvl">
          <ac:chgData name="Ionut Girbea" userId="140628fa-96ce-4361-bce7-5504303d38b3" providerId="ADAL" clId="{07D332A5-C578-714C-B97C-CD71A5874CF5}" dt="2023-11-16T11:41:24.288" v="2667" actId="165"/>
          <ac:spMkLst>
            <pc:docMk/>
            <pc:sldMk cId="0" sldId="295"/>
            <ac:spMk id="21" creationId="{D9136DB7-F711-E7FB-BFAD-24828716C908}"/>
          </ac:spMkLst>
        </pc:spChg>
        <pc:spChg chg="mod topLvl">
          <ac:chgData name="Ionut Girbea" userId="140628fa-96ce-4361-bce7-5504303d38b3" providerId="ADAL" clId="{07D332A5-C578-714C-B97C-CD71A5874CF5}" dt="2023-11-16T11:41:24.288" v="2667" actId="165"/>
          <ac:spMkLst>
            <pc:docMk/>
            <pc:sldMk cId="0" sldId="295"/>
            <ac:spMk id="22" creationId="{D3E84D52-9B93-636E-BB3B-72A79D5245A1}"/>
          </ac:spMkLst>
        </pc:spChg>
        <pc:spChg chg="mod topLvl">
          <ac:chgData name="Ionut Girbea" userId="140628fa-96ce-4361-bce7-5504303d38b3" providerId="ADAL" clId="{07D332A5-C578-714C-B97C-CD71A5874CF5}" dt="2023-11-16T11:41:24.288" v="2667" actId="165"/>
          <ac:spMkLst>
            <pc:docMk/>
            <pc:sldMk cId="0" sldId="295"/>
            <ac:spMk id="24" creationId="{FA20AE0D-D5C4-8E24-811E-754DB0EA84D3}"/>
          </ac:spMkLst>
        </pc:spChg>
        <pc:grpChg chg="del">
          <ac:chgData name="Ionut Girbea" userId="140628fa-96ce-4361-bce7-5504303d38b3" providerId="ADAL" clId="{07D332A5-C578-714C-B97C-CD71A5874CF5}" dt="2023-11-16T11:41:14.274" v="2664" actId="165"/>
          <ac:grpSpMkLst>
            <pc:docMk/>
            <pc:sldMk cId="0" sldId="295"/>
            <ac:grpSpMk id="4" creationId="{B4303559-0F75-D79E-08EC-E79A5192850E}"/>
          </ac:grpSpMkLst>
        </pc:grpChg>
        <pc:grpChg chg="del">
          <ac:chgData name="Ionut Girbea" userId="140628fa-96ce-4361-bce7-5504303d38b3" providerId="ADAL" clId="{07D332A5-C578-714C-B97C-CD71A5874CF5}" dt="2023-11-16T11:41:24.288" v="2667" actId="165"/>
          <ac:grpSpMkLst>
            <pc:docMk/>
            <pc:sldMk cId="0" sldId="295"/>
            <ac:grpSpMk id="20" creationId="{67DB2AB2-8EFF-87E8-D1FD-67473AA71C9C}"/>
          </ac:grpSpMkLst>
        </pc:grpChg>
        <pc:picChg chg="add mod">
          <ac:chgData name="Ionut Girbea" userId="140628fa-96ce-4361-bce7-5504303d38b3" providerId="ADAL" clId="{07D332A5-C578-714C-B97C-CD71A5874CF5}" dt="2023-11-16T11:41:18.501" v="2666"/>
          <ac:picMkLst>
            <pc:docMk/>
            <pc:sldMk cId="0" sldId="295"/>
            <ac:picMk id="9" creationId="{39356A8B-810B-07FE-84C4-F8C6E0A6F584}"/>
          </ac:picMkLst>
        </pc:picChg>
        <pc:picChg chg="add mod">
          <ac:chgData name="Ionut Girbea" userId="140628fa-96ce-4361-bce7-5504303d38b3" providerId="ADAL" clId="{07D332A5-C578-714C-B97C-CD71A5874CF5}" dt="2023-11-16T11:41:44.372" v="2670"/>
          <ac:picMkLst>
            <pc:docMk/>
            <pc:sldMk cId="0" sldId="295"/>
            <ac:picMk id="10" creationId="{09756D57-2BE9-EB47-5268-01B7EEB550EA}"/>
          </ac:picMkLst>
        </pc:picChg>
        <pc:picChg chg="del mod topLvl">
          <ac:chgData name="Ionut Girbea" userId="140628fa-96ce-4361-bce7-5504303d38b3" providerId="ADAL" clId="{07D332A5-C578-714C-B97C-CD71A5874CF5}" dt="2023-11-16T11:41:17.767" v="2665" actId="478"/>
          <ac:picMkLst>
            <pc:docMk/>
            <pc:sldMk cId="0" sldId="295"/>
            <ac:picMk id="18" creationId="{21907E98-14F2-0E81-8C76-2EA9EDD0148D}"/>
          </ac:picMkLst>
        </pc:picChg>
        <pc:picChg chg="del mod topLvl">
          <ac:chgData name="Ionut Girbea" userId="140628fa-96ce-4361-bce7-5504303d38b3" providerId="ADAL" clId="{07D332A5-C578-714C-B97C-CD71A5874CF5}" dt="2023-11-16T11:41:43.775" v="2669" actId="478"/>
          <ac:picMkLst>
            <pc:docMk/>
            <pc:sldMk cId="0" sldId="295"/>
            <ac:picMk id="23" creationId="{E3A190D9-2D73-3964-F5E9-55DF962B5C1F}"/>
          </ac:picMkLst>
        </pc:picChg>
      </pc:sldChg>
      <pc:sldChg chg="modSp mod">
        <pc:chgData name="Ionut Girbea" userId="140628fa-96ce-4361-bce7-5504303d38b3" providerId="ADAL" clId="{07D332A5-C578-714C-B97C-CD71A5874CF5}" dt="2023-11-16T07:42:39.679" v="1284" actId="20577"/>
        <pc:sldMkLst>
          <pc:docMk/>
          <pc:sldMk cId="0" sldId="296"/>
        </pc:sldMkLst>
        <pc:spChg chg="mod">
          <ac:chgData name="Ionut Girbea" userId="140628fa-96ce-4361-bce7-5504303d38b3" providerId="ADAL" clId="{07D332A5-C578-714C-B97C-CD71A5874CF5}" dt="2023-11-09T08:51:11.188" v="154" actId="113"/>
          <ac:spMkLst>
            <pc:docMk/>
            <pc:sldMk cId="0" sldId="296"/>
            <ac:spMk id="3" creationId="{4673BC14-B872-D3D3-AC9B-366EDBC4B494}"/>
          </ac:spMkLst>
        </pc:spChg>
        <pc:spChg chg="mod">
          <ac:chgData name="Ionut Girbea" userId="140628fa-96ce-4361-bce7-5504303d38b3" providerId="ADAL" clId="{07D332A5-C578-714C-B97C-CD71A5874CF5}" dt="2023-11-16T07:42:39.679" v="1284" actId="20577"/>
          <ac:spMkLst>
            <pc:docMk/>
            <pc:sldMk cId="0" sldId="296"/>
            <ac:spMk id="516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7:43:00.850" v="1287" actId="255"/>
        <pc:sldMkLst>
          <pc:docMk/>
          <pc:sldMk cId="0" sldId="297"/>
        </pc:sldMkLst>
        <pc:spChg chg="mod">
          <ac:chgData name="Ionut Girbea" userId="140628fa-96ce-4361-bce7-5504303d38b3" providerId="ADAL" clId="{07D332A5-C578-714C-B97C-CD71A5874CF5}" dt="2023-11-09T08:51:15.605" v="155" actId="113"/>
          <ac:spMkLst>
            <pc:docMk/>
            <pc:sldMk cId="0" sldId="297"/>
            <ac:spMk id="3" creationId="{03D66C13-F2DC-552D-4F43-CC3BF27BEE80}"/>
          </ac:spMkLst>
        </pc:spChg>
        <pc:spChg chg="mod">
          <ac:chgData name="Ionut Girbea" userId="140628fa-96ce-4361-bce7-5504303d38b3" providerId="ADAL" clId="{07D332A5-C578-714C-B97C-CD71A5874CF5}" dt="2023-11-16T07:43:00.850" v="1287" actId="255"/>
          <ac:spMkLst>
            <pc:docMk/>
            <pc:sldMk cId="0" sldId="297"/>
            <ac:spMk id="522" creationId="{00000000-0000-0000-0000-000000000000}"/>
          </ac:spMkLst>
        </pc:spChg>
      </pc:sldChg>
      <pc:sldChg chg="modSp mod">
        <pc:chgData name="Ionut Girbea" userId="140628fa-96ce-4361-bce7-5504303d38b3" providerId="ADAL" clId="{07D332A5-C578-714C-B97C-CD71A5874CF5}" dt="2023-11-16T07:43:33.869" v="1289" actId="255"/>
        <pc:sldMkLst>
          <pc:docMk/>
          <pc:sldMk cId="0" sldId="298"/>
        </pc:sldMkLst>
        <pc:spChg chg="mod">
          <ac:chgData name="Ionut Girbea" userId="140628fa-96ce-4361-bce7-5504303d38b3" providerId="ADAL" clId="{07D332A5-C578-714C-B97C-CD71A5874CF5}" dt="2023-11-09T08:51:39.542" v="170" actId="1035"/>
          <ac:spMkLst>
            <pc:docMk/>
            <pc:sldMk cId="0" sldId="298"/>
            <ac:spMk id="3" creationId="{6B48A957-5371-7876-7B08-C7872E1D264C}"/>
          </ac:spMkLst>
        </pc:spChg>
        <pc:spChg chg="mod">
          <ac:chgData name="Ionut Girbea" userId="140628fa-96ce-4361-bce7-5504303d38b3" providerId="ADAL" clId="{07D332A5-C578-714C-B97C-CD71A5874CF5}" dt="2023-11-16T07:43:33.869" v="1289" actId="255"/>
          <ac:spMkLst>
            <pc:docMk/>
            <pc:sldMk cId="0" sldId="298"/>
            <ac:spMk id="528" creationId="{00000000-0000-0000-0000-000000000000}"/>
          </ac:spMkLst>
        </pc:spChg>
      </pc:sldChg>
      <pc:sldChg chg="modSp mod">
        <pc:chgData name="Ionut Girbea" userId="140628fa-96ce-4361-bce7-5504303d38b3" providerId="ADAL" clId="{07D332A5-C578-714C-B97C-CD71A5874CF5}" dt="2023-11-16T07:43:54.719" v="1291" actId="255"/>
        <pc:sldMkLst>
          <pc:docMk/>
          <pc:sldMk cId="0" sldId="299"/>
        </pc:sldMkLst>
        <pc:spChg chg="mod">
          <ac:chgData name="Ionut Girbea" userId="140628fa-96ce-4361-bce7-5504303d38b3" providerId="ADAL" clId="{07D332A5-C578-714C-B97C-CD71A5874CF5}" dt="2023-11-09T08:52:10.721" v="171" actId="113"/>
          <ac:spMkLst>
            <pc:docMk/>
            <pc:sldMk cId="0" sldId="299"/>
            <ac:spMk id="5" creationId="{3AB7169E-7DCD-7572-D502-56CEF4806BD2}"/>
          </ac:spMkLst>
        </pc:spChg>
        <pc:spChg chg="mod">
          <ac:chgData name="Ionut Girbea" userId="140628fa-96ce-4361-bce7-5504303d38b3" providerId="ADAL" clId="{07D332A5-C578-714C-B97C-CD71A5874CF5}" dt="2023-11-16T07:43:54.719" v="1291" actId="255"/>
          <ac:spMkLst>
            <pc:docMk/>
            <pc:sldMk cId="0" sldId="299"/>
            <ac:spMk id="8" creationId="{7FF0D069-C83B-A60E-E6CF-74652BD21881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45:51.347" v="1443" actId="1036"/>
        <pc:sldMkLst>
          <pc:docMk/>
          <pc:sldMk cId="0" sldId="300"/>
        </pc:sldMkLst>
        <pc:spChg chg="add del mod">
          <ac:chgData name="Ionut Girbea" userId="140628fa-96ce-4361-bce7-5504303d38b3" providerId="ADAL" clId="{07D332A5-C578-714C-B97C-CD71A5874CF5}" dt="2023-11-16T07:45:10.665" v="1360" actId="478"/>
          <ac:spMkLst>
            <pc:docMk/>
            <pc:sldMk cId="0" sldId="300"/>
            <ac:spMk id="2" creationId="{540D9D01-32B6-B9B8-D854-E4A0E9089DF0}"/>
          </ac:spMkLst>
        </pc:spChg>
        <pc:spChg chg="mod">
          <ac:chgData name="Ionut Girbea" userId="140628fa-96ce-4361-bce7-5504303d38b3" providerId="ADAL" clId="{07D332A5-C578-714C-B97C-CD71A5874CF5}" dt="2023-11-16T07:45:08.824" v="1359" actId="554"/>
          <ac:spMkLst>
            <pc:docMk/>
            <pc:sldMk cId="0" sldId="300"/>
            <ac:spMk id="4" creationId="{88B0F8BC-B12B-7C4E-B537-1A80261626AC}"/>
          </ac:spMkLst>
        </pc:spChg>
        <pc:spChg chg="mod">
          <ac:chgData name="Ionut Girbea" userId="140628fa-96ce-4361-bce7-5504303d38b3" providerId="ADAL" clId="{07D332A5-C578-714C-B97C-CD71A5874CF5}" dt="2023-11-16T07:44:21.614" v="1293" actId="255"/>
          <ac:spMkLst>
            <pc:docMk/>
            <pc:sldMk cId="0" sldId="300"/>
            <ac:spMk id="5" creationId="{C515F9EA-C445-945C-A39F-34BEA570CCFD}"/>
          </ac:spMkLst>
        </pc:spChg>
        <pc:spChg chg="mod">
          <ac:chgData name="Ionut Girbea" userId="140628fa-96ce-4361-bce7-5504303d38b3" providerId="ADAL" clId="{07D332A5-C578-714C-B97C-CD71A5874CF5}" dt="2023-11-16T07:44:21.614" v="1293" actId="255"/>
          <ac:spMkLst>
            <pc:docMk/>
            <pc:sldMk cId="0" sldId="300"/>
            <ac:spMk id="6" creationId="{224C61D0-B128-BC4A-AD67-18C4F94A8889}"/>
          </ac:spMkLst>
        </pc:spChg>
        <pc:spChg chg="mod">
          <ac:chgData name="Ionut Girbea" userId="140628fa-96ce-4361-bce7-5504303d38b3" providerId="ADAL" clId="{07D332A5-C578-714C-B97C-CD71A5874CF5}" dt="2023-11-09T08:52:16.075" v="172" actId="113"/>
          <ac:spMkLst>
            <pc:docMk/>
            <pc:sldMk cId="0" sldId="300"/>
            <ac:spMk id="7" creationId="{50D63211-99FC-1A11-5A79-6CB06CB3CD26}"/>
          </ac:spMkLst>
        </pc:spChg>
        <pc:spChg chg="mod">
          <ac:chgData name="Ionut Girbea" userId="140628fa-96ce-4361-bce7-5504303d38b3" providerId="ADAL" clId="{07D332A5-C578-714C-B97C-CD71A5874CF5}" dt="2023-11-16T07:45:34.391" v="1409" actId="1036"/>
          <ac:spMkLst>
            <pc:docMk/>
            <pc:sldMk cId="0" sldId="300"/>
            <ac:spMk id="54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08.824" v="1359" actId="554"/>
          <ac:spMkLst>
            <pc:docMk/>
            <pc:sldMk cId="0" sldId="300"/>
            <ac:spMk id="5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34.391" v="1409" actId="1036"/>
          <ac:spMkLst>
            <pc:docMk/>
            <pc:sldMk cId="0" sldId="300"/>
            <ac:spMk id="54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51.347" v="1443" actId="1036"/>
          <ac:spMkLst>
            <pc:docMk/>
            <pc:sldMk cId="0" sldId="300"/>
            <ac:spMk id="54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5:51.347" v="1443" actId="1036"/>
          <ac:spMkLst>
            <pc:docMk/>
            <pc:sldMk cId="0" sldId="300"/>
            <ac:spMk id="549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2:39:35.529" v="3083" actId="478"/>
        <pc:sldMkLst>
          <pc:docMk/>
          <pc:sldMk cId="0" sldId="302"/>
        </pc:sldMkLst>
        <pc:spChg chg="mod">
          <ac:chgData name="Ionut Girbea" userId="140628fa-96ce-4361-bce7-5504303d38b3" providerId="ADAL" clId="{07D332A5-C578-714C-B97C-CD71A5874CF5}" dt="2023-11-09T08:52:37.291" v="174" actId="113"/>
          <ac:spMkLst>
            <pc:docMk/>
            <pc:sldMk cId="0" sldId="302"/>
            <ac:spMk id="2" creationId="{CB0DA6A9-D8CB-2FC3-E731-C51ED13B3DE7}"/>
          </ac:spMkLst>
        </pc:spChg>
        <pc:spChg chg="mod">
          <ac:chgData name="Ionut Girbea" userId="140628fa-96ce-4361-bce7-5504303d38b3" providerId="ADAL" clId="{07D332A5-C578-714C-B97C-CD71A5874CF5}" dt="2023-11-16T07:47:29.990" v="1496" actId="255"/>
          <ac:spMkLst>
            <pc:docMk/>
            <pc:sldMk cId="0" sldId="302"/>
            <ac:spMk id="57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7:29.990" v="1496" actId="255"/>
          <ac:spMkLst>
            <pc:docMk/>
            <pc:sldMk cId="0" sldId="302"/>
            <ac:spMk id="5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7:46.926" v="1518"/>
          <ac:spMkLst>
            <pc:docMk/>
            <pc:sldMk cId="0" sldId="302"/>
            <ac:spMk id="58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47:42.356" v="1516" actId="113"/>
          <ac:spMkLst>
            <pc:docMk/>
            <pc:sldMk cId="0" sldId="302"/>
            <ac:spMk id="585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2:39:35.529" v="3083" actId="478"/>
          <ac:picMkLst>
            <pc:docMk/>
            <pc:sldMk cId="0" sldId="302"/>
            <ac:picMk id="4" creationId="{97E9A089-E6B2-25BD-91B5-9040CF82CD38}"/>
          </ac:picMkLst>
        </pc:picChg>
        <pc:picChg chg="mod">
          <ac:chgData name="Ionut Girbea" userId="140628fa-96ce-4361-bce7-5504303d38b3" providerId="ADAL" clId="{07D332A5-C578-714C-B97C-CD71A5874CF5}" dt="2023-11-16T11:43:11.783" v="2672" actId="14826"/>
          <ac:picMkLst>
            <pc:docMk/>
            <pc:sldMk cId="0" sldId="302"/>
            <ac:picMk id="57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3:37.157" v="2673" actId="14826"/>
          <ac:picMkLst>
            <pc:docMk/>
            <pc:sldMk cId="0" sldId="302"/>
            <ac:picMk id="58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3:42.924" v="2674" actId="14826"/>
          <ac:picMkLst>
            <pc:docMk/>
            <pc:sldMk cId="0" sldId="302"/>
            <ac:picMk id="58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3:59.133" v="2675" actId="14826"/>
          <ac:picMkLst>
            <pc:docMk/>
            <pc:sldMk cId="0" sldId="302"/>
            <ac:picMk id="582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07:50:52.138" v="1544" actId="14100"/>
        <pc:sldMkLst>
          <pc:docMk/>
          <pc:sldMk cId="0" sldId="303"/>
        </pc:sldMkLst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2" creationId="{1664A0EB-3FD1-9161-2869-AE5ABBF76BDA}"/>
          </ac:spMkLst>
        </pc:spChg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3" creationId="{4FF7007F-9F5D-382D-9925-9F1D072C7D0A}"/>
          </ac:spMkLst>
        </pc:spChg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4" creationId="{56AB9330-2950-63F1-D543-36C32F2A14E3}"/>
          </ac:spMkLst>
        </pc:spChg>
        <pc:spChg chg="mod">
          <ac:chgData name="Ionut Girbea" userId="140628fa-96ce-4361-bce7-5504303d38b3" providerId="ADAL" clId="{07D332A5-C578-714C-B97C-CD71A5874CF5}" dt="2023-11-16T07:48:21.229" v="1519" actId="255"/>
          <ac:spMkLst>
            <pc:docMk/>
            <pc:sldMk cId="0" sldId="303"/>
            <ac:spMk id="6" creationId="{ABBA96A3-D965-E380-8AC4-CF845154FD0B}"/>
          </ac:spMkLst>
        </pc:spChg>
        <pc:spChg chg="mod">
          <ac:chgData name="Ionut Girbea" userId="140628fa-96ce-4361-bce7-5504303d38b3" providerId="ADAL" clId="{07D332A5-C578-714C-B97C-CD71A5874CF5}" dt="2023-11-16T07:48:42.240" v="1521" actId="255"/>
          <ac:spMkLst>
            <pc:docMk/>
            <pc:sldMk cId="0" sldId="303"/>
            <ac:spMk id="5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52.138" v="1544" actId="14100"/>
          <ac:spMkLst>
            <pc:docMk/>
            <pc:sldMk cId="0" sldId="303"/>
            <ac:spMk id="59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45.986" v="1543" actId="14100"/>
          <ac:spMkLst>
            <pc:docMk/>
            <pc:sldMk cId="0" sldId="303"/>
            <ac:spMk id="59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52.138" v="1544" actId="14100"/>
          <ac:spMkLst>
            <pc:docMk/>
            <pc:sldMk cId="0" sldId="303"/>
            <ac:spMk id="59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0:45.986" v="1543" actId="14100"/>
          <ac:spMkLst>
            <pc:docMk/>
            <pc:sldMk cId="0" sldId="303"/>
            <ac:spMk id="602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45:02.443" v="2681" actId="14826"/>
        <pc:sldMkLst>
          <pc:docMk/>
          <pc:sldMk cId="0" sldId="304"/>
        </pc:sldMkLst>
        <pc:spChg chg="mod">
          <ac:chgData name="Ionut Girbea" userId="140628fa-96ce-4361-bce7-5504303d38b3" providerId="ADAL" clId="{07D332A5-C578-714C-B97C-CD71A5874CF5}" dt="2023-11-16T07:48:52.263" v="1522" actId="255"/>
          <ac:spMkLst>
            <pc:docMk/>
            <pc:sldMk cId="0" sldId="304"/>
            <ac:spMk id="2" creationId="{558C027B-A404-2709-2D17-EE08A6EC669A}"/>
          </ac:spMkLst>
        </pc:spChg>
        <pc:spChg chg="mod">
          <ac:chgData name="Ionut Girbea" userId="140628fa-96ce-4361-bce7-5504303d38b3" providerId="ADAL" clId="{07D332A5-C578-714C-B97C-CD71A5874CF5}" dt="2023-11-16T07:51:19.879" v="1545"/>
          <ac:spMkLst>
            <pc:docMk/>
            <pc:sldMk cId="0" sldId="304"/>
            <ac:spMk id="61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1:21.822" v="1546"/>
          <ac:spMkLst>
            <pc:docMk/>
            <pc:sldMk cId="0" sldId="304"/>
            <ac:spMk id="61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1:25.030" v="1548"/>
          <ac:spMkLst>
            <pc:docMk/>
            <pc:sldMk cId="0" sldId="304"/>
            <ac:spMk id="61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1:23.276" v="1547"/>
          <ac:spMkLst>
            <pc:docMk/>
            <pc:sldMk cId="0" sldId="304"/>
            <ac:spMk id="617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4:52.595" v="2680" actId="14826"/>
          <ac:picMkLst>
            <pc:docMk/>
            <pc:sldMk cId="0" sldId="304"/>
            <ac:picMk id="61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5:02.443" v="2681" actId="14826"/>
          <ac:picMkLst>
            <pc:docMk/>
            <pc:sldMk cId="0" sldId="304"/>
            <ac:picMk id="61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4:43.221" v="2679" actId="14826"/>
          <ac:picMkLst>
            <pc:docMk/>
            <pc:sldMk cId="0" sldId="304"/>
            <ac:picMk id="61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4:38.262" v="2678" actId="14826"/>
          <ac:picMkLst>
            <pc:docMk/>
            <pc:sldMk cId="0" sldId="304"/>
            <ac:picMk id="614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07:52:38.094" v="1562" actId="14100"/>
        <pc:sldMkLst>
          <pc:docMk/>
          <pc:sldMk cId="0" sldId="305"/>
        </pc:sldMkLst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2" creationId="{AC7AFF7F-1233-EA24-B724-0931CACFA46A}"/>
          </ac:spMkLst>
        </pc:spChg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3" creationId="{F4E6C4AC-678A-0D97-CB43-670CAA92B36B}"/>
          </ac:spMkLst>
        </pc:spChg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4" creationId="{25937F65-8F7F-E93B-161E-EE1A7B13ED24}"/>
          </ac:spMkLst>
        </pc:spChg>
        <pc:spChg chg="mod">
          <ac:chgData name="Ionut Girbea" userId="140628fa-96ce-4361-bce7-5504303d38b3" providerId="ADAL" clId="{07D332A5-C578-714C-B97C-CD71A5874CF5}" dt="2023-11-16T07:51:41.955" v="1550" actId="255"/>
          <ac:spMkLst>
            <pc:docMk/>
            <pc:sldMk cId="0" sldId="305"/>
            <ac:spMk id="5" creationId="{2F015008-9B8F-A234-B7A6-134B3559E52A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2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2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3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2:38.094" v="1562" actId="14100"/>
          <ac:spMkLst>
            <pc:docMk/>
            <pc:sldMk cId="0" sldId="305"/>
            <ac:spMk id="633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46:02.959" v="2685" actId="14826"/>
        <pc:sldMkLst>
          <pc:docMk/>
          <pc:sldMk cId="0" sldId="306"/>
        </pc:sldMkLst>
        <pc:spChg chg="mod">
          <ac:chgData name="Ionut Girbea" userId="140628fa-96ce-4361-bce7-5504303d38b3" providerId="ADAL" clId="{07D332A5-C578-714C-B97C-CD71A5874CF5}" dt="2023-11-16T07:53:22.977" v="1570" actId="14100"/>
          <ac:spMkLst>
            <pc:docMk/>
            <pc:sldMk cId="0" sldId="306"/>
            <ac:spMk id="6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3:27.481" v="1571" actId="14100"/>
          <ac:spMkLst>
            <pc:docMk/>
            <pc:sldMk cId="0" sldId="306"/>
            <ac:spMk id="64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3:32.047" v="1572" actId="14100"/>
          <ac:spMkLst>
            <pc:docMk/>
            <pc:sldMk cId="0" sldId="306"/>
            <ac:spMk id="64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3:32.047" v="1572" actId="14100"/>
          <ac:spMkLst>
            <pc:docMk/>
            <pc:sldMk cId="0" sldId="306"/>
            <ac:spMk id="648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5:20.217" v="2682" actId="14826"/>
          <ac:picMkLst>
            <pc:docMk/>
            <pc:sldMk cId="0" sldId="306"/>
            <ac:picMk id="64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5:43.166" v="2683" actId="14826"/>
          <ac:picMkLst>
            <pc:docMk/>
            <pc:sldMk cId="0" sldId="306"/>
            <ac:picMk id="64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5:50.185" v="2684" actId="14826"/>
          <ac:picMkLst>
            <pc:docMk/>
            <pc:sldMk cId="0" sldId="306"/>
            <ac:picMk id="64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02.959" v="2685" actId="14826"/>
          <ac:picMkLst>
            <pc:docMk/>
            <pc:sldMk cId="0" sldId="306"/>
            <ac:picMk id="645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57:20.243" v="2753"/>
        <pc:sldMkLst>
          <pc:docMk/>
          <pc:sldMk cId="0" sldId="307"/>
        </pc:sldMkLst>
        <pc:spChg chg="mod">
          <ac:chgData name="Ionut Girbea" userId="140628fa-96ce-4361-bce7-5504303d38b3" providerId="ADAL" clId="{07D332A5-C578-714C-B97C-CD71A5874CF5}" dt="2023-11-16T07:53:52.189" v="1573" actId="255"/>
          <ac:spMkLst>
            <pc:docMk/>
            <pc:sldMk cId="0" sldId="307"/>
            <ac:spMk id="2" creationId="{71A0B6DC-59D7-B18A-13B9-2BAC3837EB2B}"/>
          </ac:spMkLst>
        </pc:spChg>
        <pc:spChg chg="mod">
          <ac:chgData name="Ionut Girbea" userId="140628fa-96ce-4361-bce7-5504303d38b3" providerId="ADAL" clId="{07D332A5-C578-714C-B97C-CD71A5874CF5}" dt="2023-11-09T08:53:46.346" v="180" actId="113"/>
          <ac:spMkLst>
            <pc:docMk/>
            <pc:sldMk cId="0" sldId="307"/>
            <ac:spMk id="3" creationId="{FF02599B-90DC-0675-F2C8-64EB3538A556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4" creationId="{D1C86EAB-E580-78F1-2548-BEC7768E93F6}"/>
          </ac:spMkLst>
        </pc:spChg>
        <pc:spChg chg="add del mod">
          <ac:chgData name="Ionut Girbea" userId="140628fa-96ce-4361-bce7-5504303d38b3" providerId="ADAL" clId="{07D332A5-C578-714C-B97C-CD71A5874CF5}" dt="2023-11-16T11:57:20.243" v="2753"/>
          <ac:spMkLst>
            <pc:docMk/>
            <pc:sldMk cId="0" sldId="307"/>
            <ac:spMk id="5" creationId="{15BFBDA0-0B72-A40B-71CD-B10CB9123E19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6" creationId="{9BA82BC7-44E1-2688-2C0F-8DA2075EAD4D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7" creationId="{1048F441-2124-FA8B-2D4A-E69CFE32E10F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1" creationId="{CEA2AA83-8231-F723-CCF4-ADFB85FDA2AA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2" creationId="{5C2473F9-4ACA-BD92-B869-349A1D4D27B6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3" creationId="{66A961B1-AB0C-B598-4843-18BF6EBC712B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14" creationId="{6A773355-F427-5C75-CE19-A438806AE365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15" creationId="{3ED4BFF5-7F40-1EA9-9ADE-4F9F54098CE5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16" creationId="{1B7488A4-EA9A-4473-5F4D-6ECAFB3A3DD3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7" creationId="{D4C409E5-E115-2C85-563A-D9AB60CE249C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8" creationId="{FAAC47E8-7C07-E881-F2B6-391F4C4F5493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19" creationId="{03F8C14A-5ECA-F823-1981-32CF0378EF32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20" creationId="{BDE0417D-FB71-395A-3507-9D60B6CA0858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21" creationId="{83A964AF-1D44-C126-1921-03644FB134C6}"/>
          </ac:spMkLst>
        </pc:spChg>
        <pc:spChg chg="mod">
          <ac:chgData name="Ionut Girbea" userId="140628fa-96ce-4361-bce7-5504303d38b3" providerId="ADAL" clId="{07D332A5-C578-714C-B97C-CD71A5874CF5}" dt="2023-11-16T11:57:05.951" v="2751" actId="403"/>
          <ac:spMkLst>
            <pc:docMk/>
            <pc:sldMk cId="0" sldId="307"/>
            <ac:spMk id="22" creationId="{16D0ADC4-5B8F-4CC6-F2DE-1BE1D443F62E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65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65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46.174" v="2750" actId="403"/>
          <ac:spMkLst>
            <pc:docMk/>
            <pc:sldMk cId="0" sldId="307"/>
            <ac:spMk id="661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56:31.777" v="2749" actId="1035"/>
        <pc:sldMkLst>
          <pc:docMk/>
          <pc:sldMk cId="0" sldId="308"/>
        </pc:sldMkLst>
        <pc:spChg chg="mod">
          <ac:chgData name="Ionut Girbea" userId="140628fa-96ce-4361-bce7-5504303d38b3" providerId="ADAL" clId="{07D332A5-C578-714C-B97C-CD71A5874CF5}" dt="2023-11-09T08:53:51.634" v="181" actId="113"/>
          <ac:spMkLst>
            <pc:docMk/>
            <pc:sldMk cId="0" sldId="308"/>
            <ac:spMk id="3" creationId="{DF7979B2-D854-A1E8-C333-6C2FD38D251B}"/>
          </ac:spMkLst>
        </pc:spChg>
        <pc:spChg chg="mod">
          <ac:chgData name="Ionut Girbea" userId="140628fa-96ce-4361-bce7-5504303d38b3" providerId="ADAL" clId="{07D332A5-C578-714C-B97C-CD71A5874CF5}" dt="2023-11-16T07:54:17.160" v="1574" actId="255"/>
          <ac:spMkLst>
            <pc:docMk/>
            <pc:sldMk cId="0" sldId="308"/>
            <ac:spMk id="4" creationId="{7642A647-716E-2A9A-8761-261708585CBA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6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7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70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6:31.777" v="2749" actId="1035"/>
          <ac:spMkLst>
            <pc:docMk/>
            <pc:sldMk cId="0" sldId="308"/>
            <ac:spMk id="70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6:27.172" v="2686" actId="14826"/>
          <ac:picMkLst>
            <pc:docMk/>
            <pc:sldMk cId="0" sldId="308"/>
            <ac:picMk id="68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32.708" v="2687" actId="14826"/>
          <ac:picMkLst>
            <pc:docMk/>
            <pc:sldMk cId="0" sldId="308"/>
            <ac:picMk id="69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41.386" v="2688" actId="14826"/>
          <ac:picMkLst>
            <pc:docMk/>
            <pc:sldMk cId="0" sldId="308"/>
            <ac:picMk id="69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50.760" v="2689" actId="14826"/>
          <ac:picMkLst>
            <pc:docMk/>
            <pc:sldMk cId="0" sldId="308"/>
            <ac:picMk id="69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6:58.581" v="2690" actId="14826"/>
          <ac:picMkLst>
            <pc:docMk/>
            <pc:sldMk cId="0" sldId="308"/>
            <ac:picMk id="69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7:09.120" v="2691" actId="14826"/>
          <ac:picMkLst>
            <pc:docMk/>
            <pc:sldMk cId="0" sldId="308"/>
            <ac:picMk id="69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7:18.312" v="2692" actId="14826"/>
          <ac:picMkLst>
            <pc:docMk/>
            <pc:sldMk cId="0" sldId="308"/>
            <ac:picMk id="70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00.874" v="2693" actId="14826"/>
          <ac:picMkLst>
            <pc:docMk/>
            <pc:sldMk cId="0" sldId="308"/>
            <ac:picMk id="70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20.166" v="2694" actId="14826"/>
          <ac:picMkLst>
            <pc:docMk/>
            <pc:sldMk cId="0" sldId="308"/>
            <ac:picMk id="705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11:54:08.175" v="2729"/>
        <pc:sldMkLst>
          <pc:docMk/>
          <pc:sldMk cId="0" sldId="309"/>
        </pc:sldMkLst>
        <pc:spChg chg="mod">
          <ac:chgData name="Ionut Girbea" userId="140628fa-96ce-4361-bce7-5504303d38b3" providerId="ADAL" clId="{07D332A5-C578-714C-B97C-CD71A5874CF5}" dt="2023-11-16T07:56:31.366" v="1602" actId="255"/>
          <ac:spMkLst>
            <pc:docMk/>
            <pc:sldMk cId="0" sldId="309"/>
            <ac:spMk id="2" creationId="{F1C96FA2-3AD2-B84E-7D34-DC69A26FB7CD}"/>
          </ac:spMkLst>
        </pc:spChg>
        <pc:spChg chg="mod">
          <ac:chgData name="Ionut Girbea" userId="140628fa-96ce-4361-bce7-5504303d38b3" providerId="ADAL" clId="{07D332A5-C578-714C-B97C-CD71A5874CF5}" dt="2023-11-16T11:53:49.953" v="2723" actId="255"/>
          <ac:spMkLst>
            <pc:docMk/>
            <pc:sldMk cId="0" sldId="309"/>
            <ac:spMk id="71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55.809" v="2724"/>
          <ac:spMkLst>
            <pc:docMk/>
            <pc:sldMk cId="0" sldId="309"/>
            <ac:spMk id="7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58.446" v="2725"/>
          <ac:spMkLst>
            <pc:docMk/>
            <pc:sldMk cId="0" sldId="309"/>
            <ac:spMk id="7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49.953" v="2723" actId="255"/>
          <ac:spMkLst>
            <pc:docMk/>
            <pc:sldMk cId="0" sldId="309"/>
            <ac:spMk id="72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2.859" v="2727"/>
          <ac:spMkLst>
            <pc:docMk/>
            <pc:sldMk cId="0" sldId="309"/>
            <ac:spMk id="7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0.957" v="2726"/>
          <ac:spMkLst>
            <pc:docMk/>
            <pc:sldMk cId="0" sldId="309"/>
            <ac:spMk id="72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49.953" v="2723" actId="255"/>
          <ac:spMkLst>
            <pc:docMk/>
            <pc:sldMk cId="0" sldId="309"/>
            <ac:spMk id="72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5.852" v="2728"/>
          <ac:spMkLst>
            <pc:docMk/>
            <pc:sldMk cId="0" sldId="309"/>
            <ac:spMk id="73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08.175" v="2729"/>
          <ac:spMkLst>
            <pc:docMk/>
            <pc:sldMk cId="0" sldId="309"/>
            <ac:spMk id="735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11:54:50.177" v="2738" actId="20577"/>
        <pc:sldMkLst>
          <pc:docMk/>
          <pc:sldMk cId="0" sldId="310"/>
        </pc:sldMkLst>
        <pc:spChg chg="mod">
          <ac:chgData name="Ionut Girbea" userId="140628fa-96ce-4361-bce7-5504303d38b3" providerId="ADAL" clId="{07D332A5-C578-714C-B97C-CD71A5874CF5}" dt="2023-11-16T07:56:46.046" v="1603" actId="255"/>
          <ac:spMkLst>
            <pc:docMk/>
            <pc:sldMk cId="0" sldId="310"/>
            <ac:spMk id="3" creationId="{6479A94F-3818-8C7F-4BF0-381A7AB96748}"/>
          </ac:spMkLst>
        </pc:spChg>
        <pc:spChg chg="mod">
          <ac:chgData name="Ionut Girbea" userId="140628fa-96ce-4361-bce7-5504303d38b3" providerId="ADAL" clId="{07D332A5-C578-714C-B97C-CD71A5874CF5}" dt="2023-11-16T11:54:33.116" v="2732" actId="20577"/>
          <ac:spMkLst>
            <pc:docMk/>
            <pc:sldMk cId="0" sldId="310"/>
            <ac:spMk id="74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38.630" v="2734" actId="20577"/>
          <ac:spMkLst>
            <pc:docMk/>
            <pc:sldMk cId="0" sldId="310"/>
            <ac:spMk id="74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42.095" v="2735" actId="20577"/>
          <ac:spMkLst>
            <pc:docMk/>
            <pc:sldMk cId="0" sldId="310"/>
            <ac:spMk id="75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50.177" v="2738" actId="20577"/>
          <ac:spMkLst>
            <pc:docMk/>
            <pc:sldMk cId="0" sldId="310"/>
            <ac:spMk id="75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47.494" v="2737" actId="20577"/>
          <ac:spMkLst>
            <pc:docMk/>
            <pc:sldMk cId="0" sldId="310"/>
            <ac:spMk id="75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4:44.826" v="2736" actId="20577"/>
          <ac:spMkLst>
            <pc:docMk/>
            <pc:sldMk cId="0" sldId="310"/>
            <ac:spMk id="760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9:36.492" v="2695" actId="14826"/>
          <ac:picMkLst>
            <pc:docMk/>
            <pc:sldMk cId="0" sldId="310"/>
            <ac:picMk id="746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46.242" v="2696" actId="14826"/>
          <ac:picMkLst>
            <pc:docMk/>
            <pc:sldMk cId="0" sldId="310"/>
            <ac:picMk id="74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49:58.328" v="2697" actId="14826"/>
          <ac:picMkLst>
            <pc:docMk/>
            <pc:sldMk cId="0" sldId="310"/>
            <ac:picMk id="75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0:15.850" v="2698" actId="14826"/>
          <ac:picMkLst>
            <pc:docMk/>
            <pc:sldMk cId="0" sldId="310"/>
            <ac:picMk id="75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0:26.616" v="2699" actId="14826"/>
          <ac:picMkLst>
            <pc:docMk/>
            <pc:sldMk cId="0" sldId="310"/>
            <ac:picMk id="75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0:38.544" v="2700" actId="14826"/>
          <ac:picMkLst>
            <pc:docMk/>
            <pc:sldMk cId="0" sldId="310"/>
            <ac:picMk id="761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02:51.128" v="1803" actId="478"/>
        <pc:sldMkLst>
          <pc:docMk/>
          <pc:sldMk cId="0" sldId="311"/>
        </pc:sldMkLst>
        <pc:spChg chg="add del mod">
          <ac:chgData name="Ionut Girbea" userId="140628fa-96ce-4361-bce7-5504303d38b3" providerId="ADAL" clId="{07D332A5-C578-714C-B97C-CD71A5874CF5}" dt="2023-11-16T08:02:51.128" v="1803" actId="478"/>
          <ac:spMkLst>
            <pc:docMk/>
            <pc:sldMk cId="0" sldId="311"/>
            <ac:spMk id="2" creationId="{180CEE77-9F00-66FF-35CE-9EA1B92A1A3C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6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6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7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8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9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2:42.882" v="1771" actId="1035"/>
          <ac:spMkLst>
            <pc:docMk/>
            <pc:sldMk cId="0" sldId="311"/>
            <ac:spMk id="793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1:52:06.689" v="2713" actId="14826"/>
        <pc:sldMkLst>
          <pc:docMk/>
          <pc:sldMk cId="0" sldId="312"/>
        </pc:sldMkLst>
        <pc:spChg chg="mod">
          <ac:chgData name="Ionut Girbea" userId="140628fa-96ce-4361-bce7-5504303d38b3" providerId="ADAL" clId="{07D332A5-C578-714C-B97C-CD71A5874CF5}" dt="2023-11-16T07:59:07.830" v="1649" actId="20577"/>
          <ac:spMkLst>
            <pc:docMk/>
            <pc:sldMk cId="0" sldId="312"/>
            <ac:spMk id="8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9:25.760" v="1651" actId="255"/>
          <ac:spMkLst>
            <pc:docMk/>
            <pc:sldMk cId="0" sldId="312"/>
            <ac:spMk id="80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0:58.596" v="2705" actId="1076"/>
          <ac:spMkLst>
            <pc:docMk/>
            <pc:sldMk cId="0" sldId="312"/>
            <ac:spMk id="80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9:50.410" v="1657" actId="255"/>
          <ac:spMkLst>
            <pc:docMk/>
            <pc:sldMk cId="0" sldId="312"/>
            <ac:spMk id="80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7:59:54.381" v="1659" actId="255"/>
          <ac:spMkLst>
            <pc:docMk/>
            <pc:sldMk cId="0" sldId="312"/>
            <ac:spMk id="81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0:03.002" v="1662" actId="255"/>
          <ac:spMkLst>
            <pc:docMk/>
            <pc:sldMk cId="0" sldId="312"/>
            <ac:spMk id="815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1:51:06.758" v="2707" actId="478"/>
          <ac:picMkLst>
            <pc:docMk/>
            <pc:sldMk cId="0" sldId="312"/>
            <ac:picMk id="2" creationId="{31CFC2B9-5E26-F36C-CA80-573436D3C0A6}"/>
          </ac:picMkLst>
        </pc:picChg>
        <pc:picChg chg="mod">
          <ac:chgData name="Ionut Girbea" userId="140628fa-96ce-4361-bce7-5504303d38b3" providerId="ADAL" clId="{07D332A5-C578-714C-B97C-CD71A5874CF5}" dt="2023-11-16T11:51:50.771" v="2711" actId="14826"/>
          <ac:picMkLst>
            <pc:docMk/>
            <pc:sldMk cId="0" sldId="312"/>
            <ac:picMk id="80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58.373" v="2712" actId="14826"/>
          <ac:picMkLst>
            <pc:docMk/>
            <pc:sldMk cId="0" sldId="312"/>
            <ac:picMk id="80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2:06.689" v="2713" actId="14826"/>
          <ac:picMkLst>
            <pc:docMk/>
            <pc:sldMk cId="0" sldId="312"/>
            <ac:picMk id="80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41.674" v="2710" actId="14826"/>
          <ac:picMkLst>
            <pc:docMk/>
            <pc:sldMk cId="0" sldId="312"/>
            <ac:picMk id="81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29.273" v="2709" actId="14826"/>
          <ac:picMkLst>
            <pc:docMk/>
            <pc:sldMk cId="0" sldId="312"/>
            <ac:picMk id="81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1:12.927" v="2708" actId="14826"/>
          <ac:picMkLst>
            <pc:docMk/>
            <pc:sldMk cId="0" sldId="312"/>
            <ac:picMk id="816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1:59:28.556" v="2759" actId="14826"/>
        <pc:sldMkLst>
          <pc:docMk/>
          <pc:sldMk cId="0" sldId="313"/>
        </pc:sldMkLst>
        <pc:spChg chg="mod">
          <ac:chgData name="Ionut Girbea" userId="140628fa-96ce-4361-bce7-5504303d38b3" providerId="ADAL" clId="{07D332A5-C578-714C-B97C-CD71A5874CF5}" dt="2023-11-16T11:52:35.709" v="2716" actId="403"/>
          <ac:spMkLst>
            <pc:docMk/>
            <pc:sldMk cId="0" sldId="313"/>
            <ac:spMk id="8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2:40.532" v="2717" actId="403"/>
          <ac:spMkLst>
            <pc:docMk/>
            <pc:sldMk cId="0" sldId="313"/>
            <ac:spMk id="82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2:42.900" v="2718" actId="403"/>
          <ac:spMkLst>
            <pc:docMk/>
            <pc:sldMk cId="0" sldId="313"/>
            <ac:spMk id="82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2:56.778" v="2719" actId="403"/>
          <ac:spMkLst>
            <pc:docMk/>
            <pc:sldMk cId="0" sldId="313"/>
            <ac:spMk id="83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04.258" v="2720" actId="403"/>
          <ac:spMkLst>
            <pc:docMk/>
            <pc:sldMk cId="0" sldId="313"/>
            <ac:spMk id="83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07.223" v="2721" actId="403"/>
          <ac:spMkLst>
            <pc:docMk/>
            <pc:sldMk cId="0" sldId="313"/>
            <ac:spMk id="8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10.679" v="2722" actId="403"/>
          <ac:spMkLst>
            <pc:docMk/>
            <pc:sldMk cId="0" sldId="313"/>
            <ac:spMk id="8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10.679" v="2722" actId="403"/>
          <ac:spMkLst>
            <pc:docMk/>
            <pc:sldMk cId="0" sldId="313"/>
            <ac:spMk id="84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1:53:10.679" v="2722" actId="403"/>
          <ac:spMkLst>
            <pc:docMk/>
            <pc:sldMk cId="0" sldId="313"/>
            <ac:spMk id="847" creationId="{00000000-0000-0000-0000-000000000000}"/>
          </ac:spMkLst>
        </pc:spChg>
        <pc:picChg chg="add mod">
          <ac:chgData name="Ionut Girbea" userId="140628fa-96ce-4361-bce7-5504303d38b3" providerId="ADAL" clId="{07D332A5-C578-714C-B97C-CD71A5874CF5}" dt="2023-11-16T11:52:25.604" v="2715"/>
          <ac:picMkLst>
            <pc:docMk/>
            <pc:sldMk cId="0" sldId="313"/>
            <ac:picMk id="2" creationId="{4F50AD10-4147-0B08-5CD5-6363F4B86A25}"/>
          </ac:picMkLst>
        </pc:picChg>
        <pc:picChg chg="add mod">
          <ac:chgData name="Ionut Girbea" userId="140628fa-96ce-4361-bce7-5504303d38b3" providerId="ADAL" clId="{07D332A5-C578-714C-B97C-CD71A5874CF5}" dt="2023-11-16T11:52:25.604" v="2715"/>
          <ac:picMkLst>
            <pc:docMk/>
            <pc:sldMk cId="0" sldId="313"/>
            <ac:picMk id="3" creationId="{AD27FADD-BA31-51D9-B148-B30EF9DCAB64}"/>
          </ac:picMkLst>
        </pc:picChg>
        <pc:picChg chg="add mod">
          <ac:chgData name="Ionut Girbea" userId="140628fa-96ce-4361-bce7-5504303d38b3" providerId="ADAL" clId="{07D332A5-C578-714C-B97C-CD71A5874CF5}" dt="2023-11-16T11:52:25.604" v="2715"/>
          <ac:picMkLst>
            <pc:docMk/>
            <pc:sldMk cId="0" sldId="313"/>
            <ac:picMk id="4" creationId="{B4CF4D58-5D2E-B8AA-17F0-845B3D977B3F}"/>
          </ac:picMkLst>
        </pc:picChg>
        <pc:picChg chg="del">
          <ac:chgData name="Ionut Girbea" userId="140628fa-96ce-4361-bce7-5504303d38b3" providerId="ADAL" clId="{07D332A5-C578-714C-B97C-CD71A5874CF5}" dt="2023-11-16T11:52:24.970" v="2714" actId="478"/>
          <ac:picMkLst>
            <pc:docMk/>
            <pc:sldMk cId="0" sldId="313"/>
            <ac:picMk id="824" creationId="{00000000-0000-0000-0000-000000000000}"/>
          </ac:picMkLst>
        </pc:picChg>
        <pc:picChg chg="del">
          <ac:chgData name="Ionut Girbea" userId="140628fa-96ce-4361-bce7-5504303d38b3" providerId="ADAL" clId="{07D332A5-C578-714C-B97C-CD71A5874CF5}" dt="2023-11-16T11:52:24.970" v="2714" actId="478"/>
          <ac:picMkLst>
            <pc:docMk/>
            <pc:sldMk cId="0" sldId="313"/>
            <ac:picMk id="827" creationId="{00000000-0000-0000-0000-000000000000}"/>
          </ac:picMkLst>
        </pc:picChg>
        <pc:picChg chg="del">
          <ac:chgData name="Ionut Girbea" userId="140628fa-96ce-4361-bce7-5504303d38b3" providerId="ADAL" clId="{07D332A5-C578-714C-B97C-CD71A5874CF5}" dt="2023-11-16T11:52:24.970" v="2714" actId="478"/>
          <ac:picMkLst>
            <pc:docMk/>
            <pc:sldMk cId="0" sldId="313"/>
            <ac:picMk id="83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8:29.765" v="2754" actId="14826"/>
          <ac:picMkLst>
            <pc:docMk/>
            <pc:sldMk cId="0" sldId="313"/>
            <ac:picMk id="83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8:40.633" v="2755" actId="14826"/>
          <ac:picMkLst>
            <pc:docMk/>
            <pc:sldMk cId="0" sldId="313"/>
            <ac:picMk id="836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8:51.722" v="2756" actId="14826"/>
          <ac:picMkLst>
            <pc:docMk/>
            <pc:sldMk cId="0" sldId="313"/>
            <ac:picMk id="83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9:07.399" v="2757" actId="14826"/>
          <ac:picMkLst>
            <pc:docMk/>
            <pc:sldMk cId="0" sldId="313"/>
            <ac:picMk id="84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9:14.718" v="2758" actId="14826"/>
          <ac:picMkLst>
            <pc:docMk/>
            <pc:sldMk cId="0" sldId="313"/>
            <ac:picMk id="84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1:59:28.556" v="2759" actId="14826"/>
          <ac:picMkLst>
            <pc:docMk/>
            <pc:sldMk cId="0" sldId="313"/>
            <ac:picMk id="848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11:59:41.652" v="2760" actId="14826"/>
        <pc:sldMkLst>
          <pc:docMk/>
          <pc:sldMk cId="0" sldId="314"/>
        </pc:sldMkLst>
        <pc:spChg chg="mod">
          <ac:chgData name="Ionut Girbea" userId="140628fa-96ce-4361-bce7-5504303d38b3" providerId="ADAL" clId="{07D332A5-C578-714C-B97C-CD71A5874CF5}" dt="2023-11-16T08:05:01.093" v="1820" actId="255"/>
          <ac:spMkLst>
            <pc:docMk/>
            <pc:sldMk cId="0" sldId="314"/>
            <ac:spMk id="2" creationId="{8A363623-FBFA-C3D1-174A-AB0B02126281}"/>
          </ac:spMkLst>
        </pc:spChg>
        <pc:spChg chg="mod">
          <ac:chgData name="Ionut Girbea" userId="140628fa-96ce-4361-bce7-5504303d38b3" providerId="ADAL" clId="{07D332A5-C578-714C-B97C-CD71A5874CF5}" dt="2023-11-09T08:54:44.914" v="183" actId="113"/>
          <ac:spMkLst>
            <pc:docMk/>
            <pc:sldMk cId="0" sldId="314"/>
            <ac:spMk id="85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10.113" v="1821" actId="255"/>
          <ac:spMkLst>
            <pc:docMk/>
            <pc:sldMk cId="0" sldId="314"/>
            <ac:spMk id="85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4:57.487" v="185" actId="113"/>
          <ac:spMkLst>
            <pc:docMk/>
            <pc:sldMk cId="0" sldId="314"/>
            <ac:spMk id="85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15.618" v="1822" actId="255"/>
          <ac:spMkLst>
            <pc:docMk/>
            <pc:sldMk cId="0" sldId="314"/>
            <ac:spMk id="8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02.595" v="187" actId="2711"/>
          <ac:spMkLst>
            <pc:docMk/>
            <pc:sldMk cId="0" sldId="314"/>
            <ac:spMk id="8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19.320" v="1823" actId="255"/>
          <ac:spMkLst>
            <pc:docMk/>
            <pc:sldMk cId="0" sldId="314"/>
            <ac:spMk id="86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11.640" v="189" actId="113"/>
          <ac:spMkLst>
            <pc:docMk/>
            <pc:sldMk cId="0" sldId="314"/>
            <ac:spMk id="86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24.849" v="1824" actId="255"/>
          <ac:spMkLst>
            <pc:docMk/>
            <pc:sldMk cId="0" sldId="314"/>
            <ac:spMk id="86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16.639" v="191" actId="113"/>
          <ac:spMkLst>
            <pc:docMk/>
            <pc:sldMk cId="0" sldId="314"/>
            <ac:spMk id="87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26.913" v="1825" actId="403"/>
          <ac:spMkLst>
            <pc:docMk/>
            <pc:sldMk cId="0" sldId="314"/>
            <ac:spMk id="87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26.096" v="193" actId="113"/>
          <ac:spMkLst>
            <pc:docMk/>
            <pc:sldMk cId="0" sldId="314"/>
            <ac:spMk id="87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29.643" v="1826" actId="403"/>
          <ac:spMkLst>
            <pc:docMk/>
            <pc:sldMk cId="0" sldId="314"/>
            <ac:spMk id="87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33.704" v="195" actId="113"/>
          <ac:spMkLst>
            <pc:docMk/>
            <pc:sldMk cId="0" sldId="314"/>
            <ac:spMk id="87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32.130" v="1827" actId="403"/>
          <ac:spMkLst>
            <pc:docMk/>
            <pc:sldMk cId="0" sldId="314"/>
            <ac:spMk id="88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42.672" v="197" actId="2711"/>
          <ac:spMkLst>
            <pc:docMk/>
            <pc:sldMk cId="0" sldId="314"/>
            <ac:spMk id="8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34.600" v="1828" actId="403"/>
          <ac:spMkLst>
            <pc:docMk/>
            <pc:sldMk cId="0" sldId="314"/>
            <ac:spMk id="88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5:47.431" v="199" actId="113"/>
          <ac:spMkLst>
            <pc:docMk/>
            <pc:sldMk cId="0" sldId="314"/>
            <ac:spMk id="8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38.968" v="1829" actId="255"/>
          <ac:spMkLst>
            <pc:docMk/>
            <pc:sldMk cId="0" sldId="314"/>
            <ac:spMk id="888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59:41.652" v="2760" actId="14826"/>
          <ac:picMkLst>
            <pc:docMk/>
            <pc:sldMk cId="0" sldId="314"/>
            <ac:picMk id="3" creationId="{CEDFCAA5-0B69-67AA-4033-CB101270F3FF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06:30.677" v="1841" actId="403"/>
        <pc:sldMkLst>
          <pc:docMk/>
          <pc:sldMk cId="0" sldId="315"/>
        </pc:sldMkLst>
        <pc:spChg chg="mod">
          <ac:chgData name="Ionut Girbea" userId="140628fa-96ce-4361-bce7-5504303d38b3" providerId="ADAL" clId="{07D332A5-C578-714C-B97C-CD71A5874CF5}" dt="2023-11-09T08:56:08.446" v="201" actId="113"/>
          <ac:spMkLst>
            <pc:docMk/>
            <pc:sldMk cId="0" sldId="315"/>
            <ac:spMk id="89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49.063" v="1830" actId="403"/>
          <ac:spMkLst>
            <pc:docMk/>
            <pc:sldMk cId="0" sldId="315"/>
            <ac:spMk id="90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18.051" v="203" actId="113"/>
          <ac:spMkLst>
            <pc:docMk/>
            <pc:sldMk cId="0" sldId="315"/>
            <ac:spMk id="90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1.396" v="1831" actId="403"/>
          <ac:spMkLst>
            <pc:docMk/>
            <pc:sldMk cId="0" sldId="315"/>
            <ac:spMk id="90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22.626" v="205" actId="113"/>
          <ac:spMkLst>
            <pc:docMk/>
            <pc:sldMk cId="0" sldId="315"/>
            <ac:spMk id="90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3.433" v="1832" actId="403"/>
          <ac:spMkLst>
            <pc:docMk/>
            <pc:sldMk cId="0" sldId="315"/>
            <ac:spMk id="90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32.567" v="209" actId="113"/>
          <ac:spMkLst>
            <pc:docMk/>
            <pc:sldMk cId="0" sldId="315"/>
            <ac:spMk id="91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8.401" v="1834" actId="403"/>
          <ac:spMkLst>
            <pc:docMk/>
            <pc:sldMk cId="0" sldId="315"/>
            <ac:spMk id="91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36.955" v="211" actId="113"/>
          <ac:spMkLst>
            <pc:docMk/>
            <pc:sldMk cId="0" sldId="315"/>
            <ac:spMk id="91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18.682" v="1839" actId="403"/>
          <ac:spMkLst>
            <pc:docMk/>
            <pc:sldMk cId="0" sldId="315"/>
            <ac:spMk id="9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42.421" v="213" actId="113"/>
          <ac:spMkLst>
            <pc:docMk/>
            <pc:sldMk cId="0" sldId="315"/>
            <ac:spMk id="91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04.143" v="1835" actId="403"/>
          <ac:spMkLst>
            <pc:docMk/>
            <pc:sldMk cId="0" sldId="315"/>
            <ac:spMk id="92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57.330" v="217" actId="113"/>
          <ac:spMkLst>
            <pc:docMk/>
            <pc:sldMk cId="0" sldId="315"/>
            <ac:spMk id="9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10.762" v="1837" actId="403"/>
          <ac:spMkLst>
            <pc:docMk/>
            <pc:sldMk cId="0" sldId="315"/>
            <ac:spMk id="92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7:02.993" v="219" actId="113"/>
          <ac:spMkLst>
            <pc:docMk/>
            <pc:sldMk cId="0" sldId="315"/>
            <ac:spMk id="92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14.765" v="1838" actId="403"/>
          <ac:spMkLst>
            <pc:docMk/>
            <pc:sldMk cId="0" sldId="315"/>
            <ac:spMk id="92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7:07.912" v="221" actId="113"/>
          <ac:spMkLst>
            <pc:docMk/>
            <pc:sldMk cId="0" sldId="315"/>
            <ac:spMk id="93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27.641" v="1840" actId="403"/>
          <ac:spMkLst>
            <pc:docMk/>
            <pc:sldMk cId="0" sldId="315"/>
            <ac:spMk id="93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27.564" v="207" actId="113"/>
          <ac:spMkLst>
            <pc:docMk/>
            <pc:sldMk cId="0" sldId="315"/>
            <ac:spMk id="93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5:56.034" v="1833" actId="403"/>
          <ac:spMkLst>
            <pc:docMk/>
            <pc:sldMk cId="0" sldId="315"/>
            <ac:spMk id="9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6:49.748" v="215" actId="113"/>
          <ac:spMkLst>
            <pc:docMk/>
            <pc:sldMk cId="0" sldId="315"/>
            <ac:spMk id="93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07.722" v="1836" actId="403"/>
          <ac:spMkLst>
            <pc:docMk/>
            <pc:sldMk cId="0" sldId="315"/>
            <ac:spMk id="9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57:14.967" v="223" actId="113"/>
          <ac:spMkLst>
            <pc:docMk/>
            <pc:sldMk cId="0" sldId="315"/>
            <ac:spMk id="94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30.677" v="1841" actId="403"/>
          <ac:spMkLst>
            <pc:docMk/>
            <pc:sldMk cId="0" sldId="315"/>
            <ac:spMk id="945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07:16.575" v="1863" actId="1036"/>
        <pc:sldMkLst>
          <pc:docMk/>
          <pc:sldMk cId="0" sldId="316"/>
        </pc:sldMkLst>
        <pc:spChg chg="mod">
          <ac:chgData name="Ionut Girbea" userId="140628fa-96ce-4361-bce7-5504303d38b3" providerId="ADAL" clId="{07D332A5-C578-714C-B97C-CD71A5874CF5}" dt="2023-11-16T08:07:09.182" v="1853" actId="1036"/>
          <ac:spMkLst>
            <pc:docMk/>
            <pc:sldMk cId="0" sldId="316"/>
            <ac:spMk id="95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16"/>
            <ac:spMk id="95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7:16.575" v="1863" actId="1036"/>
          <ac:spMkLst>
            <pc:docMk/>
            <pc:sldMk cId="0" sldId="316"/>
            <ac:spMk id="95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6:39.018" v="1842" actId="255"/>
          <ac:spMkLst>
            <pc:docMk/>
            <pc:sldMk cId="0" sldId="316"/>
            <ac:spMk id="956" creationId="{00000000-0000-0000-0000-000000000000}"/>
          </ac:spMkLst>
        </pc:s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16"/>
            <ac:grpSpMk id="4" creationId="{704A8B82-BB70-2ABD-FE4B-6BEBC42E3152}"/>
          </ac:grpSpMkLst>
        </pc:grpChg>
        <pc:picChg chg="mod">
          <ac:chgData name="Ionut Girbea" userId="140628fa-96ce-4361-bce7-5504303d38b3" providerId="ADAL" clId="{07D332A5-C578-714C-B97C-CD71A5874CF5}" dt="2023-11-09T08:39:34.996" v="57"/>
          <ac:picMkLst>
            <pc:docMk/>
            <pc:sldMk cId="0" sldId="316"/>
            <ac:picMk id="952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07:36.549" v="1867" actId="403"/>
        <pc:sldMkLst>
          <pc:docMk/>
          <pc:sldMk cId="0" sldId="317"/>
        </pc:sldMkLst>
        <pc:spChg chg="del">
          <ac:chgData name="Ionut Girbea" userId="140628fa-96ce-4361-bce7-5504303d38b3" providerId="ADAL" clId="{07D332A5-C578-714C-B97C-CD71A5874CF5}" dt="2023-11-16T08:07:29.397" v="1864" actId="478"/>
          <ac:spMkLst>
            <pc:docMk/>
            <pc:sldMk cId="0" sldId="317"/>
            <ac:spMk id="2" creationId="{DE6825AB-3809-DC0C-32DA-66F75E726153}"/>
          </ac:spMkLst>
        </pc:spChg>
        <pc:spChg chg="del">
          <ac:chgData name="Ionut Girbea" userId="140628fa-96ce-4361-bce7-5504303d38b3" providerId="ADAL" clId="{07D332A5-C578-714C-B97C-CD71A5874CF5}" dt="2023-11-16T08:07:29.397" v="1864" actId="478"/>
          <ac:spMkLst>
            <pc:docMk/>
            <pc:sldMk cId="0" sldId="317"/>
            <ac:spMk id="3" creationId="{D66AD942-B2B1-085C-D825-D3539FF8A71E}"/>
          </ac:spMkLst>
        </pc:spChg>
        <pc:spChg chg="add mod">
          <ac:chgData name="Ionut Girbea" userId="140628fa-96ce-4361-bce7-5504303d38b3" providerId="ADAL" clId="{07D332A5-C578-714C-B97C-CD71A5874CF5}" dt="2023-11-16T08:07:32.612" v="1866" actId="207"/>
          <ac:spMkLst>
            <pc:docMk/>
            <pc:sldMk cId="0" sldId="317"/>
            <ac:spMk id="4" creationId="{B0DACC05-0CA7-7A6D-3087-DE56CADB0CA1}"/>
          </ac:spMkLst>
        </pc:spChg>
        <pc:spChg chg="add mod">
          <ac:chgData name="Ionut Girbea" userId="140628fa-96ce-4361-bce7-5504303d38b3" providerId="ADAL" clId="{07D332A5-C578-714C-B97C-CD71A5874CF5}" dt="2023-11-16T08:07:29.776" v="1865"/>
          <ac:spMkLst>
            <pc:docMk/>
            <pc:sldMk cId="0" sldId="317"/>
            <ac:spMk id="5" creationId="{7967CD05-E379-5256-89B3-CA1F0BCEAE72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17"/>
            <ac:spMk id="11" creationId="{56850BC3-002C-3D89-B6FF-032AB3625C16}"/>
          </ac:spMkLst>
        </pc:spChg>
        <pc:spChg chg="mod">
          <ac:chgData name="Ionut Girbea" userId="140628fa-96ce-4361-bce7-5504303d38b3" providerId="ADAL" clId="{07D332A5-C578-714C-B97C-CD71A5874CF5}" dt="2023-11-16T08:07:36.549" v="1867" actId="403"/>
          <ac:spMkLst>
            <pc:docMk/>
            <pc:sldMk cId="0" sldId="317"/>
            <ac:spMk id="12" creationId="{6507D5CA-23AE-1087-9137-D0991EBC1838}"/>
          </ac:spMkLst>
        </pc:s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17"/>
            <ac:grpSpMk id="9" creationId="{3C04EDFB-9661-B65C-36B9-5E17094066F5}"/>
          </ac:grpSpMkLst>
        </pc:grpChg>
        <pc:picChg chg="mod">
          <ac:chgData name="Ionut Girbea" userId="140628fa-96ce-4361-bce7-5504303d38b3" providerId="ADAL" clId="{07D332A5-C578-714C-B97C-CD71A5874CF5}" dt="2023-11-09T08:39:34.996" v="57"/>
          <ac:picMkLst>
            <pc:docMk/>
            <pc:sldMk cId="0" sldId="317"/>
            <ac:picMk id="10" creationId="{56CAB080-0289-627D-3AF8-34D2BC8FF62B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57:48.581" v="2440" actId="404"/>
        <pc:sldMkLst>
          <pc:docMk/>
          <pc:sldMk cId="0" sldId="318"/>
        </pc:sldMkLst>
        <pc:spChg chg="mod">
          <ac:chgData name="Ionut Girbea" userId="140628fa-96ce-4361-bce7-5504303d38b3" providerId="ADAL" clId="{07D332A5-C578-714C-B97C-CD71A5874CF5}" dt="2023-11-16T08:07:51.825" v="1868" actId="255"/>
          <ac:spMkLst>
            <pc:docMk/>
            <pc:sldMk cId="0" sldId="318"/>
            <ac:spMk id="2" creationId="{91182DF3-67C2-BD97-2C72-252DF379DDC1}"/>
          </ac:spMkLst>
        </pc:spChg>
        <pc:spChg chg="mod">
          <ac:chgData name="Ionut Girbea" userId="140628fa-96ce-4361-bce7-5504303d38b3" providerId="ADAL" clId="{07D332A5-C578-714C-B97C-CD71A5874CF5}" dt="2023-11-09T08:59:49.709" v="244" actId="113"/>
          <ac:spMkLst>
            <pc:docMk/>
            <pc:sldMk cId="0" sldId="318"/>
            <ac:spMk id="3" creationId="{D62107C3-9C9B-1595-5697-8E6668C25BA5}"/>
          </ac:spMkLst>
        </pc:spChg>
        <pc:spChg chg="mod">
          <ac:chgData name="Ionut Girbea" userId="140628fa-96ce-4361-bce7-5504303d38b3" providerId="ADAL" clId="{07D332A5-C578-714C-B97C-CD71A5874CF5}" dt="2023-11-16T08:57:32.733" v="2434" actId="404"/>
          <ac:spMkLst>
            <pc:docMk/>
            <pc:sldMk cId="0" sldId="318"/>
            <ac:spMk id="97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19.925" v="2432" actId="255"/>
          <ac:spMkLst>
            <pc:docMk/>
            <pc:sldMk cId="0" sldId="318"/>
            <ac:spMk id="97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05.121" v="2430" actId="207"/>
          <ac:spMkLst>
            <pc:docMk/>
            <pc:sldMk cId="0" sldId="318"/>
            <ac:spMk id="97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48.581" v="2440" actId="404"/>
          <ac:spMkLst>
            <pc:docMk/>
            <pc:sldMk cId="0" sldId="318"/>
            <ac:spMk id="97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43.741" v="2438" actId="404"/>
          <ac:spMkLst>
            <pc:docMk/>
            <pc:sldMk cId="0" sldId="318"/>
            <ac:spMk id="97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7:38.221" v="2436" actId="404"/>
          <ac:spMkLst>
            <pc:docMk/>
            <pc:sldMk cId="0" sldId="318"/>
            <ac:spMk id="977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58:49.343" v="2453" actId="404"/>
        <pc:sldMkLst>
          <pc:docMk/>
          <pc:sldMk cId="0" sldId="319"/>
        </pc:sldMkLst>
        <pc:spChg chg="mod">
          <ac:chgData name="Ionut Girbea" userId="140628fa-96ce-4361-bce7-5504303d38b3" providerId="ADAL" clId="{07D332A5-C578-714C-B97C-CD71A5874CF5}" dt="2023-11-16T08:08:48.475" v="1873" actId="255"/>
          <ac:spMkLst>
            <pc:docMk/>
            <pc:sldMk cId="0" sldId="319"/>
            <ac:spMk id="2" creationId="{BC12C84F-D4A2-9185-5163-983C6463F18B}"/>
          </ac:spMkLst>
        </pc:spChg>
        <pc:spChg chg="mod">
          <ac:chgData name="Ionut Girbea" userId="140628fa-96ce-4361-bce7-5504303d38b3" providerId="ADAL" clId="{07D332A5-C578-714C-B97C-CD71A5874CF5}" dt="2023-11-09T09:00:00.939" v="245" actId="113"/>
          <ac:spMkLst>
            <pc:docMk/>
            <pc:sldMk cId="0" sldId="319"/>
            <ac:spMk id="3" creationId="{5D03C179-A07B-D27D-B454-DB537C276B76}"/>
          </ac:spMkLst>
        </pc:spChg>
        <pc:spChg chg="mod">
          <ac:chgData name="Ionut Girbea" userId="140628fa-96ce-4361-bce7-5504303d38b3" providerId="ADAL" clId="{07D332A5-C578-714C-B97C-CD71A5874CF5}" dt="2023-11-16T08:58:26.694" v="2447" actId="404"/>
          <ac:spMkLst>
            <pc:docMk/>
            <pc:sldMk cId="0" sldId="319"/>
            <ac:spMk id="12" creationId="{BDD2CF2D-95B4-C159-71AD-F3039ABF2F80}"/>
          </ac:spMkLst>
        </pc:spChg>
        <pc:spChg chg="mod">
          <ac:chgData name="Ionut Girbea" userId="140628fa-96ce-4361-bce7-5504303d38b3" providerId="ADAL" clId="{07D332A5-C578-714C-B97C-CD71A5874CF5}" dt="2023-11-16T08:58:19.100" v="2445" actId="404"/>
          <ac:spMkLst>
            <pc:docMk/>
            <pc:sldMk cId="0" sldId="319"/>
            <ac:spMk id="13" creationId="{78C55934-9AB6-4A93-DC5D-9BD5B7E149D7}"/>
          </ac:spMkLst>
        </pc:spChg>
        <pc:spChg chg="mod">
          <ac:chgData name="Ionut Girbea" userId="140628fa-96ce-4361-bce7-5504303d38b3" providerId="ADAL" clId="{07D332A5-C578-714C-B97C-CD71A5874CF5}" dt="2023-11-16T08:58:10.297" v="2443" actId="207"/>
          <ac:spMkLst>
            <pc:docMk/>
            <pc:sldMk cId="0" sldId="319"/>
            <ac:spMk id="14" creationId="{DA189D20-58E2-0EB0-B36E-47E239A6C239}"/>
          </ac:spMkLst>
        </pc:spChg>
        <pc:spChg chg="mod">
          <ac:chgData name="Ionut Girbea" userId="140628fa-96ce-4361-bce7-5504303d38b3" providerId="ADAL" clId="{07D332A5-C578-714C-B97C-CD71A5874CF5}" dt="2023-11-16T08:58:49.343" v="2453" actId="404"/>
          <ac:spMkLst>
            <pc:docMk/>
            <pc:sldMk cId="0" sldId="319"/>
            <ac:spMk id="15" creationId="{CE871D35-4A22-44EF-3B90-C9330A62E3EC}"/>
          </ac:spMkLst>
        </pc:spChg>
        <pc:spChg chg="mod">
          <ac:chgData name="Ionut Girbea" userId="140628fa-96ce-4361-bce7-5504303d38b3" providerId="ADAL" clId="{07D332A5-C578-714C-B97C-CD71A5874CF5}" dt="2023-11-16T08:58:43.599" v="2451" actId="404"/>
          <ac:spMkLst>
            <pc:docMk/>
            <pc:sldMk cId="0" sldId="319"/>
            <ac:spMk id="16" creationId="{CCE2E546-8E77-95FC-5193-F029069E2B09}"/>
          </ac:spMkLst>
        </pc:spChg>
        <pc:spChg chg="mod">
          <ac:chgData name="Ionut Girbea" userId="140628fa-96ce-4361-bce7-5504303d38b3" providerId="ADAL" clId="{07D332A5-C578-714C-B97C-CD71A5874CF5}" dt="2023-11-16T08:58:34.750" v="2449" actId="404"/>
          <ac:spMkLst>
            <pc:docMk/>
            <pc:sldMk cId="0" sldId="319"/>
            <ac:spMk id="17" creationId="{C8918D93-730E-C49E-5A82-1A46D0A599F1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22T09:13:30.779" v="3789" actId="948"/>
        <pc:sldMkLst>
          <pc:docMk/>
          <pc:sldMk cId="0" sldId="320"/>
        </pc:sldMkLst>
        <pc:spChg chg="add mod">
          <ac:chgData name="Ionut Girbea" userId="140628fa-96ce-4361-bce7-5504303d38b3" providerId="ADAL" clId="{07D332A5-C578-714C-B97C-CD71A5874CF5}" dt="2023-11-16T08:08:54.810" v="1874" actId="255"/>
          <ac:spMkLst>
            <pc:docMk/>
            <pc:sldMk cId="0" sldId="320"/>
            <ac:spMk id="2" creationId="{0B795796-9080-33DB-21C0-65C0B20D0A01}"/>
          </ac:spMkLst>
        </pc:spChg>
        <pc:spChg chg="add mod">
          <ac:chgData name="Ionut Girbea" userId="140628fa-96ce-4361-bce7-5504303d38b3" providerId="ADAL" clId="{07D332A5-C578-714C-B97C-CD71A5874CF5}" dt="2023-11-09T09:00:51.703" v="254"/>
          <ac:spMkLst>
            <pc:docMk/>
            <pc:sldMk cId="0" sldId="320"/>
            <ac:spMk id="3" creationId="{38B382FA-CFB6-9B5F-F758-763C3881F861}"/>
          </ac:spMkLst>
        </pc:spChg>
        <pc:spChg chg="del">
          <ac:chgData name="Ionut Girbea" userId="140628fa-96ce-4361-bce7-5504303d38b3" providerId="ADAL" clId="{07D332A5-C578-714C-B97C-CD71A5874CF5}" dt="2023-11-09T09:00:51.396" v="253" actId="478"/>
          <ac:spMkLst>
            <pc:docMk/>
            <pc:sldMk cId="0" sldId="320"/>
            <ac:spMk id="4" creationId="{F9C252E3-C805-60E5-AAE4-CB9F36BF44BC}"/>
          </ac:spMkLst>
        </pc:spChg>
        <pc:spChg chg="del mod">
          <ac:chgData name="Ionut Girbea" userId="140628fa-96ce-4361-bce7-5504303d38b3" providerId="ADAL" clId="{07D332A5-C578-714C-B97C-CD71A5874CF5}" dt="2023-11-09T09:00:51.396" v="253" actId="478"/>
          <ac:spMkLst>
            <pc:docMk/>
            <pc:sldMk cId="0" sldId="320"/>
            <ac:spMk id="5" creationId="{175D8481-260A-0E48-5B26-9F6120D53727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5" creationId="{ED2BA72F-0A62-367F-52DE-EDDE00741A02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6" creationId="{D0D1D613-AD7D-76E4-EE7A-A297596565C5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7" creationId="{52463E2B-B8E5-AE8D-4D4E-3F0EEF651044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8" creationId="{B388EE34-747C-A08A-CF5D-3012C93FAC6D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9" creationId="{E4F7C6EB-B8BC-C9B7-3725-7BBA05A36D37}"/>
          </ac:spMkLst>
        </pc:spChg>
        <pc:spChg chg="mod">
          <ac:chgData name="Ionut Girbea" userId="140628fa-96ce-4361-bce7-5504303d38b3" providerId="ADAL" clId="{07D332A5-C578-714C-B97C-CD71A5874CF5}" dt="2023-11-16T08:59:14.742" v="2457"/>
          <ac:spMkLst>
            <pc:docMk/>
            <pc:sldMk cId="0" sldId="320"/>
            <ac:spMk id="10" creationId="{B6771325-146D-A1F3-D60B-88E6CB94C7EE}"/>
          </ac:spMkLst>
        </pc:spChg>
        <pc:spChg chg="add del mod">
          <ac:chgData name="Ionut Girbea" userId="140628fa-96ce-4361-bce7-5504303d38b3" providerId="ADAL" clId="{07D332A5-C578-714C-B97C-CD71A5874CF5}" dt="2023-11-22T09:13:00.239" v="3783" actId="207"/>
          <ac:spMkLst>
            <pc:docMk/>
            <pc:sldMk cId="0" sldId="320"/>
            <ac:spMk id="998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2:44.122" v="3781" actId="948"/>
          <ac:spMkLst>
            <pc:docMk/>
            <pc:sldMk cId="0" sldId="320"/>
            <ac:spMk id="999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2:33.978" v="3779" actId="207"/>
          <ac:spMkLst>
            <pc:docMk/>
            <pc:sldMk cId="0" sldId="320"/>
            <ac:spMk id="1000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3:30.779" v="3789" actId="948"/>
          <ac:spMkLst>
            <pc:docMk/>
            <pc:sldMk cId="0" sldId="320"/>
            <ac:spMk id="1001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3:20.435" v="3787" actId="948"/>
          <ac:spMkLst>
            <pc:docMk/>
            <pc:sldMk cId="0" sldId="320"/>
            <ac:spMk id="1002" creationId="{00000000-0000-0000-0000-000000000000}"/>
          </ac:spMkLst>
        </pc:spChg>
        <pc:spChg chg="add del mod">
          <ac:chgData name="Ionut Girbea" userId="140628fa-96ce-4361-bce7-5504303d38b3" providerId="ADAL" clId="{07D332A5-C578-714C-B97C-CD71A5874CF5}" dt="2023-11-22T09:13:11.674" v="3785" actId="948"/>
          <ac:spMkLst>
            <pc:docMk/>
            <pc:sldMk cId="0" sldId="320"/>
            <ac:spMk id="1003" creationId="{00000000-0000-0000-0000-000000000000}"/>
          </ac:spMkLst>
        </pc:spChg>
        <pc:grpChg chg="add del mod">
          <ac:chgData name="Ionut Girbea" userId="140628fa-96ce-4361-bce7-5504303d38b3" providerId="ADAL" clId="{07D332A5-C578-714C-B97C-CD71A5874CF5}" dt="2023-11-16T08:59:18.170" v="2458"/>
          <ac:grpSpMkLst>
            <pc:docMk/>
            <pc:sldMk cId="0" sldId="320"/>
            <ac:grpSpMk id="4" creationId="{A14AF276-7F2D-DA62-F570-623FACA1E4C4}"/>
          </ac:grpSpMkLst>
        </pc:grpChg>
        <pc:picChg chg="mod">
          <ac:chgData name="Ionut Girbea" userId="140628fa-96ce-4361-bce7-5504303d38b3" providerId="ADAL" clId="{07D332A5-C578-714C-B97C-CD71A5874CF5}" dt="2023-11-16T12:07:02.165" v="2761" actId="14826"/>
          <ac:picMkLst>
            <pc:docMk/>
            <pc:sldMk cId="0" sldId="320"/>
            <ac:picMk id="100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16.571" v="2762" actId="14826"/>
          <ac:picMkLst>
            <pc:docMk/>
            <pc:sldMk cId="0" sldId="320"/>
            <ac:picMk id="100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24.309" v="2763" actId="14826"/>
          <ac:picMkLst>
            <pc:docMk/>
            <pc:sldMk cId="0" sldId="320"/>
            <ac:picMk id="1006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29.959" v="2764" actId="14826"/>
          <ac:picMkLst>
            <pc:docMk/>
            <pc:sldMk cId="0" sldId="320"/>
            <ac:picMk id="100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36.967" v="2765" actId="14826"/>
          <ac:picMkLst>
            <pc:docMk/>
            <pc:sldMk cId="0" sldId="320"/>
            <ac:picMk id="100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7:48.743" v="2766" actId="14826"/>
          <ac:picMkLst>
            <pc:docMk/>
            <pc:sldMk cId="0" sldId="320"/>
            <ac:picMk id="1009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22T09:14:03.379" v="3795"/>
        <pc:sldMkLst>
          <pc:docMk/>
          <pc:sldMk cId="0" sldId="321"/>
        </pc:sldMkLst>
        <pc:spChg chg="add mod">
          <ac:chgData name="Ionut Girbea" userId="140628fa-96ce-4361-bce7-5504303d38b3" providerId="ADAL" clId="{07D332A5-C578-714C-B97C-CD71A5874CF5}" dt="2023-11-22T09:13:58.756" v="3792"/>
          <ac:spMkLst>
            <pc:docMk/>
            <pc:sldMk cId="0" sldId="321"/>
            <ac:spMk id="2" creationId="{3B1FB259-ECE7-CEC0-3305-C7FB026D1896}"/>
          </ac:spMkLst>
        </pc:spChg>
        <pc:spChg chg="add mod">
          <ac:chgData name="Ionut Girbea" userId="140628fa-96ce-4361-bce7-5504303d38b3" providerId="ADAL" clId="{07D332A5-C578-714C-B97C-CD71A5874CF5}" dt="2023-11-22T09:13:57.333" v="3791"/>
          <ac:spMkLst>
            <pc:docMk/>
            <pc:sldMk cId="0" sldId="321"/>
            <ac:spMk id="3" creationId="{51A8512D-A9D5-C2E9-E117-62FDC39BD20A}"/>
          </ac:spMkLst>
        </pc:spChg>
        <pc:spChg chg="add mod">
          <ac:chgData name="Ionut Girbea" userId="140628fa-96ce-4361-bce7-5504303d38b3" providerId="ADAL" clId="{07D332A5-C578-714C-B97C-CD71A5874CF5}" dt="2023-11-22T09:13:55.987" v="3790"/>
          <ac:spMkLst>
            <pc:docMk/>
            <pc:sldMk cId="0" sldId="321"/>
            <ac:spMk id="4" creationId="{B0899E57-4F48-8E04-EF69-EAA5F359A5F1}"/>
          </ac:spMkLst>
        </pc:spChg>
        <pc:spChg chg="add mod">
          <ac:chgData name="Ionut Girbea" userId="140628fa-96ce-4361-bce7-5504303d38b3" providerId="ADAL" clId="{07D332A5-C578-714C-B97C-CD71A5874CF5}" dt="2023-11-22T09:14:03.379" v="3795"/>
          <ac:spMkLst>
            <pc:docMk/>
            <pc:sldMk cId="0" sldId="321"/>
            <ac:spMk id="5" creationId="{BF434DB0-6C9E-EAF6-1A6F-302879EF9A96}"/>
          </ac:spMkLst>
        </pc:spChg>
        <pc:spChg chg="add mod">
          <ac:chgData name="Ionut Girbea" userId="140628fa-96ce-4361-bce7-5504303d38b3" providerId="ADAL" clId="{07D332A5-C578-714C-B97C-CD71A5874CF5}" dt="2023-11-22T09:14:02.045" v="3794"/>
          <ac:spMkLst>
            <pc:docMk/>
            <pc:sldMk cId="0" sldId="321"/>
            <ac:spMk id="6" creationId="{429CEB00-45EB-573E-93D7-E52289A4718A}"/>
          </ac:spMkLst>
        </pc:spChg>
        <pc:spChg chg="add mod">
          <ac:chgData name="Ionut Girbea" userId="140628fa-96ce-4361-bce7-5504303d38b3" providerId="ADAL" clId="{07D332A5-C578-714C-B97C-CD71A5874CF5}" dt="2023-11-22T09:14:00.474" v="3793"/>
          <ac:spMkLst>
            <pc:docMk/>
            <pc:sldMk cId="0" sldId="321"/>
            <ac:spMk id="7" creationId="{5A840CEE-0B62-62F0-DEF4-901A225B59AE}"/>
          </ac:spMkLst>
        </pc:spChg>
        <pc:spChg chg="mod">
          <ac:chgData name="Ionut Girbea" userId="140628fa-96ce-4361-bce7-5504303d38b3" providerId="ADAL" clId="{07D332A5-C578-714C-B97C-CD71A5874CF5}" dt="2023-11-16T08:09:02.035" v="1875" actId="255"/>
          <ac:spMkLst>
            <pc:docMk/>
            <pc:sldMk cId="0" sldId="321"/>
            <ac:spMk id="10" creationId="{3671CD27-C134-A70A-781A-4E5D7D39815E}"/>
          </ac:spMkLst>
        </pc:spChg>
        <pc:spChg chg="mod">
          <ac:chgData name="Ionut Girbea" userId="140628fa-96ce-4361-bce7-5504303d38b3" providerId="ADAL" clId="{07D332A5-C578-714C-B97C-CD71A5874CF5}" dt="2023-11-09T09:01:34.917" v="262" actId="113"/>
          <ac:spMkLst>
            <pc:docMk/>
            <pc:sldMk cId="0" sldId="321"/>
            <ac:spMk id="11" creationId="{F4A956D8-B7B6-2244-A761-E68EAD90CFBB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6" creationId="{60E1A8FF-7373-7DB0-4661-0EE47EB5B2FC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7" creationId="{5ACECDEA-74AF-5592-1234-DDBF9828F6DA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8" creationId="{8F77AFFC-C7D3-E91D-B916-9DD76E94AD9A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39" creationId="{F373D5BF-CCFD-D731-516C-E2AF6D28D2AD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40" creationId="{F0C45C3E-8918-2E3A-9286-206066CE0C37}"/>
          </ac:spMkLst>
        </pc:spChg>
        <pc:spChg chg="del mod">
          <ac:chgData name="Ionut Girbea" userId="140628fa-96ce-4361-bce7-5504303d38b3" providerId="ADAL" clId="{07D332A5-C578-714C-B97C-CD71A5874CF5}" dt="2023-11-09T09:01:48.155" v="263" actId="478"/>
          <ac:spMkLst>
            <pc:docMk/>
            <pc:sldMk cId="0" sldId="321"/>
            <ac:spMk id="41" creationId="{F6C474E3-44F8-31BC-1E9F-143B9A016D38}"/>
          </ac:spMkLst>
        </pc:spChg>
        <pc:picChg chg="add del mod">
          <ac:chgData name="Ionut Girbea" userId="140628fa-96ce-4361-bce7-5504303d38b3" providerId="ADAL" clId="{07D332A5-C578-714C-B97C-CD71A5874CF5}" dt="2023-11-16T12:08:04.994" v="2767" actId="478"/>
          <ac:picMkLst>
            <pc:docMk/>
            <pc:sldMk cId="0" sldId="321"/>
            <ac:picMk id="8" creationId="{11A8B01C-0AC8-B020-B570-812D15687C71}"/>
          </ac:picMkLst>
        </pc:picChg>
        <pc:picChg chg="add del mod">
          <ac:chgData name="Ionut Girbea" userId="140628fa-96ce-4361-bce7-5504303d38b3" providerId="ADAL" clId="{07D332A5-C578-714C-B97C-CD71A5874CF5}" dt="2023-11-16T12:08:04.994" v="2767" actId="478"/>
          <ac:picMkLst>
            <pc:docMk/>
            <pc:sldMk cId="0" sldId="321"/>
            <ac:picMk id="9" creationId="{753FF68A-4F5D-689F-2784-4678CD0C48C5}"/>
          </ac:picMkLst>
        </pc:picChg>
        <pc:picChg chg="add del mod">
          <ac:chgData name="Ionut Girbea" userId="140628fa-96ce-4361-bce7-5504303d38b3" providerId="ADAL" clId="{07D332A5-C578-714C-B97C-CD71A5874CF5}" dt="2023-11-16T12:08:04.994" v="2767" actId="478"/>
          <ac:picMkLst>
            <pc:docMk/>
            <pc:sldMk cId="0" sldId="321"/>
            <ac:picMk id="12" creationId="{2281D6FF-BB71-4FD0-9D65-5A07134E40B1}"/>
          </ac:picMkLst>
        </pc:picChg>
        <pc:picChg chg="add del mod">
          <ac:chgData name="Ionut Girbea" userId="140628fa-96ce-4361-bce7-5504303d38b3" providerId="ADAL" clId="{07D332A5-C578-714C-B97C-CD71A5874CF5}" dt="2023-11-16T12:08:07.731" v="2768" actId="478"/>
          <ac:picMkLst>
            <pc:docMk/>
            <pc:sldMk cId="0" sldId="321"/>
            <ac:picMk id="13" creationId="{8C8023EC-5594-E984-08D7-00777DCE5275}"/>
          </ac:picMkLst>
        </pc:picChg>
        <pc:picChg chg="add del mod">
          <ac:chgData name="Ionut Girbea" userId="140628fa-96ce-4361-bce7-5504303d38b3" providerId="ADAL" clId="{07D332A5-C578-714C-B97C-CD71A5874CF5}" dt="2023-11-16T12:08:07.731" v="2768" actId="478"/>
          <ac:picMkLst>
            <pc:docMk/>
            <pc:sldMk cId="0" sldId="321"/>
            <ac:picMk id="14" creationId="{47589E2B-D4D7-24DB-56A2-7AAD42E9ABFF}"/>
          </ac:picMkLst>
        </pc:picChg>
        <pc:picChg chg="add del mod">
          <ac:chgData name="Ionut Girbea" userId="140628fa-96ce-4361-bce7-5504303d38b3" providerId="ADAL" clId="{07D332A5-C578-714C-B97C-CD71A5874CF5}" dt="2023-11-16T12:08:07.731" v="2768" actId="478"/>
          <ac:picMkLst>
            <pc:docMk/>
            <pc:sldMk cId="0" sldId="321"/>
            <ac:picMk id="15" creationId="{9940F9CC-2645-0768-FE7D-B57FA240A252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6" creationId="{66300405-79FC-3398-48B8-C8AA5B1F3129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7" creationId="{17CF34E1-482D-1B23-0006-6647AA52B9D4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8" creationId="{6EB09E33-2424-A8B7-DCE4-A3F7A050B974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19" creationId="{B283246E-176C-BCFC-301A-6061841C123E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20" creationId="{FE8384F8-4F93-C86A-3551-BCCC0BA31A61}"/>
          </ac:picMkLst>
        </pc:picChg>
        <pc:picChg chg="add mod">
          <ac:chgData name="Ionut Girbea" userId="140628fa-96ce-4361-bce7-5504303d38b3" providerId="ADAL" clId="{07D332A5-C578-714C-B97C-CD71A5874CF5}" dt="2023-11-16T12:08:08.467" v="2769"/>
          <ac:picMkLst>
            <pc:docMk/>
            <pc:sldMk cId="0" sldId="321"/>
            <ac:picMk id="21" creationId="{FE5E9834-4704-CA67-D3A0-AD6DBAF27BFC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2" creationId="{40ED3996-DAE0-03B4-5E78-91216785125C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3" creationId="{BEBAACB9-E878-0FBF-FE5F-8E20F6842C02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4" creationId="{0ADB2BB6-6A61-47FD-A646-79FA7645FD63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5" creationId="{E2513F0E-DB4D-41EC-84E3-A0F44C677CA8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6" creationId="{BDB6C7C7-A7C8-8A20-7624-69686430633E}"/>
          </ac:picMkLst>
        </pc:picChg>
        <pc:picChg chg="del">
          <ac:chgData name="Ionut Girbea" userId="140628fa-96ce-4361-bce7-5504303d38b3" providerId="ADAL" clId="{07D332A5-C578-714C-B97C-CD71A5874CF5}" dt="2023-11-09T09:01:48.155" v="263" actId="478"/>
          <ac:picMkLst>
            <pc:docMk/>
            <pc:sldMk cId="0" sldId="321"/>
            <ac:picMk id="47" creationId="{97D0FD6C-41A8-C0CA-5064-535262394157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10:27.966" v="1886" actId="20577"/>
        <pc:sldMkLst>
          <pc:docMk/>
          <pc:sldMk cId="0" sldId="322"/>
        </pc:sldMkLst>
        <pc:spChg chg="mod">
          <ac:chgData name="Ionut Girbea" userId="140628fa-96ce-4361-bce7-5504303d38b3" providerId="ADAL" clId="{07D332A5-C578-714C-B97C-CD71A5874CF5}" dt="2023-11-09T12:12:13.335" v="288" actId="113"/>
          <ac:spMkLst>
            <pc:docMk/>
            <pc:sldMk cId="0" sldId="322"/>
            <ac:spMk id="3" creationId="{BAB348DD-458A-8D74-4098-78D7DDF9CF7F}"/>
          </ac:spMkLst>
        </pc:spChg>
        <pc:spChg chg="add mod">
          <ac:chgData name="Ionut Girbea" userId="140628fa-96ce-4361-bce7-5504303d38b3" providerId="ADAL" clId="{07D332A5-C578-714C-B97C-CD71A5874CF5}" dt="2023-11-16T08:10:27.966" v="1886" actId="20577"/>
          <ac:spMkLst>
            <pc:docMk/>
            <pc:sldMk cId="0" sldId="322"/>
            <ac:spMk id="4" creationId="{23561D45-B353-1646-6FA9-FF822BEE910D}"/>
          </ac:spMkLst>
        </pc:spChg>
        <pc:spChg chg="del mod">
          <ac:chgData name="Ionut Girbea" userId="140628fa-96ce-4361-bce7-5504303d38b3" providerId="ADAL" clId="{07D332A5-C578-714C-B97C-CD71A5874CF5}" dt="2023-11-16T08:09:27.602" v="1876" actId="478"/>
          <ac:spMkLst>
            <pc:docMk/>
            <pc:sldMk cId="0" sldId="322"/>
            <ac:spMk id="5" creationId="{EA7372BC-C725-F545-F7FE-662402A59B1C}"/>
          </ac:spMkLst>
        </pc:spChg>
        <pc:spChg chg="add del mod">
          <ac:chgData name="Ionut Girbea" userId="140628fa-96ce-4361-bce7-5504303d38b3" providerId="ADAL" clId="{07D332A5-C578-714C-B97C-CD71A5874CF5}" dt="2023-11-16T08:09:50.704" v="1881" actId="478"/>
          <ac:spMkLst>
            <pc:docMk/>
            <pc:sldMk cId="0" sldId="322"/>
            <ac:spMk id="6" creationId="{6FD5A137-4F62-F4E7-862D-C802EF4BF9C0}"/>
          </ac:spMkLst>
        </pc:spChg>
        <pc:spChg chg="mod">
          <ac:chgData name="Ionut Girbea" userId="140628fa-96ce-4361-bce7-5504303d38b3" providerId="ADAL" clId="{07D332A5-C578-714C-B97C-CD71A5874CF5}" dt="2023-11-16T08:09:35.957" v="1878" actId="255"/>
          <ac:spMkLst>
            <pc:docMk/>
            <pc:sldMk cId="0" sldId="322"/>
            <ac:spMk id="10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9:40.080" v="1879" actId="255"/>
          <ac:spMkLst>
            <pc:docMk/>
            <pc:sldMk cId="0" sldId="322"/>
            <ac:spMk id="10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09:57.025" v="1882" actId="255"/>
          <ac:spMkLst>
            <pc:docMk/>
            <pc:sldMk cId="0" sldId="322"/>
            <ac:spMk id="1039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22T09:14:58.194" v="3805"/>
        <pc:sldMkLst>
          <pc:docMk/>
          <pc:sldMk cId="0" sldId="324"/>
        </pc:sldMkLst>
        <pc:spChg chg="mod">
          <ac:chgData name="Ionut Girbea" userId="140628fa-96ce-4361-bce7-5504303d38b3" providerId="ADAL" clId="{07D332A5-C578-714C-B97C-CD71A5874CF5}" dt="2023-11-16T08:25:02.052" v="1892" actId="255"/>
          <ac:spMkLst>
            <pc:docMk/>
            <pc:sldMk cId="0" sldId="324"/>
            <ac:spMk id="4" creationId="{309C9E64-4D80-C0B0-EF07-500FB126367B}"/>
          </ac:spMkLst>
        </pc:spChg>
        <pc:spChg chg="mod">
          <ac:chgData name="Ionut Girbea" userId="140628fa-96ce-4361-bce7-5504303d38b3" providerId="ADAL" clId="{07D332A5-C578-714C-B97C-CD71A5874CF5}" dt="2023-11-22T09:14:58.194" v="3805"/>
          <ac:spMkLst>
            <pc:docMk/>
            <pc:sldMk cId="0" sldId="324"/>
            <ac:spMk id="10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14:55.080" v="3804"/>
          <ac:spMkLst>
            <pc:docMk/>
            <pc:sldMk cId="0" sldId="324"/>
            <ac:spMk id="10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14:51.629" v="3803" actId="20577"/>
          <ac:spMkLst>
            <pc:docMk/>
            <pc:sldMk cId="0" sldId="324"/>
            <ac:spMk id="106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2:08:42.623" v="2772" actId="14826"/>
          <ac:picMkLst>
            <pc:docMk/>
            <pc:sldMk cId="0" sldId="324"/>
            <ac:picMk id="106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8:34.083" v="2771" actId="14826"/>
          <ac:picMkLst>
            <pc:docMk/>
            <pc:sldMk cId="0" sldId="324"/>
            <ac:picMk id="106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08:24.230" v="2770" actId="14826"/>
          <ac:picMkLst>
            <pc:docMk/>
            <pc:sldMk cId="0" sldId="324"/>
            <ac:picMk id="1065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22T09:14:34.558" v="3801" actId="20577"/>
        <pc:sldMkLst>
          <pc:docMk/>
          <pc:sldMk cId="0" sldId="325"/>
        </pc:sldMkLst>
        <pc:spChg chg="add mod">
          <ac:chgData name="Ionut Girbea" userId="140628fa-96ce-4361-bce7-5504303d38b3" providerId="ADAL" clId="{07D332A5-C578-714C-B97C-CD71A5874CF5}" dt="2023-11-22T09:14:34.558" v="3801" actId="20577"/>
          <ac:spMkLst>
            <pc:docMk/>
            <pc:sldMk cId="0" sldId="325"/>
            <ac:spMk id="2" creationId="{CAF6C066-7A57-7307-80DC-9EAD6DE2D131}"/>
          </ac:spMkLst>
        </pc:spChg>
        <pc:spChg chg="add mod">
          <ac:chgData name="Ionut Girbea" userId="140628fa-96ce-4361-bce7-5504303d38b3" providerId="ADAL" clId="{07D332A5-C578-714C-B97C-CD71A5874CF5}" dt="2023-11-22T09:14:27.711" v="3798" actId="20577"/>
          <ac:spMkLst>
            <pc:docMk/>
            <pc:sldMk cId="0" sldId="325"/>
            <ac:spMk id="3" creationId="{8974E867-1A6E-9A3E-C8C5-83AA2D930270}"/>
          </ac:spMkLst>
        </pc:spChg>
        <pc:spChg chg="add mod">
          <ac:chgData name="Ionut Girbea" userId="140628fa-96ce-4361-bce7-5504303d38b3" providerId="ADAL" clId="{07D332A5-C578-714C-B97C-CD71A5874CF5}" dt="2023-11-22T09:14:29.972" v="3799" actId="20577"/>
          <ac:spMkLst>
            <pc:docMk/>
            <pc:sldMk cId="0" sldId="325"/>
            <ac:spMk id="4" creationId="{9C3A5C75-C98F-4016-9975-D1B990355027}"/>
          </ac:spMkLst>
        </pc:spChg>
        <pc:spChg chg="mod">
          <ac:chgData name="Ionut Girbea" userId="140628fa-96ce-4361-bce7-5504303d38b3" providerId="ADAL" clId="{07D332A5-C578-714C-B97C-CD71A5874CF5}" dt="2023-11-16T08:27:29.843" v="1944" actId="255"/>
          <ac:spMkLst>
            <pc:docMk/>
            <pc:sldMk cId="0" sldId="325"/>
            <ac:spMk id="5" creationId="{F48750EA-5382-1930-7D5A-BE6F948B0A9E}"/>
          </ac:spMkLst>
        </pc:spChg>
        <pc:spChg chg="del mod">
          <ac:chgData name="Ionut Girbea" userId="140628fa-96ce-4361-bce7-5504303d38b3" providerId="ADAL" clId="{07D332A5-C578-714C-B97C-CD71A5874CF5}" dt="2023-11-16T08:27:05.332" v="1941" actId="478"/>
          <ac:spMkLst>
            <pc:docMk/>
            <pc:sldMk cId="0" sldId="325"/>
            <ac:spMk id="12" creationId="{593EAD3F-EEC0-E956-AF87-214641A94842}"/>
          </ac:spMkLst>
        </pc:spChg>
        <pc:spChg chg="del mod">
          <ac:chgData name="Ionut Girbea" userId="140628fa-96ce-4361-bce7-5504303d38b3" providerId="ADAL" clId="{07D332A5-C578-714C-B97C-CD71A5874CF5}" dt="2023-11-16T08:27:05.332" v="1941" actId="478"/>
          <ac:spMkLst>
            <pc:docMk/>
            <pc:sldMk cId="0" sldId="325"/>
            <ac:spMk id="15" creationId="{F149EC54-D1A8-B527-F30D-2E65FB7449C3}"/>
          </ac:spMkLst>
        </pc:spChg>
        <pc:spChg chg="del mod">
          <ac:chgData name="Ionut Girbea" userId="140628fa-96ce-4361-bce7-5504303d38b3" providerId="ADAL" clId="{07D332A5-C578-714C-B97C-CD71A5874CF5}" dt="2023-11-16T08:27:05.332" v="1941" actId="478"/>
          <ac:spMkLst>
            <pc:docMk/>
            <pc:sldMk cId="0" sldId="325"/>
            <ac:spMk id="16" creationId="{9D212102-5F29-193E-25C3-BBBCA8B752AD}"/>
          </ac:spMkLst>
        </pc:spChg>
        <pc:picChg chg="add mod">
          <ac:chgData name="Ionut Girbea" userId="140628fa-96ce-4361-bce7-5504303d38b3" providerId="ADAL" clId="{07D332A5-C578-714C-B97C-CD71A5874CF5}" dt="2023-11-16T12:08:54.066" v="2774"/>
          <ac:picMkLst>
            <pc:docMk/>
            <pc:sldMk cId="0" sldId="325"/>
            <ac:picMk id="6" creationId="{E8504EDA-B7DA-CF45-382F-8CB72E36B374}"/>
          </ac:picMkLst>
        </pc:picChg>
        <pc:picChg chg="add mod">
          <ac:chgData name="Ionut Girbea" userId="140628fa-96ce-4361-bce7-5504303d38b3" providerId="ADAL" clId="{07D332A5-C578-714C-B97C-CD71A5874CF5}" dt="2023-11-16T12:08:54.066" v="2774"/>
          <ac:picMkLst>
            <pc:docMk/>
            <pc:sldMk cId="0" sldId="325"/>
            <ac:picMk id="7" creationId="{4426EE4B-8B86-3EC8-4BBD-9CDED911E58E}"/>
          </ac:picMkLst>
        </pc:picChg>
        <pc:picChg chg="add mod">
          <ac:chgData name="Ionut Girbea" userId="140628fa-96ce-4361-bce7-5504303d38b3" providerId="ADAL" clId="{07D332A5-C578-714C-B97C-CD71A5874CF5}" dt="2023-11-16T12:08:54.066" v="2774"/>
          <ac:picMkLst>
            <pc:docMk/>
            <pc:sldMk cId="0" sldId="325"/>
            <ac:picMk id="8" creationId="{F8788F8A-EAC0-EED6-5890-8F7E6C6D8DDF}"/>
          </ac:picMkLst>
        </pc:picChg>
        <pc:picChg chg="del">
          <ac:chgData name="Ionut Girbea" userId="140628fa-96ce-4361-bce7-5504303d38b3" providerId="ADAL" clId="{07D332A5-C578-714C-B97C-CD71A5874CF5}" dt="2023-11-16T12:08:53.383" v="2773" actId="478"/>
          <ac:picMkLst>
            <pc:docMk/>
            <pc:sldMk cId="0" sldId="325"/>
            <ac:picMk id="13" creationId="{48ADB4F2-F92D-3C42-BC92-D1A38CB459B1}"/>
          </ac:picMkLst>
        </pc:picChg>
        <pc:picChg chg="del">
          <ac:chgData name="Ionut Girbea" userId="140628fa-96ce-4361-bce7-5504303d38b3" providerId="ADAL" clId="{07D332A5-C578-714C-B97C-CD71A5874CF5}" dt="2023-11-16T12:08:53.383" v="2773" actId="478"/>
          <ac:picMkLst>
            <pc:docMk/>
            <pc:sldMk cId="0" sldId="325"/>
            <ac:picMk id="14" creationId="{619C54F6-2F80-37F2-A5D9-13ACE08F482F}"/>
          </ac:picMkLst>
        </pc:picChg>
        <pc:picChg chg="del">
          <ac:chgData name="Ionut Girbea" userId="140628fa-96ce-4361-bce7-5504303d38b3" providerId="ADAL" clId="{07D332A5-C578-714C-B97C-CD71A5874CF5}" dt="2023-11-16T12:08:53.383" v="2773" actId="478"/>
          <ac:picMkLst>
            <pc:docMk/>
            <pc:sldMk cId="0" sldId="325"/>
            <ac:picMk id="17" creationId="{B6C4BB72-27B0-560C-92A8-829D82468F8E}"/>
          </ac:picMkLst>
        </pc:picChg>
      </pc:sldChg>
      <pc:sldChg chg="modSp mod modNotes">
        <pc:chgData name="Ionut Girbea" userId="140628fa-96ce-4361-bce7-5504303d38b3" providerId="ADAL" clId="{07D332A5-C578-714C-B97C-CD71A5874CF5}" dt="2023-11-22T09:09:51.760" v="3759" actId="948"/>
        <pc:sldMkLst>
          <pc:docMk/>
          <pc:sldMk cId="0" sldId="326"/>
        </pc:sldMkLst>
        <pc:spChg chg="mod">
          <ac:chgData name="Ionut Girbea" userId="140628fa-96ce-4361-bce7-5504303d38b3" providerId="ADAL" clId="{07D332A5-C578-714C-B97C-CD71A5874CF5}" dt="2023-11-22T09:08:32.053" v="3745" actId="948"/>
          <ac:spMkLst>
            <pc:docMk/>
            <pc:sldMk cId="0" sldId="326"/>
            <ac:spMk id="4" creationId="{A9EDCFD9-BADE-524F-9E34-F35126546A25}"/>
          </ac:spMkLst>
        </pc:spChg>
        <pc:spChg chg="mod">
          <ac:chgData name="Ionut Girbea" userId="140628fa-96ce-4361-bce7-5504303d38b3" providerId="ADAL" clId="{07D332A5-C578-714C-B97C-CD71A5874CF5}" dt="2023-11-22T09:09:16.829" v="3751" actId="207"/>
          <ac:spMkLst>
            <pc:docMk/>
            <pc:sldMk cId="0" sldId="326"/>
            <ac:spMk id="5" creationId="{F21F7009-1570-6089-9B61-FF8F63F9B319}"/>
          </ac:spMkLst>
        </pc:spChg>
        <pc:spChg chg="mod">
          <ac:chgData name="Ionut Girbea" userId="140628fa-96ce-4361-bce7-5504303d38b3" providerId="ADAL" clId="{07D332A5-C578-714C-B97C-CD71A5874CF5}" dt="2023-11-22T09:09:42.846" v="3757" actId="948"/>
          <ac:spMkLst>
            <pc:docMk/>
            <pc:sldMk cId="0" sldId="326"/>
            <ac:spMk id="6" creationId="{F2F70313-4260-189D-01A3-A8559EA4FEFE}"/>
          </ac:spMkLst>
        </pc:spChg>
        <pc:spChg chg="mod">
          <ac:chgData name="Ionut Girbea" userId="140628fa-96ce-4361-bce7-5504303d38b3" providerId="ADAL" clId="{07D332A5-C578-714C-B97C-CD71A5874CF5}" dt="2023-11-22T09:08:41.815" v="3747" actId="207"/>
          <ac:spMkLst>
            <pc:docMk/>
            <pc:sldMk cId="0" sldId="326"/>
            <ac:spMk id="8" creationId="{A17D7F1A-7508-B609-557D-45D52C98795D}"/>
          </ac:spMkLst>
        </pc:spChg>
        <pc:spChg chg="mod">
          <ac:chgData name="Ionut Girbea" userId="140628fa-96ce-4361-bce7-5504303d38b3" providerId="ADAL" clId="{07D332A5-C578-714C-B97C-CD71A5874CF5}" dt="2023-11-22T09:09:24.852" v="3753" actId="948"/>
          <ac:spMkLst>
            <pc:docMk/>
            <pc:sldMk cId="0" sldId="326"/>
            <ac:spMk id="9" creationId="{204456A4-61E0-760A-2D36-183C8E0BF495}"/>
          </ac:spMkLst>
        </pc:spChg>
        <pc:spChg chg="mod">
          <ac:chgData name="Ionut Girbea" userId="140628fa-96ce-4361-bce7-5504303d38b3" providerId="ADAL" clId="{07D332A5-C578-714C-B97C-CD71A5874CF5}" dt="2023-11-22T09:09:51.760" v="3759" actId="948"/>
          <ac:spMkLst>
            <pc:docMk/>
            <pc:sldMk cId="0" sldId="326"/>
            <ac:spMk id="10" creationId="{52784B9F-E865-5DBA-ECF0-2C85939BFB6E}"/>
          </ac:spMkLst>
        </pc:spChg>
        <pc:spChg chg="mod">
          <ac:chgData name="Ionut Girbea" userId="140628fa-96ce-4361-bce7-5504303d38b3" providerId="ADAL" clId="{07D332A5-C578-714C-B97C-CD71A5874CF5}" dt="2023-11-22T09:08:22.143" v="3743" actId="948"/>
          <ac:spMkLst>
            <pc:docMk/>
            <pc:sldMk cId="0" sldId="326"/>
            <ac:spMk id="10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08:57.261" v="3749" actId="207"/>
          <ac:spMkLst>
            <pc:docMk/>
            <pc:sldMk cId="0" sldId="326"/>
            <ac:spMk id="10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22T09:09:34.103" v="3755" actId="948"/>
          <ac:spMkLst>
            <pc:docMk/>
            <pc:sldMk cId="0" sldId="326"/>
            <ac:spMk id="10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12:24.961" v="290" actId="113"/>
          <ac:spMkLst>
            <pc:docMk/>
            <pc:sldMk cId="0" sldId="326"/>
            <ac:spMk id="1094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2:09:06.287" v="2775" actId="14826"/>
          <ac:picMkLst>
            <pc:docMk/>
            <pc:sldMk cId="0" sldId="326"/>
            <ac:picMk id="1095" creationId="{00000000-0000-0000-0000-00000000000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22T09:11:38.613" v="3777" actId="948"/>
        <pc:sldMkLst>
          <pc:docMk/>
          <pc:sldMk cId="0" sldId="327"/>
        </pc:sldMkLst>
        <pc:spChg chg="add mod">
          <ac:chgData name="Ionut Girbea" userId="140628fa-96ce-4361-bce7-5504303d38b3" providerId="ADAL" clId="{07D332A5-C578-714C-B97C-CD71A5874CF5}" dt="2023-11-22T09:10:16.705" v="3761" actId="948"/>
          <ac:spMkLst>
            <pc:docMk/>
            <pc:sldMk cId="0" sldId="327"/>
            <ac:spMk id="2" creationId="{C756E66E-D72B-1FAD-CF43-059DF524E9CC}"/>
          </ac:spMkLst>
        </pc:spChg>
        <pc:spChg chg="add mod">
          <ac:chgData name="Ionut Girbea" userId="140628fa-96ce-4361-bce7-5504303d38b3" providerId="ADAL" clId="{07D332A5-C578-714C-B97C-CD71A5874CF5}" dt="2023-11-22T09:11:09.614" v="3771" actId="207"/>
          <ac:spMkLst>
            <pc:docMk/>
            <pc:sldMk cId="0" sldId="327"/>
            <ac:spMk id="3" creationId="{E9336699-5A82-2C8E-BA42-CCD0C591FA5A}"/>
          </ac:spMkLst>
        </pc:spChg>
        <pc:spChg chg="add mod">
          <ac:chgData name="Ionut Girbea" userId="140628fa-96ce-4361-bce7-5504303d38b3" providerId="ADAL" clId="{07D332A5-C578-714C-B97C-CD71A5874CF5}" dt="2023-11-22T09:11:19.924" v="3773" actId="948"/>
          <ac:spMkLst>
            <pc:docMk/>
            <pc:sldMk cId="0" sldId="327"/>
            <ac:spMk id="4" creationId="{0AE289E8-69CA-EDF9-B891-1A6A7BF4540F}"/>
          </ac:spMkLst>
        </pc:spChg>
        <pc:spChg chg="add mod">
          <ac:chgData name="Ionut Girbea" userId="140628fa-96ce-4361-bce7-5504303d38b3" providerId="ADAL" clId="{07D332A5-C578-714C-B97C-CD71A5874CF5}" dt="2023-11-22T09:10:26.655" v="3763" actId="948"/>
          <ac:spMkLst>
            <pc:docMk/>
            <pc:sldMk cId="0" sldId="327"/>
            <ac:spMk id="5" creationId="{914BCB04-3566-DE23-2EB8-34650FA0A264}"/>
          </ac:spMkLst>
        </pc:spChg>
        <pc:spChg chg="add mod">
          <ac:chgData name="Ionut Girbea" userId="140628fa-96ce-4361-bce7-5504303d38b3" providerId="ADAL" clId="{07D332A5-C578-714C-B97C-CD71A5874CF5}" dt="2023-11-22T09:11:06.617" v="3770" actId="207"/>
          <ac:spMkLst>
            <pc:docMk/>
            <pc:sldMk cId="0" sldId="327"/>
            <ac:spMk id="6" creationId="{30F76FFD-3EFF-22BB-07C4-15AE07309CB6}"/>
          </ac:spMkLst>
        </pc:spChg>
        <pc:spChg chg="add mod">
          <ac:chgData name="Ionut Girbea" userId="140628fa-96ce-4361-bce7-5504303d38b3" providerId="ADAL" clId="{07D332A5-C578-714C-B97C-CD71A5874CF5}" dt="2023-11-22T09:11:28.963" v="3775" actId="948"/>
          <ac:spMkLst>
            <pc:docMk/>
            <pc:sldMk cId="0" sldId="327"/>
            <ac:spMk id="7" creationId="{F711D79A-F59A-8D5E-BD34-8F2FD8F31C1C}"/>
          </ac:spMkLst>
        </pc:spChg>
        <pc:spChg chg="add mod">
          <ac:chgData name="Ionut Girbea" userId="140628fa-96ce-4361-bce7-5504303d38b3" providerId="ADAL" clId="{07D332A5-C578-714C-B97C-CD71A5874CF5}" dt="2023-11-22T09:10:39.328" v="3765" actId="948"/>
          <ac:spMkLst>
            <pc:docMk/>
            <pc:sldMk cId="0" sldId="327"/>
            <ac:spMk id="8" creationId="{AE2A256D-E45C-77A4-CE26-53DB5B109086}"/>
          </ac:spMkLst>
        </pc:spChg>
        <pc:spChg chg="add mod">
          <ac:chgData name="Ionut Girbea" userId="140628fa-96ce-4361-bce7-5504303d38b3" providerId="ADAL" clId="{07D332A5-C578-714C-B97C-CD71A5874CF5}" dt="2023-11-22T09:11:03.846" v="3769" actId="207"/>
          <ac:spMkLst>
            <pc:docMk/>
            <pc:sldMk cId="0" sldId="327"/>
            <ac:spMk id="9" creationId="{F9D14EC4-407C-58B8-825C-C60E612A275A}"/>
          </ac:spMkLst>
        </pc:spChg>
        <pc:spChg chg="add mod">
          <ac:chgData name="Ionut Girbea" userId="140628fa-96ce-4361-bce7-5504303d38b3" providerId="ADAL" clId="{07D332A5-C578-714C-B97C-CD71A5874CF5}" dt="2023-11-22T09:11:38.613" v="3777" actId="948"/>
          <ac:spMkLst>
            <pc:docMk/>
            <pc:sldMk cId="0" sldId="327"/>
            <ac:spMk id="10" creationId="{88B0CAD1-03C8-FDB8-6F31-0C08490C1C9F}"/>
          </ac:spMkLst>
        </pc:spChg>
        <pc:spChg chg="mod">
          <ac:chgData name="Ionut Girbea" userId="140628fa-96ce-4361-bce7-5504303d38b3" providerId="ADAL" clId="{07D332A5-C578-714C-B97C-CD71A5874CF5}" dt="2023-11-09T12:12:30.432" v="291" actId="113"/>
          <ac:spMkLst>
            <pc:docMk/>
            <pc:sldMk cId="0" sldId="327"/>
            <ac:spMk id="20" creationId="{0D124FC7-CF28-9949-5B80-E3BEB863FC63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0" creationId="{9D20F680-1387-1F09-1F6A-0727CD7873D1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1" creationId="{73091500-50DC-6D8A-5FA1-6DA3CBFEDCA8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2" creationId="{EA3BE020-83C4-A171-8D76-6722330D6042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3" creationId="{E511056E-52FD-3C22-C52F-D64BAA20C2DE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4" creationId="{6BB14CD9-C9C4-C983-6321-4EB74D75160C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5" creationId="{55730F78-81F7-6448-C97D-0246DFACA3FC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6" creationId="{04092F21-CCF4-6E45-AAE7-3E4DCF8260CF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7" creationId="{6A0C1B42-A526-E53C-FCD7-28869B99A72A}"/>
          </ac:spMkLst>
        </pc:spChg>
        <pc:spChg chg="del mod">
          <ac:chgData name="Ionut Girbea" userId="140628fa-96ce-4361-bce7-5504303d38b3" providerId="ADAL" clId="{07D332A5-C578-714C-B97C-CD71A5874CF5}" dt="2023-11-16T09:03:19.866" v="2511" actId="478"/>
          <ac:spMkLst>
            <pc:docMk/>
            <pc:sldMk cId="0" sldId="327"/>
            <ac:spMk id="38" creationId="{2E460DFA-0253-D6CB-1C76-A3755333D39A}"/>
          </ac:spMkLst>
        </pc:spChg>
        <pc:picChg chg="add mod">
          <ac:chgData name="Ionut Girbea" userId="140628fa-96ce-4361-bce7-5504303d38b3" providerId="ADAL" clId="{07D332A5-C578-714C-B97C-CD71A5874CF5}" dt="2023-11-16T12:09:10.383" v="2777"/>
          <ac:picMkLst>
            <pc:docMk/>
            <pc:sldMk cId="0" sldId="327"/>
            <ac:picMk id="11" creationId="{005E99C6-E5FE-BEB2-7FF5-673E9E1CA643}"/>
          </ac:picMkLst>
        </pc:picChg>
        <pc:picChg chg="del">
          <ac:chgData name="Ionut Girbea" userId="140628fa-96ce-4361-bce7-5504303d38b3" providerId="ADAL" clId="{07D332A5-C578-714C-B97C-CD71A5874CF5}" dt="2023-11-16T12:09:09.769" v="2776" actId="478"/>
          <ac:picMkLst>
            <pc:docMk/>
            <pc:sldMk cId="0" sldId="327"/>
            <ac:picMk id="21" creationId="{EB87BD3D-2A84-1698-4E91-14F594E8383C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12:10:39.044" v="2790" actId="14826"/>
        <pc:sldMkLst>
          <pc:docMk/>
          <pc:sldMk cId="0" sldId="328"/>
        </pc:sldMkLst>
        <pc:spChg chg="mod">
          <ac:chgData name="Ionut Girbea" userId="140628fa-96ce-4361-bce7-5504303d38b3" providerId="ADAL" clId="{07D332A5-C578-714C-B97C-CD71A5874CF5}" dt="2023-11-09T12:12:36.461" v="292" actId="113"/>
          <ac:spMkLst>
            <pc:docMk/>
            <pc:sldMk cId="0" sldId="328"/>
            <ac:spMk id="4" creationId="{5EBCB0F8-841A-A446-2362-3E0C0F981EA5}"/>
          </ac:spMkLst>
        </pc:spChg>
        <pc:spChg chg="mod topLvl">
          <ac:chgData name="Ionut Girbea" userId="140628fa-96ce-4361-bce7-5504303d38b3" providerId="ADAL" clId="{07D332A5-C578-714C-B97C-CD71A5874CF5}" dt="2023-11-16T12:09:42.544" v="2783" actId="165"/>
          <ac:spMkLst>
            <pc:docMk/>
            <pc:sldMk cId="0" sldId="328"/>
            <ac:spMk id="1124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2.544" v="2783" actId="165"/>
          <ac:spMkLst>
            <pc:docMk/>
            <pc:sldMk cId="0" sldId="328"/>
            <ac:spMk id="1125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2.544" v="2783" actId="165"/>
          <ac:spMkLst>
            <pc:docMk/>
            <pc:sldMk cId="0" sldId="328"/>
            <ac:spMk id="1126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6.194" v="2784" actId="165"/>
          <ac:spMkLst>
            <pc:docMk/>
            <pc:sldMk cId="0" sldId="328"/>
            <ac:spMk id="1129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6.194" v="2784" actId="165"/>
          <ac:spMkLst>
            <pc:docMk/>
            <pc:sldMk cId="0" sldId="328"/>
            <ac:spMk id="1130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46.194" v="2784" actId="165"/>
          <ac:spMkLst>
            <pc:docMk/>
            <pc:sldMk cId="0" sldId="328"/>
            <ac:spMk id="1131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1.076" v="2785" actId="165"/>
          <ac:spMkLst>
            <pc:docMk/>
            <pc:sldMk cId="0" sldId="328"/>
            <ac:spMk id="1134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1.076" v="2785" actId="165"/>
          <ac:spMkLst>
            <pc:docMk/>
            <pc:sldMk cId="0" sldId="328"/>
            <ac:spMk id="1135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1.076" v="2785" actId="165"/>
          <ac:spMkLst>
            <pc:docMk/>
            <pc:sldMk cId="0" sldId="328"/>
            <ac:spMk id="1136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5.379" v="2786" actId="165"/>
          <ac:spMkLst>
            <pc:docMk/>
            <pc:sldMk cId="0" sldId="328"/>
            <ac:spMk id="1139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5.379" v="2786" actId="165"/>
          <ac:spMkLst>
            <pc:docMk/>
            <pc:sldMk cId="0" sldId="328"/>
            <ac:spMk id="1140" creationId="{00000000-0000-0000-0000-000000000000}"/>
          </ac:spMkLst>
        </pc:spChg>
        <pc:spChg chg="mod topLvl">
          <ac:chgData name="Ionut Girbea" userId="140628fa-96ce-4361-bce7-5504303d38b3" providerId="ADAL" clId="{07D332A5-C578-714C-B97C-CD71A5874CF5}" dt="2023-11-16T12:09:55.379" v="2786" actId="165"/>
          <ac:spMkLst>
            <pc:docMk/>
            <pc:sldMk cId="0" sldId="328"/>
            <ac:spMk id="1141" creationId="{00000000-0000-0000-0000-000000000000}"/>
          </ac:spMkLst>
        </pc:spChg>
        <pc:grpChg chg="add mod">
          <ac:chgData name="Ionut Girbea" userId="140628fa-96ce-4361-bce7-5504303d38b3" providerId="ADAL" clId="{07D332A5-C578-714C-B97C-CD71A5874CF5}" dt="2023-11-16T12:09:39.476" v="2782" actId="338"/>
          <ac:grpSpMkLst>
            <pc:docMk/>
            <pc:sldMk cId="0" sldId="328"/>
            <ac:grpSpMk id="3" creationId="{7FCA8623-DE71-07E9-F87C-521044A5832C}"/>
          </ac:grpSpMkLst>
        </pc:grpChg>
        <pc:grpChg chg="del mod topLvl">
          <ac:chgData name="Ionut Girbea" userId="140628fa-96ce-4361-bce7-5504303d38b3" providerId="ADAL" clId="{07D332A5-C578-714C-B97C-CD71A5874CF5}" dt="2023-11-16T12:09:42.544" v="2783" actId="165"/>
          <ac:grpSpMkLst>
            <pc:docMk/>
            <pc:sldMk cId="0" sldId="328"/>
            <ac:grpSpMk id="1128" creationId="{00000000-0000-0000-0000-000000000000}"/>
          </ac:grpSpMkLst>
        </pc:grpChg>
        <pc:grpChg chg="del mod topLvl">
          <ac:chgData name="Ionut Girbea" userId="140628fa-96ce-4361-bce7-5504303d38b3" providerId="ADAL" clId="{07D332A5-C578-714C-B97C-CD71A5874CF5}" dt="2023-11-16T12:09:46.194" v="2784" actId="165"/>
          <ac:grpSpMkLst>
            <pc:docMk/>
            <pc:sldMk cId="0" sldId="328"/>
            <ac:grpSpMk id="1133" creationId="{00000000-0000-0000-0000-000000000000}"/>
          </ac:grpSpMkLst>
        </pc:grpChg>
        <pc:grpChg chg="del mod topLvl">
          <ac:chgData name="Ionut Girbea" userId="140628fa-96ce-4361-bce7-5504303d38b3" providerId="ADAL" clId="{07D332A5-C578-714C-B97C-CD71A5874CF5}" dt="2023-11-16T12:09:51.076" v="2785" actId="165"/>
          <ac:grpSpMkLst>
            <pc:docMk/>
            <pc:sldMk cId="0" sldId="328"/>
            <ac:grpSpMk id="1138" creationId="{00000000-0000-0000-0000-000000000000}"/>
          </ac:grpSpMkLst>
        </pc:grpChg>
        <pc:grpChg chg="del mod topLvl">
          <ac:chgData name="Ionut Girbea" userId="140628fa-96ce-4361-bce7-5504303d38b3" providerId="ADAL" clId="{07D332A5-C578-714C-B97C-CD71A5874CF5}" dt="2023-11-16T12:09:55.379" v="2786" actId="165"/>
          <ac:grpSpMkLst>
            <pc:docMk/>
            <pc:sldMk cId="0" sldId="328"/>
            <ac:grpSpMk id="1143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16T12:09:33.015" v="2780" actId="165"/>
          <ac:grpSpMkLst>
            <pc:docMk/>
            <pc:sldMk cId="0" sldId="328"/>
            <ac:grpSpMk id="1144" creationId="{00000000-0000-0000-0000-000000000000}"/>
          </ac:grpSpMkLst>
        </pc:grpChg>
        <pc:picChg chg="add mod">
          <ac:chgData name="Ionut Girbea" userId="140628fa-96ce-4361-bce7-5504303d38b3" providerId="ADAL" clId="{07D332A5-C578-714C-B97C-CD71A5874CF5}" dt="2023-11-16T12:09:14.712" v="2779"/>
          <ac:picMkLst>
            <pc:docMk/>
            <pc:sldMk cId="0" sldId="328"/>
            <ac:picMk id="2" creationId="{6A768D6A-5164-1B2E-99DC-9AF2292BFD2A}"/>
          </ac:picMkLst>
        </pc:picChg>
        <pc:picChg chg="del">
          <ac:chgData name="Ionut Girbea" userId="140628fa-96ce-4361-bce7-5504303d38b3" providerId="ADAL" clId="{07D332A5-C578-714C-B97C-CD71A5874CF5}" dt="2023-11-16T12:09:14.099" v="2778" actId="478"/>
          <ac:picMkLst>
            <pc:docMk/>
            <pc:sldMk cId="0" sldId="328"/>
            <ac:picMk id="5" creationId="{4E1E7446-C7EE-1B65-6DCC-38AA8E7B82CE}"/>
          </ac:picMkLst>
        </pc:picChg>
        <pc:picChg chg="mod topLvl">
          <ac:chgData name="Ionut Girbea" userId="140628fa-96ce-4361-bce7-5504303d38b3" providerId="ADAL" clId="{07D332A5-C578-714C-B97C-CD71A5874CF5}" dt="2023-11-16T12:10:12.998" v="2787" actId="14826"/>
          <ac:picMkLst>
            <pc:docMk/>
            <pc:sldMk cId="0" sldId="328"/>
            <ac:picMk id="1127" creationId="{00000000-0000-0000-0000-000000000000}"/>
          </ac:picMkLst>
        </pc:picChg>
        <pc:picChg chg="mod topLvl">
          <ac:chgData name="Ionut Girbea" userId="140628fa-96ce-4361-bce7-5504303d38b3" providerId="ADAL" clId="{07D332A5-C578-714C-B97C-CD71A5874CF5}" dt="2023-11-16T12:10:30.297" v="2789" actId="14826"/>
          <ac:picMkLst>
            <pc:docMk/>
            <pc:sldMk cId="0" sldId="328"/>
            <ac:picMk id="1132" creationId="{00000000-0000-0000-0000-000000000000}"/>
          </ac:picMkLst>
        </pc:picChg>
        <pc:picChg chg="mod topLvl">
          <ac:chgData name="Ionut Girbea" userId="140628fa-96ce-4361-bce7-5504303d38b3" providerId="ADAL" clId="{07D332A5-C578-714C-B97C-CD71A5874CF5}" dt="2023-11-16T12:10:19.342" v="2788" actId="14826"/>
          <ac:picMkLst>
            <pc:docMk/>
            <pc:sldMk cId="0" sldId="328"/>
            <ac:picMk id="1137" creationId="{00000000-0000-0000-0000-000000000000}"/>
          </ac:picMkLst>
        </pc:picChg>
        <pc:picChg chg="mod topLvl">
          <ac:chgData name="Ionut Girbea" userId="140628fa-96ce-4361-bce7-5504303d38b3" providerId="ADAL" clId="{07D332A5-C578-714C-B97C-CD71A5874CF5}" dt="2023-11-16T12:10:39.044" v="2790" actId="14826"/>
          <ac:picMkLst>
            <pc:docMk/>
            <pc:sldMk cId="0" sldId="328"/>
            <ac:picMk id="1142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29:25.829" v="1956" actId="20577"/>
        <pc:sldMkLst>
          <pc:docMk/>
          <pc:sldMk cId="0" sldId="329"/>
        </pc:sldMkLst>
        <pc:spChg chg="mod">
          <ac:chgData name="Ionut Girbea" userId="140628fa-96ce-4361-bce7-5504303d38b3" providerId="ADAL" clId="{07D332A5-C578-714C-B97C-CD71A5874CF5}" dt="2023-11-09T12:12:47.847" v="293" actId="113"/>
          <ac:spMkLst>
            <pc:docMk/>
            <pc:sldMk cId="0" sldId="329"/>
            <ac:spMk id="3" creationId="{FD1248A7-D55A-2C71-1668-0CF19E350632}"/>
          </ac:spMkLst>
        </pc:spChg>
        <pc:spChg chg="mod">
          <ac:chgData name="Ionut Girbea" userId="140628fa-96ce-4361-bce7-5504303d38b3" providerId="ADAL" clId="{07D332A5-C578-714C-B97C-CD71A5874CF5}" dt="2023-11-16T08:29:25.829" v="1956" actId="20577"/>
          <ac:spMkLst>
            <pc:docMk/>
            <pc:sldMk cId="0" sldId="329"/>
            <ac:spMk id="6" creationId="{090F2FBC-139F-3688-BE14-5677EDEEDC84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8:30:54.909" v="1969" actId="404"/>
        <pc:sldMkLst>
          <pc:docMk/>
          <pc:sldMk cId="0" sldId="330"/>
        </pc:sldMkLst>
        <pc:spChg chg="add mod">
          <ac:chgData name="Ionut Girbea" userId="140628fa-96ce-4361-bce7-5504303d38b3" providerId="ADAL" clId="{07D332A5-C578-714C-B97C-CD71A5874CF5}" dt="2023-11-16T08:29:32.516" v="1958"/>
          <ac:spMkLst>
            <pc:docMk/>
            <pc:sldMk cId="0" sldId="330"/>
            <ac:spMk id="2" creationId="{3C70E2E3-E72F-816D-FF85-A4606E9B2AE8}"/>
          </ac:spMkLst>
        </pc:spChg>
        <pc:spChg chg="add del mod">
          <ac:chgData name="Ionut Girbea" userId="140628fa-96ce-4361-bce7-5504303d38b3" providerId="ADAL" clId="{07D332A5-C578-714C-B97C-CD71A5874CF5}" dt="2023-11-16T08:29:44.281" v="1960"/>
          <ac:spMkLst>
            <pc:docMk/>
            <pc:sldMk cId="0" sldId="330"/>
            <ac:spMk id="3" creationId="{7102069A-9D50-D109-8C51-07844B5F2DC9}"/>
          </ac:spMkLst>
        </pc:spChg>
        <pc:spChg chg="mod">
          <ac:chgData name="Ionut Girbea" userId="140628fa-96ce-4361-bce7-5504303d38b3" providerId="ADAL" clId="{07D332A5-C578-714C-B97C-CD71A5874CF5}" dt="2023-11-09T12:18:55.605" v="321" actId="113"/>
          <ac:spMkLst>
            <pc:docMk/>
            <pc:sldMk cId="0" sldId="330"/>
            <ac:spMk id="6" creationId="{3B36A9A8-4A46-580C-6E2E-69B0DC96D8B5}"/>
          </ac:spMkLst>
        </pc:spChg>
        <pc:spChg chg="del mod">
          <ac:chgData name="Ionut Girbea" userId="140628fa-96ce-4361-bce7-5504303d38b3" providerId="ADAL" clId="{07D332A5-C578-714C-B97C-CD71A5874CF5}" dt="2023-11-16T08:29:31.805" v="1957" actId="478"/>
          <ac:spMkLst>
            <pc:docMk/>
            <pc:sldMk cId="0" sldId="330"/>
            <ac:spMk id="8" creationId="{2BE79B81-6AE5-3781-4E3C-BAB1A378C6C9}"/>
          </ac:spMkLst>
        </pc:spChg>
        <pc:spChg chg="mod">
          <ac:chgData name="Ionut Girbea" userId="140628fa-96ce-4361-bce7-5504303d38b3" providerId="ADAL" clId="{07D332A5-C578-714C-B97C-CD71A5874CF5}" dt="2023-11-16T08:30:32.087" v="1966" actId="12"/>
          <ac:spMkLst>
            <pc:docMk/>
            <pc:sldMk cId="0" sldId="330"/>
            <ac:spMk id="116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0:47.386" v="1967" actId="404"/>
          <ac:spMkLst>
            <pc:docMk/>
            <pc:sldMk cId="0" sldId="330"/>
            <ac:spMk id="116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0:50.453" v="1968" actId="404"/>
          <ac:spMkLst>
            <pc:docMk/>
            <pc:sldMk cId="0" sldId="330"/>
            <ac:spMk id="11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0:54.909" v="1969" actId="404"/>
          <ac:spMkLst>
            <pc:docMk/>
            <pc:sldMk cId="0" sldId="330"/>
            <ac:spMk id="1164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20T07:45:48.459" v="3357" actId="948"/>
        <pc:sldMkLst>
          <pc:docMk/>
          <pc:sldMk cId="0" sldId="331"/>
        </pc:sldMkLst>
        <pc:spChg chg="mod">
          <ac:chgData name="Ionut Girbea" userId="140628fa-96ce-4361-bce7-5504303d38b3" providerId="ADAL" clId="{07D332A5-C578-714C-B97C-CD71A5874CF5}" dt="2023-11-20T07:45:48.459" v="3357" actId="948"/>
          <ac:spMkLst>
            <pc:docMk/>
            <pc:sldMk cId="0" sldId="331"/>
            <ac:spMk id="2" creationId="{AA17C3C1-8ADD-D9E8-7812-F3BDE2F6AE39}"/>
          </ac:spMkLst>
        </pc:spChg>
        <pc:spChg chg="mod">
          <ac:chgData name="Ionut Girbea" userId="140628fa-96ce-4361-bce7-5504303d38b3" providerId="ADAL" clId="{07D332A5-C578-714C-B97C-CD71A5874CF5}" dt="2023-11-09T12:20:49.713" v="339" actId="113"/>
          <ac:spMkLst>
            <pc:docMk/>
            <pc:sldMk cId="0" sldId="331"/>
            <ac:spMk id="3" creationId="{F85BFFB4-D66A-1AD1-2568-AF70F7031DF5}"/>
          </ac:spMkLst>
        </pc:spChg>
        <pc:spChg chg="mod">
          <ac:chgData name="Ionut Girbea" userId="140628fa-96ce-4361-bce7-5504303d38b3" providerId="ADAL" clId="{07D332A5-C578-714C-B97C-CD71A5874CF5}" dt="2023-11-16T08:33:03.217" v="1997" actId="404"/>
          <ac:spMkLst>
            <pc:docMk/>
            <pc:sldMk cId="0" sldId="331"/>
            <ac:spMk id="117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3:23.063" v="2003" actId="404"/>
          <ac:spMkLst>
            <pc:docMk/>
            <pc:sldMk cId="0" sldId="331"/>
            <ac:spMk id="117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3:31.457" v="2005" actId="404"/>
          <ac:spMkLst>
            <pc:docMk/>
            <pc:sldMk cId="0" sldId="331"/>
            <ac:spMk id="1179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20T07:45:59.153" v="3358" actId="948"/>
        <pc:sldMkLst>
          <pc:docMk/>
          <pc:sldMk cId="0" sldId="332"/>
        </pc:sldMkLst>
        <pc:spChg chg="del mod">
          <ac:chgData name="Ionut Girbea" userId="140628fa-96ce-4361-bce7-5504303d38b3" providerId="ADAL" clId="{07D332A5-C578-714C-B97C-CD71A5874CF5}" dt="2023-11-16T08:34:20.891" v="2013" actId="478"/>
          <ac:spMkLst>
            <pc:docMk/>
            <pc:sldMk cId="0" sldId="332"/>
            <ac:spMk id="2" creationId="{262FD0BC-E354-FD3D-9A83-3940D68ED8C8}"/>
          </ac:spMkLst>
        </pc:spChg>
        <pc:spChg chg="mod">
          <ac:chgData name="Ionut Girbea" userId="140628fa-96ce-4361-bce7-5504303d38b3" providerId="ADAL" clId="{07D332A5-C578-714C-B97C-CD71A5874CF5}" dt="2023-11-09T12:20:54.450" v="340" actId="113"/>
          <ac:spMkLst>
            <pc:docMk/>
            <pc:sldMk cId="0" sldId="332"/>
            <ac:spMk id="3" creationId="{F7834BCB-00A7-8DBA-6C79-26C3E0435A9B}"/>
          </ac:spMkLst>
        </pc:spChg>
        <pc:spChg chg="mod">
          <ac:chgData name="Ionut Girbea" userId="140628fa-96ce-4361-bce7-5504303d38b3" providerId="ADAL" clId="{07D332A5-C578-714C-B97C-CD71A5874CF5}" dt="2023-11-16T08:33:55.043" v="2008" actId="404"/>
          <ac:spMkLst>
            <pc:docMk/>
            <pc:sldMk cId="0" sldId="332"/>
            <ac:spMk id="4" creationId="{3A954A7F-9C45-9202-85D6-17F6BA1C280E}"/>
          </ac:spMkLst>
        </pc:spChg>
        <pc:spChg chg="mod">
          <ac:chgData name="Ionut Girbea" userId="140628fa-96ce-4361-bce7-5504303d38b3" providerId="ADAL" clId="{07D332A5-C578-714C-B97C-CD71A5874CF5}" dt="2023-11-16T08:34:06.385" v="2010" actId="404"/>
          <ac:spMkLst>
            <pc:docMk/>
            <pc:sldMk cId="0" sldId="332"/>
            <ac:spMk id="5" creationId="{DAA194BC-AA52-E645-2C3B-1BE70022AE7B}"/>
          </ac:spMkLst>
        </pc:spChg>
        <pc:spChg chg="mod">
          <ac:chgData name="Ionut Girbea" userId="140628fa-96ce-4361-bce7-5504303d38b3" providerId="ADAL" clId="{07D332A5-C578-714C-B97C-CD71A5874CF5}" dt="2023-11-16T08:34:14.744" v="2012" actId="404"/>
          <ac:spMkLst>
            <pc:docMk/>
            <pc:sldMk cId="0" sldId="332"/>
            <ac:spMk id="6" creationId="{FC19C9D6-0DE1-A055-464E-CD43A2FA142E}"/>
          </ac:spMkLst>
        </pc:spChg>
        <pc:spChg chg="add mod">
          <ac:chgData name="Ionut Girbea" userId="140628fa-96ce-4361-bce7-5504303d38b3" providerId="ADAL" clId="{07D332A5-C578-714C-B97C-CD71A5874CF5}" dt="2023-11-20T07:45:59.153" v="3358" actId="948"/>
          <ac:spMkLst>
            <pc:docMk/>
            <pc:sldMk cId="0" sldId="332"/>
            <ac:spMk id="7" creationId="{0E4A51DA-031B-F475-B199-ADEBC4421FAF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5:47.512" v="2043"/>
        <pc:sldMkLst>
          <pc:docMk/>
          <pc:sldMk cId="0" sldId="333"/>
        </pc:sldMkLst>
        <pc:spChg chg="mod">
          <ac:chgData name="Ionut Girbea" userId="140628fa-96ce-4361-bce7-5504303d38b3" providerId="ADAL" clId="{07D332A5-C578-714C-B97C-CD71A5874CF5}" dt="2023-11-16T08:35:28.150" v="2039" actId="404"/>
          <ac:spMkLst>
            <pc:docMk/>
            <pc:sldMk cId="0" sldId="333"/>
            <ac:spMk id="12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5:42.204" v="2042"/>
          <ac:spMkLst>
            <pc:docMk/>
            <pc:sldMk cId="0" sldId="333"/>
            <ac:spMk id="120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5:47.512" v="2043"/>
          <ac:spMkLst>
            <pc:docMk/>
            <pc:sldMk cId="0" sldId="333"/>
            <ac:spMk id="1206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8:17.517" v="2088"/>
        <pc:sldMkLst>
          <pc:docMk/>
          <pc:sldMk cId="0" sldId="334"/>
        </pc:sldMkLst>
        <pc:spChg chg="mod">
          <ac:chgData name="Ionut Girbea" userId="140628fa-96ce-4361-bce7-5504303d38b3" providerId="ADAL" clId="{07D332A5-C578-714C-B97C-CD71A5874CF5}" dt="2023-11-16T08:38:08.020" v="2085" actId="20577"/>
          <ac:spMkLst>
            <pc:docMk/>
            <pc:sldMk cId="0" sldId="334"/>
            <ac:spMk id="12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8:12.401" v="2086"/>
          <ac:spMkLst>
            <pc:docMk/>
            <pc:sldMk cId="0" sldId="334"/>
            <ac:spMk id="12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8:14.804" v="2087"/>
          <ac:spMkLst>
            <pc:docMk/>
            <pc:sldMk cId="0" sldId="334"/>
            <ac:spMk id="122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8:17.517" v="2088"/>
          <ac:spMkLst>
            <pc:docMk/>
            <pc:sldMk cId="0" sldId="334"/>
            <ac:spMk id="1223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0:12.984" v="2110" actId="404"/>
        <pc:sldMkLst>
          <pc:docMk/>
          <pc:sldMk cId="0" sldId="335"/>
        </pc:sldMkLst>
        <pc:spChg chg="mod">
          <ac:chgData name="Ionut Girbea" userId="140628fa-96ce-4361-bce7-5504303d38b3" providerId="ADAL" clId="{07D332A5-C578-714C-B97C-CD71A5874CF5}" dt="2023-11-16T08:39:57.870" v="2107" actId="255"/>
          <ac:spMkLst>
            <pc:docMk/>
            <pc:sldMk cId="0" sldId="335"/>
            <ac:spMk id="123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1:46.859" v="346" actId="113"/>
          <ac:spMkLst>
            <pc:docMk/>
            <pc:sldMk cId="0" sldId="335"/>
            <ac:spMk id="123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05.010" v="351" actId="113"/>
          <ac:spMkLst>
            <pc:docMk/>
            <pc:sldMk cId="0" sldId="335"/>
            <ac:spMk id="123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04.041" v="2108" actId="404"/>
          <ac:spMkLst>
            <pc:docMk/>
            <pc:sldMk cId="0" sldId="335"/>
            <ac:spMk id="12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18.702" v="354" actId="2711"/>
          <ac:spMkLst>
            <pc:docMk/>
            <pc:sldMk cId="0" sldId="335"/>
            <ac:spMk id="12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13.978" v="353" actId="113"/>
          <ac:spMkLst>
            <pc:docMk/>
            <pc:sldMk cId="0" sldId="335"/>
            <ac:spMk id="123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09.246" v="2109" actId="404"/>
          <ac:spMkLst>
            <pc:docMk/>
            <pc:sldMk cId="0" sldId="335"/>
            <ac:spMk id="124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27.155" v="356" actId="2711"/>
          <ac:spMkLst>
            <pc:docMk/>
            <pc:sldMk cId="0" sldId="335"/>
            <ac:spMk id="124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27.155" v="356" actId="2711"/>
          <ac:spMkLst>
            <pc:docMk/>
            <pc:sldMk cId="0" sldId="335"/>
            <ac:spMk id="124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12.984" v="2110" actId="404"/>
          <ac:spMkLst>
            <pc:docMk/>
            <pc:sldMk cId="0" sldId="335"/>
            <ac:spMk id="124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32.880" v="358" actId="113"/>
          <ac:spMkLst>
            <pc:docMk/>
            <pc:sldMk cId="0" sldId="335"/>
            <ac:spMk id="125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2:32.880" v="358" actId="113"/>
          <ac:spMkLst>
            <pc:docMk/>
            <pc:sldMk cId="0" sldId="335"/>
            <ac:spMk id="1251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0:31.647" v="2113" actId="404"/>
        <pc:sldMkLst>
          <pc:docMk/>
          <pc:sldMk cId="0" sldId="336"/>
        </pc:sldMkLst>
        <pc:spChg chg="mod">
          <ac:chgData name="Ionut Girbea" userId="140628fa-96ce-4361-bce7-5504303d38b3" providerId="ADAL" clId="{07D332A5-C578-714C-B97C-CD71A5874CF5}" dt="2023-11-16T08:40:24.558" v="2111" actId="404"/>
          <ac:spMkLst>
            <pc:docMk/>
            <pc:sldMk cId="0" sldId="336"/>
            <ac:spMk id="12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28.529" v="2112" actId="404"/>
          <ac:spMkLst>
            <pc:docMk/>
            <pc:sldMk cId="0" sldId="336"/>
            <ac:spMk id="126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31.647" v="2113" actId="404"/>
          <ac:spMkLst>
            <pc:docMk/>
            <pc:sldMk cId="0" sldId="336"/>
            <ac:spMk id="1264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4:04.587" v="2198" actId="404"/>
        <pc:sldMkLst>
          <pc:docMk/>
          <pc:sldMk cId="0" sldId="338"/>
        </pc:sldMkLst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8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04.587" v="2198" actId="404"/>
          <ac:spMkLst>
            <pc:docMk/>
            <pc:sldMk cId="0" sldId="338"/>
            <ac:spMk id="12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02.370" v="2197" actId="404"/>
          <ac:spMkLst>
            <pc:docMk/>
            <pc:sldMk cId="0" sldId="338"/>
            <ac:spMk id="12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3:59.949" v="2196" actId="404"/>
          <ac:spMkLst>
            <pc:docMk/>
            <pc:sldMk cId="0" sldId="338"/>
            <ac:spMk id="128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9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38"/>
            <ac:spMk id="129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3:52.414" v="2192" actId="255"/>
          <ac:spMkLst>
            <pc:docMk/>
            <pc:sldMk cId="0" sldId="338"/>
            <ac:spMk id="12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3:43.486" v="2190" actId="113"/>
          <ac:spMkLst>
            <pc:docMk/>
            <pc:sldMk cId="0" sldId="338"/>
            <ac:spMk id="12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3:37.591" v="371" actId="113"/>
          <ac:spMkLst>
            <pc:docMk/>
            <pc:sldMk cId="0" sldId="338"/>
            <ac:spMk id="1302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6:09.108" v="2224" actId="2711"/>
        <pc:sldMkLst>
          <pc:docMk/>
          <pc:sldMk cId="0" sldId="340"/>
        </pc:sldMkLst>
        <pc:spChg chg="mod">
          <ac:chgData name="Ionut Girbea" userId="140628fa-96ce-4361-bce7-5504303d38b3" providerId="ADAL" clId="{07D332A5-C578-714C-B97C-CD71A5874CF5}" dt="2023-11-09T12:24:03.984" v="373" actId="113"/>
          <ac:spMkLst>
            <pc:docMk/>
            <pc:sldMk cId="0" sldId="340"/>
            <ac:spMk id="5" creationId="{1F652F7D-E9BC-EDC7-4F28-5C78367B2D0E}"/>
          </ac:spMkLst>
        </pc:spChg>
        <pc:graphicFrameChg chg="mod modGraphic">
          <ac:chgData name="Ionut Girbea" userId="140628fa-96ce-4361-bce7-5504303d38b3" providerId="ADAL" clId="{07D332A5-C578-714C-B97C-CD71A5874CF5}" dt="2023-11-16T08:46:09.108" v="2224" actId="2711"/>
          <ac:graphicFrameMkLst>
            <pc:docMk/>
            <pc:sldMk cId="0" sldId="340"/>
            <ac:graphicFrameMk id="1335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16T08:46:18.298" v="2225" actId="255"/>
        <pc:sldMkLst>
          <pc:docMk/>
          <pc:sldMk cId="0" sldId="341"/>
        </pc:sldMkLst>
        <pc:spChg chg="mod">
          <ac:chgData name="Ionut Girbea" userId="140628fa-96ce-4361-bce7-5504303d38b3" providerId="ADAL" clId="{07D332A5-C578-714C-B97C-CD71A5874CF5}" dt="2023-11-09T12:24:28.207" v="377" actId="113"/>
          <ac:spMkLst>
            <pc:docMk/>
            <pc:sldMk cId="0" sldId="341"/>
            <ac:spMk id="134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6:18.298" v="2225" actId="255"/>
          <ac:spMkLst>
            <pc:docMk/>
            <pc:sldMk cId="0" sldId="341"/>
            <ac:spMk id="1346" creationId="{00000000-0000-0000-0000-000000000000}"/>
          </ac:spMkLst>
        </pc:spChg>
        <pc:graphicFrameChg chg="mod">
          <ac:chgData name="Ionut Girbea" userId="140628fa-96ce-4361-bce7-5504303d38b3" providerId="ADAL" clId="{07D332A5-C578-714C-B97C-CD71A5874CF5}" dt="2023-11-09T12:27:43.334" v="401" actId="207"/>
          <ac:graphicFrameMkLst>
            <pc:docMk/>
            <pc:sldMk cId="0" sldId="341"/>
            <ac:graphicFrameMk id="1343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16T08:46:25.468" v="2226" actId="404"/>
        <pc:sldMkLst>
          <pc:docMk/>
          <pc:sldMk cId="0" sldId="342"/>
        </pc:sldMkLst>
        <pc:spChg chg="mod">
          <ac:chgData name="Ionut Girbea" userId="140628fa-96ce-4361-bce7-5504303d38b3" providerId="ADAL" clId="{07D332A5-C578-714C-B97C-CD71A5874CF5}" dt="2023-11-09T12:24:39.979" v="379" actId="113"/>
          <ac:spMkLst>
            <pc:docMk/>
            <pc:sldMk cId="0" sldId="342"/>
            <ac:spMk id="4" creationId="{123B2465-25E4-E939-B4E1-5194E679DE4D}"/>
          </ac:spMkLst>
        </pc:spChg>
        <pc:spChg chg="mod">
          <ac:chgData name="Ionut Girbea" userId="140628fa-96ce-4361-bce7-5504303d38b3" providerId="ADAL" clId="{07D332A5-C578-714C-B97C-CD71A5874CF5}" dt="2023-11-16T08:46:25.468" v="2226" actId="404"/>
          <ac:spMkLst>
            <pc:docMk/>
            <pc:sldMk cId="0" sldId="342"/>
            <ac:spMk id="5" creationId="{7471B251-5A59-601C-AD10-C9720496BD10}"/>
          </ac:spMkLst>
        </pc:spChg>
        <pc:graphicFrameChg chg="mod">
          <ac:chgData name="Ionut Girbea" userId="140628fa-96ce-4361-bce7-5504303d38b3" providerId="ADAL" clId="{07D332A5-C578-714C-B97C-CD71A5874CF5}" dt="2023-11-09T12:27:10.963" v="398" actId="2711"/>
          <ac:graphicFrameMkLst>
            <pc:docMk/>
            <pc:sldMk cId="0" sldId="342"/>
            <ac:graphicFrameMk id="1353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09T12:26:38.299" v="396" actId="2711"/>
        <pc:sldMkLst>
          <pc:docMk/>
          <pc:sldMk cId="0" sldId="343"/>
        </pc:sldMkLst>
        <pc:spChg chg="mod">
          <ac:chgData name="Ionut Girbea" userId="140628fa-96ce-4361-bce7-5504303d38b3" providerId="ADAL" clId="{07D332A5-C578-714C-B97C-CD71A5874CF5}" dt="2023-11-09T12:25:25.565" v="386" actId="113"/>
          <ac:spMkLst>
            <pc:docMk/>
            <pc:sldMk cId="0" sldId="343"/>
            <ac:spMk id="5" creationId="{DC7402D7-D771-DF08-5847-71F1A5C91ADF}"/>
          </ac:spMkLst>
        </pc:spChg>
        <pc:graphicFrameChg chg="mod">
          <ac:chgData name="Ionut Girbea" userId="140628fa-96ce-4361-bce7-5504303d38b3" providerId="ADAL" clId="{07D332A5-C578-714C-B97C-CD71A5874CF5}" dt="2023-11-09T12:26:38.299" v="396" actId="2711"/>
          <ac:graphicFrameMkLst>
            <pc:docMk/>
            <pc:sldMk cId="0" sldId="343"/>
            <ac:graphicFrameMk id="1364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09T12:26:22.559" v="394" actId="255"/>
        <pc:sldMkLst>
          <pc:docMk/>
          <pc:sldMk cId="0" sldId="344"/>
        </pc:sldMkLst>
        <pc:spChg chg="mod">
          <ac:chgData name="Ionut Girbea" userId="140628fa-96ce-4361-bce7-5504303d38b3" providerId="ADAL" clId="{07D332A5-C578-714C-B97C-CD71A5874CF5}" dt="2023-11-09T12:25:36.225" v="387" actId="2711"/>
          <ac:spMkLst>
            <pc:docMk/>
            <pc:sldMk cId="0" sldId="344"/>
            <ac:spMk id="1377" creationId="{00000000-0000-0000-0000-000000000000}"/>
          </ac:spMkLst>
        </pc:spChg>
        <pc:graphicFrameChg chg="mod">
          <ac:chgData name="Ionut Girbea" userId="140628fa-96ce-4361-bce7-5504303d38b3" providerId="ADAL" clId="{07D332A5-C578-714C-B97C-CD71A5874CF5}" dt="2023-11-09T12:26:22.559" v="394" actId="255"/>
          <ac:graphicFrameMkLst>
            <pc:docMk/>
            <pc:sldMk cId="0" sldId="344"/>
            <ac:graphicFrameMk id="1376" creationId="{00000000-0000-0000-0000-000000000000}"/>
          </ac:graphicFrameMkLst>
        </pc:graphicFrame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45"/>
        </pc:sldMkLst>
      </pc:sldChg>
      <pc:sldChg chg="modSp mod chgLayout modNotes">
        <pc:chgData name="Ionut Girbea" userId="140628fa-96ce-4361-bce7-5504303d38b3" providerId="ADAL" clId="{07D332A5-C578-714C-B97C-CD71A5874CF5}" dt="2023-11-16T14:23:34.367" v="3347" actId="700"/>
        <pc:sldMkLst>
          <pc:docMk/>
          <pc:sldMk cId="0" sldId="346"/>
        </pc:sldMkLst>
        <pc:spChg chg="mod ord">
          <ac:chgData name="Ionut Girbea" userId="140628fa-96ce-4361-bce7-5504303d38b3" providerId="ADAL" clId="{07D332A5-C578-714C-B97C-CD71A5874CF5}" dt="2023-11-16T14:23:34.367" v="3347" actId="700"/>
          <ac:spMkLst>
            <pc:docMk/>
            <pc:sldMk cId="0" sldId="346"/>
            <ac:spMk id="1388" creationId="{00000000-0000-0000-0000-000000000000}"/>
          </ac:spMkLst>
        </pc:spChg>
        <pc:spChg chg="mod ord">
          <ac:chgData name="Ionut Girbea" userId="140628fa-96ce-4361-bce7-5504303d38b3" providerId="ADAL" clId="{07D332A5-C578-714C-B97C-CD71A5874CF5}" dt="2023-11-16T14:23:34.367" v="3347" actId="700"/>
          <ac:spMkLst>
            <pc:docMk/>
            <pc:sldMk cId="0" sldId="346"/>
            <ac:spMk id="1389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09T12:30:35.146" v="402" actId="113"/>
        <pc:sldMkLst>
          <pc:docMk/>
          <pc:sldMk cId="0" sldId="347"/>
        </pc:sldMkLst>
        <pc:spChg chg="mod">
          <ac:chgData name="Ionut Girbea" userId="140628fa-96ce-4361-bce7-5504303d38b3" providerId="ADAL" clId="{07D332A5-C578-714C-B97C-CD71A5874CF5}" dt="2023-11-09T12:30:35.146" v="402" actId="113"/>
          <ac:spMkLst>
            <pc:docMk/>
            <pc:sldMk cId="0" sldId="347"/>
            <ac:spMk id="5" creationId="{E06B0334-341A-B342-6FE6-94F2C3F5D9D1}"/>
          </ac:spMkLst>
        </pc:spChg>
      </pc:sldChg>
      <pc:sldChg chg="modSp modNotes">
        <pc:chgData name="Ionut Girbea" userId="140628fa-96ce-4361-bce7-5504303d38b3" providerId="ADAL" clId="{07D332A5-C578-714C-B97C-CD71A5874CF5}" dt="2023-11-16T12:11:20.811" v="2791" actId="14826"/>
        <pc:sldMkLst>
          <pc:docMk/>
          <pc:sldMk cId="0" sldId="348"/>
        </pc:sldMkLst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0" sldId="348"/>
            <ac:spMk id="141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48"/>
            <ac:spMk id="141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48"/>
            <ac:spMk id="1430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2:11:20.811" v="2791" actId="14826"/>
          <ac:picMkLst>
            <pc:docMk/>
            <pc:sldMk cId="0" sldId="348"/>
            <ac:picMk id="1432" creationId="{00000000-0000-0000-0000-000000000000}"/>
          </ac:picMkLst>
        </pc:picChg>
      </pc:sldChg>
      <pc:sldChg chg="delSp modSp mod modNotes">
        <pc:chgData name="Ionut Girbea" userId="140628fa-96ce-4361-bce7-5504303d38b3" providerId="ADAL" clId="{07D332A5-C578-714C-B97C-CD71A5874CF5}" dt="2023-11-16T12:11:54.579" v="2795" actId="14826"/>
        <pc:sldMkLst>
          <pc:docMk/>
          <pc:sldMk cId="0" sldId="349"/>
        </pc:sldMkLst>
        <pc:spChg chg="mod topLvl">
          <ac:chgData name="Ionut Girbea" userId="140628fa-96ce-4361-bce7-5504303d38b3" providerId="ADAL" clId="{07D332A5-C578-714C-B97C-CD71A5874CF5}" dt="2023-11-16T12:11:31.304" v="2792" actId="165"/>
          <ac:spMkLst>
            <pc:docMk/>
            <pc:sldMk cId="0" sldId="349"/>
            <ac:spMk id="4" creationId="{64E92A45-3DAB-076F-41E0-014128911ACA}"/>
          </ac:spMkLst>
        </pc:spChg>
        <pc:spChg chg="mod topLvl">
          <ac:chgData name="Ionut Girbea" userId="140628fa-96ce-4361-bce7-5504303d38b3" providerId="ADAL" clId="{07D332A5-C578-714C-B97C-CD71A5874CF5}" dt="2023-11-16T12:11:31.304" v="2792" actId="165"/>
          <ac:spMkLst>
            <pc:docMk/>
            <pc:sldMk cId="0" sldId="349"/>
            <ac:spMk id="5" creationId="{47D3B8D2-BB7D-8CFF-E5B1-48867AB4B92D}"/>
          </ac:spMkLst>
        </pc:spChg>
        <pc:spChg chg="mod topLvl">
          <ac:chgData name="Ionut Girbea" userId="140628fa-96ce-4361-bce7-5504303d38b3" providerId="ADAL" clId="{07D332A5-C578-714C-B97C-CD71A5874CF5}" dt="2023-11-16T12:11:31.304" v="2792" actId="165"/>
          <ac:spMkLst>
            <pc:docMk/>
            <pc:sldMk cId="0" sldId="349"/>
            <ac:spMk id="7" creationId="{07085ABB-67E9-08AF-49CB-3C719A573AEE}"/>
          </ac:spMkLst>
        </pc:spChg>
        <pc:spChg chg="mod topLvl">
          <ac:chgData name="Ionut Girbea" userId="140628fa-96ce-4361-bce7-5504303d38b3" providerId="ADAL" clId="{07D332A5-C578-714C-B97C-CD71A5874CF5}" dt="2023-11-16T12:11:36.032" v="2793" actId="165"/>
          <ac:spMkLst>
            <pc:docMk/>
            <pc:sldMk cId="0" sldId="349"/>
            <ac:spMk id="9" creationId="{C29EF65E-B57C-8EA9-C57D-9EE3D897F2FF}"/>
          </ac:spMkLst>
        </pc:spChg>
        <pc:spChg chg="mod topLvl">
          <ac:chgData name="Ionut Girbea" userId="140628fa-96ce-4361-bce7-5504303d38b3" providerId="ADAL" clId="{07D332A5-C578-714C-B97C-CD71A5874CF5}" dt="2023-11-16T12:11:36.032" v="2793" actId="165"/>
          <ac:spMkLst>
            <pc:docMk/>
            <pc:sldMk cId="0" sldId="349"/>
            <ac:spMk id="10" creationId="{684702FB-2335-C11A-0B64-DBC0988F4E84}"/>
          </ac:spMkLst>
        </pc:spChg>
        <pc:spChg chg="mod topLvl">
          <ac:chgData name="Ionut Girbea" userId="140628fa-96ce-4361-bce7-5504303d38b3" providerId="ADAL" clId="{07D332A5-C578-714C-B97C-CD71A5874CF5}" dt="2023-11-16T12:11:36.032" v="2793" actId="165"/>
          <ac:spMkLst>
            <pc:docMk/>
            <pc:sldMk cId="0" sldId="349"/>
            <ac:spMk id="12" creationId="{27B4E9D0-CD17-9B47-6C34-C0E6A2C404AA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49"/>
            <ac:spMk id="1444" creationId="{00000000-0000-0000-0000-000000000000}"/>
          </ac:spMkLst>
        </pc:spChg>
        <pc:grpChg chg="del">
          <ac:chgData name="Ionut Girbea" userId="140628fa-96ce-4361-bce7-5504303d38b3" providerId="ADAL" clId="{07D332A5-C578-714C-B97C-CD71A5874CF5}" dt="2023-11-16T12:11:31.304" v="2792" actId="165"/>
          <ac:grpSpMkLst>
            <pc:docMk/>
            <pc:sldMk cId="0" sldId="349"/>
            <ac:grpSpMk id="3" creationId="{9489389E-79E0-6F8D-BCD4-455AF760ACE7}"/>
          </ac:grpSpMkLst>
        </pc:grpChg>
        <pc:grpChg chg="del">
          <ac:chgData name="Ionut Girbea" userId="140628fa-96ce-4361-bce7-5504303d38b3" providerId="ADAL" clId="{07D332A5-C578-714C-B97C-CD71A5874CF5}" dt="2023-11-16T12:11:36.032" v="2793" actId="165"/>
          <ac:grpSpMkLst>
            <pc:docMk/>
            <pc:sldMk cId="0" sldId="349"/>
            <ac:grpSpMk id="8" creationId="{F2CA8AEB-001C-FC9C-6746-E4151B3CFEB0}"/>
          </ac:grpSpMkLst>
        </pc:grpChg>
        <pc:graphicFrameChg chg="mod">
          <ac:chgData name="Ionut Girbea" userId="140628fa-96ce-4361-bce7-5504303d38b3" providerId="ADAL" clId="{07D332A5-C578-714C-B97C-CD71A5874CF5}" dt="2023-11-09T12:32:30.088" v="406" actId="2711"/>
          <ac:graphicFrameMkLst>
            <pc:docMk/>
            <pc:sldMk cId="0" sldId="349"/>
            <ac:graphicFrameMk id="1442" creationId="{00000000-0000-0000-0000-000000000000}"/>
          </ac:graphicFrameMkLst>
        </pc:graphicFrameChg>
        <pc:picChg chg="mod topLvl">
          <ac:chgData name="Ionut Girbea" userId="140628fa-96ce-4361-bce7-5504303d38b3" providerId="ADAL" clId="{07D332A5-C578-714C-B97C-CD71A5874CF5}" dt="2023-11-16T12:11:41.813" v="2794" actId="14826"/>
          <ac:picMkLst>
            <pc:docMk/>
            <pc:sldMk cId="0" sldId="349"/>
            <ac:picMk id="6" creationId="{07ECE4A8-3563-33E0-66B6-0BF1720F68D3}"/>
          </ac:picMkLst>
        </pc:picChg>
        <pc:picChg chg="mod topLvl">
          <ac:chgData name="Ionut Girbea" userId="140628fa-96ce-4361-bce7-5504303d38b3" providerId="ADAL" clId="{07D332A5-C578-714C-B97C-CD71A5874CF5}" dt="2023-11-16T12:11:54.579" v="2795" actId="14826"/>
          <ac:picMkLst>
            <pc:docMk/>
            <pc:sldMk cId="0" sldId="349"/>
            <ac:picMk id="11" creationId="{FCA587CC-1901-BF37-F321-2B7502995625}"/>
          </ac:picMkLst>
        </pc:picChg>
      </pc:sldChg>
      <pc:sldChg chg="modSp mod modNotes">
        <pc:chgData name="Ionut Girbea" userId="140628fa-96ce-4361-bce7-5504303d38b3" providerId="ADAL" clId="{07D332A5-C578-714C-B97C-CD71A5874CF5}" dt="2023-11-16T08:48:11.066" v="2244" actId="113"/>
        <pc:sldMkLst>
          <pc:docMk/>
          <pc:sldMk cId="0" sldId="350"/>
        </pc:sldMkLst>
        <pc:spChg chg="mod">
          <ac:chgData name="Ionut Girbea" userId="140628fa-96ce-4361-bce7-5504303d38b3" providerId="ADAL" clId="{07D332A5-C578-714C-B97C-CD71A5874CF5}" dt="2023-11-09T12:35:03.831" v="407" actId="113"/>
          <ac:spMkLst>
            <pc:docMk/>
            <pc:sldMk cId="0" sldId="350"/>
            <ac:spMk id="5" creationId="{D320A4C2-EB05-EEE1-53EE-6F4F1AC00D79}"/>
          </ac:spMkLst>
        </pc:spChg>
        <pc:spChg chg="mod">
          <ac:chgData name="Ionut Girbea" userId="140628fa-96ce-4361-bce7-5504303d38b3" providerId="ADAL" clId="{07D332A5-C578-714C-B97C-CD71A5874CF5}" dt="2023-11-16T08:48:03.348" v="2242" actId="113"/>
          <ac:spMkLst>
            <pc:docMk/>
            <pc:sldMk cId="0" sldId="350"/>
            <ac:spMk id="146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8:11.066" v="2244" actId="113"/>
          <ac:spMkLst>
            <pc:docMk/>
            <pc:sldMk cId="0" sldId="350"/>
            <ac:spMk id="1466" creationId="{00000000-0000-0000-0000-000000000000}"/>
          </ac:spMkLst>
        </pc:spChg>
        <pc:graphicFrameChg chg="mod modGraphic">
          <ac:chgData name="Ionut Girbea" userId="140628fa-96ce-4361-bce7-5504303d38b3" providerId="ADAL" clId="{07D332A5-C578-714C-B97C-CD71A5874CF5}" dt="2023-11-16T08:47:09.278" v="2230" actId="2711"/>
          <ac:graphicFrameMkLst>
            <pc:docMk/>
            <pc:sldMk cId="0" sldId="350"/>
            <ac:graphicFrameMk id="1469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16.765" v="2232" actId="2711"/>
          <ac:graphicFrameMkLst>
            <pc:docMk/>
            <pc:sldMk cId="0" sldId="350"/>
            <ac:graphicFrameMk id="1483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29.616" v="2234" actId="404"/>
          <ac:graphicFrameMkLst>
            <pc:docMk/>
            <pc:sldMk cId="0" sldId="350"/>
            <ac:graphicFrameMk id="1497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38.450" v="2236" actId="2711"/>
          <ac:graphicFrameMkLst>
            <pc:docMk/>
            <pc:sldMk cId="0" sldId="350"/>
            <ac:graphicFrameMk id="1511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45.459" v="2238" actId="2711"/>
          <ac:graphicFrameMkLst>
            <pc:docMk/>
            <pc:sldMk cId="0" sldId="350"/>
            <ac:graphicFrameMk id="1522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7:52.185" v="2240" actId="2711"/>
          <ac:graphicFrameMkLst>
            <pc:docMk/>
            <pc:sldMk cId="0" sldId="350"/>
            <ac:graphicFrameMk id="1532" creationId="{00000000-0000-0000-0000-000000000000}"/>
          </ac:graphicFrameMkLst>
        </pc:graphicFrameChg>
      </pc:sldChg>
      <pc:sldChg chg="modSp mod modNotes">
        <pc:chgData name="Ionut Girbea" userId="140628fa-96ce-4361-bce7-5504303d38b3" providerId="ADAL" clId="{07D332A5-C578-714C-B97C-CD71A5874CF5}" dt="2023-11-16T08:49:44.379" v="2265" actId="404"/>
        <pc:sldMkLst>
          <pc:docMk/>
          <pc:sldMk cId="0" sldId="351"/>
        </pc:sldMkLst>
        <pc:spChg chg="mod">
          <ac:chgData name="Ionut Girbea" userId="140628fa-96ce-4361-bce7-5504303d38b3" providerId="ADAL" clId="{07D332A5-C578-714C-B97C-CD71A5874CF5}" dt="2023-11-09T12:35:08.220" v="408" actId="113"/>
          <ac:spMkLst>
            <pc:docMk/>
            <pc:sldMk cId="0" sldId="351"/>
            <ac:spMk id="3" creationId="{77EFFCA6-1E23-EEDD-A721-B3ADC030C0ED}"/>
          </ac:spMkLst>
        </pc:spChg>
        <pc:spChg chg="mod">
          <ac:chgData name="Ionut Girbea" userId="140628fa-96ce-4361-bce7-5504303d38b3" providerId="ADAL" clId="{07D332A5-C578-714C-B97C-CD71A5874CF5}" dt="2023-11-16T08:48:22.766" v="2246" actId="113"/>
          <ac:spMkLst>
            <pc:docMk/>
            <pc:sldMk cId="0" sldId="351"/>
            <ac:spMk id="7" creationId="{1B0867FD-8932-73E9-531B-1F7CA19A6CB5}"/>
          </ac:spMkLst>
        </pc:spChg>
        <pc:spChg chg="mod">
          <ac:chgData name="Ionut Girbea" userId="140628fa-96ce-4361-bce7-5504303d38b3" providerId="ADAL" clId="{07D332A5-C578-714C-B97C-CD71A5874CF5}" dt="2023-11-16T08:48:28.154" v="2248" actId="2711"/>
          <ac:spMkLst>
            <pc:docMk/>
            <pc:sldMk cId="0" sldId="351"/>
            <ac:spMk id="10" creationId="{B4D8840F-D2AA-5846-363C-A7CEE055F812}"/>
          </ac:spMkLst>
        </pc:spChg>
        <pc:graphicFrameChg chg="mod modGraphic">
          <ac:chgData name="Ionut Girbea" userId="140628fa-96ce-4361-bce7-5504303d38b3" providerId="ADAL" clId="{07D332A5-C578-714C-B97C-CD71A5874CF5}" dt="2023-11-16T08:48:36.742" v="2250" actId="2711"/>
          <ac:graphicFrameMkLst>
            <pc:docMk/>
            <pc:sldMk cId="0" sldId="351"/>
            <ac:graphicFrameMk id="1560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8:56.674" v="2253" actId="404"/>
          <ac:graphicFrameMkLst>
            <pc:docMk/>
            <pc:sldMk cId="0" sldId="351"/>
            <ac:graphicFrameMk id="1574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01.648" v="2255" actId="404"/>
          <ac:graphicFrameMkLst>
            <pc:docMk/>
            <pc:sldMk cId="0" sldId="351"/>
            <ac:graphicFrameMk id="1588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09.968" v="2257" actId="404"/>
          <ac:graphicFrameMkLst>
            <pc:docMk/>
            <pc:sldMk cId="0" sldId="351"/>
            <ac:graphicFrameMk id="1602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20.676" v="2259" actId="404"/>
          <ac:graphicFrameMkLst>
            <pc:docMk/>
            <pc:sldMk cId="0" sldId="351"/>
            <ac:graphicFrameMk id="1612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30.571" v="2261"/>
          <ac:graphicFrameMkLst>
            <pc:docMk/>
            <pc:sldMk cId="0" sldId="351"/>
            <ac:graphicFrameMk id="1625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37.590" v="2263" actId="404"/>
          <ac:graphicFrameMkLst>
            <pc:docMk/>
            <pc:sldMk cId="0" sldId="351"/>
            <ac:graphicFrameMk id="1636" creationId="{00000000-0000-0000-0000-000000000000}"/>
          </ac:graphicFrameMkLst>
        </pc:graphicFrameChg>
        <pc:graphicFrameChg chg="mod modGraphic">
          <ac:chgData name="Ionut Girbea" userId="140628fa-96ce-4361-bce7-5504303d38b3" providerId="ADAL" clId="{07D332A5-C578-714C-B97C-CD71A5874CF5}" dt="2023-11-16T08:49:44.379" v="2265" actId="404"/>
          <ac:graphicFrameMkLst>
            <pc:docMk/>
            <pc:sldMk cId="0" sldId="351"/>
            <ac:graphicFrameMk id="1646" creationId="{00000000-0000-0000-0000-000000000000}"/>
          </ac:graphicFrameMkLst>
        </pc:graphicFrame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2"/>
        </pc:sldMkLst>
      </pc:sldChg>
      <pc:sldChg chg="modSp mod">
        <pc:chgData name="Ionut Girbea" userId="140628fa-96ce-4361-bce7-5504303d38b3" providerId="ADAL" clId="{07D332A5-C578-714C-B97C-CD71A5874CF5}" dt="2023-11-09T12:35:49.203" v="409" actId="113"/>
        <pc:sldMkLst>
          <pc:docMk/>
          <pc:sldMk cId="0" sldId="353"/>
        </pc:sldMkLst>
        <pc:spChg chg="mod">
          <ac:chgData name="Ionut Girbea" userId="140628fa-96ce-4361-bce7-5504303d38b3" providerId="ADAL" clId="{07D332A5-C578-714C-B97C-CD71A5874CF5}" dt="2023-11-09T12:35:49.203" v="409" actId="113"/>
          <ac:spMkLst>
            <pc:docMk/>
            <pc:sldMk cId="0" sldId="353"/>
            <ac:spMk id="7" creationId="{C46206B9-C601-CB29-A031-8A84E2168DC7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9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69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3"/>
            <ac:spMk id="1705" creationId="{00000000-0000-0000-0000-000000000000}"/>
          </ac:spMkLst>
        </pc:s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0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3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6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09T08:39:34.996" v="57"/>
          <ac:grpSpMkLst>
            <pc:docMk/>
            <pc:sldMk cId="0" sldId="353"/>
            <ac:grpSpMk id="1707" creationId="{00000000-0000-0000-0000-000000000000}"/>
          </ac:grpSpMkLst>
        </pc:grpChg>
        <pc:graphicFrameChg chg="mod">
          <ac:chgData name="Ionut Girbea" userId="140628fa-96ce-4361-bce7-5504303d38b3" providerId="ADAL" clId="{07D332A5-C578-714C-B97C-CD71A5874CF5}" dt="2023-11-09T08:39:34.996" v="57"/>
          <ac:graphicFrameMkLst>
            <pc:docMk/>
            <pc:sldMk cId="0" sldId="353"/>
            <ac:graphicFrameMk id="1686" creationId="{00000000-0000-0000-0000-000000000000}"/>
          </ac:graphicFrameMkLst>
        </pc:graphicFrameChg>
      </pc:sldChg>
      <pc:sldChg chg="addSp delSp modSp mod">
        <pc:chgData name="Ionut Girbea" userId="140628fa-96ce-4361-bce7-5504303d38b3" providerId="ADAL" clId="{07D332A5-C578-714C-B97C-CD71A5874CF5}" dt="2023-11-16T12:18:32.827" v="2809" actId="14826"/>
        <pc:sldMkLst>
          <pc:docMk/>
          <pc:sldMk cId="0" sldId="354"/>
        </pc:sldMkLst>
        <pc:spChg chg="mod">
          <ac:chgData name="Ionut Girbea" userId="140628fa-96ce-4361-bce7-5504303d38b3" providerId="ADAL" clId="{07D332A5-C578-714C-B97C-CD71A5874CF5}" dt="2023-11-09T12:36:04.063" v="410" actId="113"/>
          <ac:spMkLst>
            <pc:docMk/>
            <pc:sldMk cId="0" sldId="354"/>
            <ac:spMk id="3" creationId="{A463DF74-4D56-FE96-E637-05A52E8E911B}"/>
          </ac:spMkLst>
        </pc:spChg>
        <pc:spChg chg="add mod">
          <ac:chgData name="Ionut Girbea" userId="140628fa-96ce-4361-bce7-5504303d38b3" providerId="ADAL" clId="{07D332A5-C578-714C-B97C-CD71A5874CF5}" dt="2023-11-09T12:48:33.903" v="457" actId="2710"/>
          <ac:spMkLst>
            <pc:docMk/>
            <pc:sldMk cId="0" sldId="354"/>
            <ac:spMk id="4" creationId="{FB01F688-6134-7DCE-3217-5CD918BE5A7C}"/>
          </ac:spMkLst>
        </pc:spChg>
        <pc:spChg chg="add mod">
          <ac:chgData name="Ionut Girbea" userId="140628fa-96ce-4361-bce7-5504303d38b3" providerId="ADAL" clId="{07D332A5-C578-714C-B97C-CD71A5874CF5}" dt="2023-11-09T12:49:35.154" v="466" actId="20577"/>
          <ac:spMkLst>
            <pc:docMk/>
            <pc:sldMk cId="0" sldId="354"/>
            <ac:spMk id="5" creationId="{1B49B634-CE05-DBEA-48D6-4CB4252932B7}"/>
          </ac:spMkLst>
        </pc:spChg>
        <pc:spChg chg="add mod">
          <ac:chgData name="Ionut Girbea" userId="140628fa-96ce-4361-bce7-5504303d38b3" providerId="ADAL" clId="{07D332A5-C578-714C-B97C-CD71A5874CF5}" dt="2023-11-09T12:48:24.863" v="455" actId="2710"/>
          <ac:spMkLst>
            <pc:docMk/>
            <pc:sldMk cId="0" sldId="354"/>
            <ac:spMk id="6" creationId="{A073FEA6-3573-9540-1F56-92C696235059}"/>
          </ac:spMkLst>
        </pc:spChg>
        <pc:spChg chg="add mod">
          <ac:chgData name="Ionut Girbea" userId="140628fa-96ce-4361-bce7-5504303d38b3" providerId="ADAL" clId="{07D332A5-C578-714C-B97C-CD71A5874CF5}" dt="2023-11-09T12:52:06.422" v="500" actId="1036"/>
          <ac:spMkLst>
            <pc:docMk/>
            <pc:sldMk cId="0" sldId="354"/>
            <ac:spMk id="7" creationId="{09C9A8BE-1F84-254E-0FA5-781D764D13E2}"/>
          </ac:spMkLst>
        </pc:spChg>
        <pc:spChg chg="add mod">
          <ac:chgData name="Ionut Girbea" userId="140628fa-96ce-4361-bce7-5504303d38b3" providerId="ADAL" clId="{07D332A5-C578-714C-B97C-CD71A5874CF5}" dt="2023-11-09T12:52:06.422" v="500" actId="1036"/>
          <ac:spMkLst>
            <pc:docMk/>
            <pc:sldMk cId="0" sldId="354"/>
            <ac:spMk id="8" creationId="{476C3150-87BC-EF37-68E4-B82A148890FE}"/>
          </ac:spMkLst>
        </pc:spChg>
        <pc:spChg chg="add mod">
          <ac:chgData name="Ionut Girbea" userId="140628fa-96ce-4361-bce7-5504303d38b3" providerId="ADAL" clId="{07D332A5-C578-714C-B97C-CD71A5874CF5}" dt="2023-11-09T12:49:55.988" v="472" actId="1037"/>
          <ac:spMkLst>
            <pc:docMk/>
            <pc:sldMk cId="0" sldId="354"/>
            <ac:spMk id="9" creationId="{19E56093-1A63-8A1E-E070-62FE7327577A}"/>
          </ac:spMkLst>
        </pc:spChg>
        <pc:spChg chg="add mod">
          <ac:chgData name="Ionut Girbea" userId="140628fa-96ce-4361-bce7-5504303d38b3" providerId="ADAL" clId="{07D332A5-C578-714C-B97C-CD71A5874CF5}" dt="2023-11-09T12:50:24.688" v="480" actId="20577"/>
          <ac:spMkLst>
            <pc:docMk/>
            <pc:sldMk cId="0" sldId="354"/>
            <ac:spMk id="10" creationId="{861AC1D1-90E9-AFDB-FE84-559E9CA0F41B}"/>
          </ac:spMkLst>
        </pc:spChg>
        <pc:spChg chg="add mod">
          <ac:chgData name="Ionut Girbea" userId="140628fa-96ce-4361-bce7-5504303d38b3" providerId="ADAL" clId="{07D332A5-C578-714C-B97C-CD71A5874CF5}" dt="2023-11-09T12:50:21.085" v="479" actId="20577"/>
          <ac:spMkLst>
            <pc:docMk/>
            <pc:sldMk cId="0" sldId="354"/>
            <ac:spMk id="11" creationId="{39F6F0D3-CE17-625D-C15B-410487A57071}"/>
          </ac:spMkLst>
        </pc:spChg>
        <pc:spChg chg="add mod">
          <ac:chgData name="Ionut Girbea" userId="140628fa-96ce-4361-bce7-5504303d38b3" providerId="ADAL" clId="{07D332A5-C578-714C-B97C-CD71A5874CF5}" dt="2023-11-09T12:50:12.489" v="477" actId="1035"/>
          <ac:spMkLst>
            <pc:docMk/>
            <pc:sldMk cId="0" sldId="354"/>
            <ac:spMk id="12" creationId="{E317552F-49ED-095C-84EE-E371357B75BA}"/>
          </ac:spMkLst>
        </pc:spChg>
        <pc:spChg chg="add mod">
          <ac:chgData name="Ionut Girbea" userId="140628fa-96ce-4361-bce7-5504303d38b3" providerId="ADAL" clId="{07D332A5-C578-714C-B97C-CD71A5874CF5}" dt="2023-11-09T12:51:37.483" v="488" actId="20577"/>
          <ac:spMkLst>
            <pc:docMk/>
            <pc:sldMk cId="0" sldId="354"/>
            <ac:spMk id="13" creationId="{AE78E1FE-B819-19AA-9050-536C70B59A03}"/>
          </ac:spMkLst>
        </pc:spChg>
        <pc:spChg chg="add del mod">
          <ac:chgData name="Ionut Girbea" userId="140628fa-96ce-4361-bce7-5504303d38b3" providerId="ADAL" clId="{07D332A5-C578-714C-B97C-CD71A5874CF5}" dt="2023-11-16T12:13:58.258" v="2800" actId="478"/>
          <ac:spMkLst>
            <pc:docMk/>
            <pc:sldMk cId="0" sldId="354"/>
            <ac:spMk id="14" creationId="{2F1A9429-EF70-516B-F86E-2CE3C3085F3E}"/>
          </ac:spMkLst>
        </pc:spChg>
        <pc:spChg chg="mod">
          <ac:chgData name="Ionut Girbea" userId="140628fa-96ce-4361-bce7-5504303d38b3" providerId="ADAL" clId="{07D332A5-C578-714C-B97C-CD71A5874CF5}" dt="2023-11-16T12:13:39.933" v="2798" actId="14826"/>
          <ac:spMkLst>
            <pc:docMk/>
            <pc:sldMk cId="0" sldId="354"/>
            <ac:spMk id="171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10.145" v="2801" actId="14826"/>
          <ac:spMkLst>
            <pc:docMk/>
            <pc:sldMk cId="0" sldId="354"/>
            <ac:spMk id="172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23.575" v="2802" actId="14826"/>
          <ac:spMkLst>
            <pc:docMk/>
            <pc:sldMk cId="0" sldId="354"/>
            <ac:spMk id="172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37.964" v="2803" actId="14826"/>
          <ac:spMkLst>
            <pc:docMk/>
            <pc:sldMk cId="0" sldId="354"/>
            <ac:spMk id="172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6:50.816" v="2804" actId="14826"/>
          <ac:spMkLst>
            <pc:docMk/>
            <pc:sldMk cId="0" sldId="354"/>
            <ac:spMk id="173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3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3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3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0.093" v="456" actId="2710"/>
          <ac:spMkLst>
            <pc:docMk/>
            <pc:sldMk cId="0" sldId="354"/>
            <ac:spMk id="173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0.093" v="456" actId="2710"/>
          <ac:spMkLst>
            <pc:docMk/>
            <pc:sldMk cId="0" sldId="354"/>
            <ac:spMk id="1737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1:28.793" v="483" actId="478"/>
          <ac:spMkLst>
            <pc:docMk/>
            <pc:sldMk cId="0" sldId="354"/>
            <ac:spMk id="1738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38:35.116" v="434" actId="478"/>
          <ac:spMkLst>
            <pc:docMk/>
            <pc:sldMk cId="0" sldId="354"/>
            <ac:spMk id="173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4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00.269" v="2805" actId="14826"/>
          <ac:spMkLst>
            <pc:docMk/>
            <pc:sldMk cId="0" sldId="354"/>
            <ac:spMk id="1742" creationId="{00000000-0000-0000-0000-000000000000}"/>
          </ac:spMkLst>
        </pc:spChg>
        <pc:spChg chg="add del mod topLvl">
          <ac:chgData name="Ionut Girbea" userId="140628fa-96ce-4361-bce7-5504303d38b3" providerId="ADAL" clId="{07D332A5-C578-714C-B97C-CD71A5874CF5}" dt="2023-11-09T12:37:57.329" v="428" actId="478"/>
          <ac:spMkLst>
            <pc:docMk/>
            <pc:sldMk cId="0" sldId="354"/>
            <ac:spMk id="1745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38:12.933" v="431" actId="478"/>
          <ac:spMkLst>
            <pc:docMk/>
            <pc:sldMk cId="0" sldId="354"/>
            <ac:spMk id="174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3.903" v="457" actId="2710"/>
          <ac:spMkLst>
            <pc:docMk/>
            <pc:sldMk cId="0" sldId="354"/>
            <ac:spMk id="174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20.228" v="2807" actId="14826"/>
          <ac:spMkLst>
            <pc:docMk/>
            <pc:sldMk cId="0" sldId="354"/>
            <ac:spMk id="174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48:30.093" v="456" actId="2710"/>
          <ac:spMkLst>
            <pc:docMk/>
            <pc:sldMk cId="0" sldId="354"/>
            <ac:spMk id="1752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39:03.042" v="440" actId="478"/>
          <ac:spMkLst>
            <pc:docMk/>
            <pc:sldMk cId="0" sldId="354"/>
            <ac:spMk id="1753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38:47.770" v="437" actId="478"/>
          <ac:spMkLst>
            <pc:docMk/>
            <pc:sldMk cId="0" sldId="354"/>
            <ac:spMk id="175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09.413" v="2806" actId="14826"/>
          <ac:spMkLst>
            <pc:docMk/>
            <pc:sldMk cId="0" sldId="354"/>
            <ac:spMk id="1756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48:54.827" v="462" actId="478"/>
          <ac:spMkLst>
            <pc:docMk/>
            <pc:sldMk cId="0" sldId="354"/>
            <ac:spMk id="1759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48:51.415" v="461" actId="478"/>
          <ac:spMkLst>
            <pc:docMk/>
            <pc:sldMk cId="0" sldId="354"/>
            <ac:spMk id="17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7:30.693" v="2808" actId="14826"/>
          <ac:spMkLst>
            <pc:docMk/>
            <pc:sldMk cId="0" sldId="354"/>
            <ac:spMk id="1762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48:56.796" v="463" actId="478"/>
          <ac:spMkLst>
            <pc:docMk/>
            <pc:sldMk cId="0" sldId="354"/>
            <ac:spMk id="1765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48:58.647" v="464" actId="478"/>
          <ac:spMkLst>
            <pc:docMk/>
            <pc:sldMk cId="0" sldId="354"/>
            <ac:spMk id="176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8:32.827" v="2809" actId="14826"/>
          <ac:spMkLst>
            <pc:docMk/>
            <pc:sldMk cId="0" sldId="354"/>
            <ac:spMk id="176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0" sldId="354"/>
            <ac:spMk id="1771" creationId="{00000000-0000-0000-0000-000000000000}"/>
          </ac:spMkLst>
        </pc:spChg>
        <pc:grpChg chg="mod">
          <ac:chgData name="Ionut Girbea" userId="140628fa-96ce-4361-bce7-5504303d38b3" providerId="ADAL" clId="{07D332A5-C578-714C-B97C-CD71A5874CF5}" dt="2023-11-16T12:13:39.933" v="2798" actId="14826"/>
          <ac:grpSpMkLst>
            <pc:docMk/>
            <pc:sldMk cId="0" sldId="354"/>
            <ac:grpSpMk id="1720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10.145" v="2801" actId="14826"/>
          <ac:grpSpMkLst>
            <pc:docMk/>
            <pc:sldMk cId="0" sldId="354"/>
            <ac:grpSpMk id="1723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23.575" v="2802" actId="14826"/>
          <ac:grpSpMkLst>
            <pc:docMk/>
            <pc:sldMk cId="0" sldId="354"/>
            <ac:grpSpMk id="1726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37.964" v="2803" actId="14826"/>
          <ac:grpSpMkLst>
            <pc:docMk/>
            <pc:sldMk cId="0" sldId="354"/>
            <ac:grpSpMk id="1729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6:50.816" v="2804" actId="14826"/>
          <ac:grpSpMkLst>
            <pc:docMk/>
            <pc:sldMk cId="0" sldId="354"/>
            <ac:grpSpMk id="1732" creationId="{00000000-0000-0000-0000-000000000000}"/>
          </ac:grpSpMkLst>
        </pc:grpChg>
        <pc:grpChg chg="del mod">
          <ac:chgData name="Ionut Girbea" userId="140628fa-96ce-4361-bce7-5504303d38b3" providerId="ADAL" clId="{07D332A5-C578-714C-B97C-CD71A5874CF5}" dt="2023-11-09T12:36:29.372" v="416" actId="165"/>
          <ac:grpSpMkLst>
            <pc:docMk/>
            <pc:sldMk cId="0" sldId="354"/>
            <ac:grpSpMk id="1740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7:00.269" v="2805" actId="14826"/>
          <ac:grpSpMkLst>
            <pc:docMk/>
            <pc:sldMk cId="0" sldId="354"/>
            <ac:grpSpMk id="1744" creationId="{00000000-0000-0000-0000-000000000000}"/>
          </ac:grpSpMkLst>
        </pc:grpChg>
        <pc:grpChg chg="add del">
          <ac:chgData name="Ionut Girbea" userId="140628fa-96ce-4361-bce7-5504303d38b3" providerId="ADAL" clId="{07D332A5-C578-714C-B97C-CD71A5874CF5}" dt="2023-11-09T12:37:32.301" v="422" actId="165"/>
          <ac:grpSpMkLst>
            <pc:docMk/>
            <pc:sldMk cId="0" sldId="354"/>
            <ac:grpSpMk id="1747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7:20.228" v="2807" actId="14826"/>
          <ac:grpSpMkLst>
            <pc:docMk/>
            <pc:sldMk cId="0" sldId="354"/>
            <ac:grpSpMk id="1751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38:47.770" v="437" actId="478"/>
          <ac:grpSpMkLst>
            <pc:docMk/>
            <pc:sldMk cId="0" sldId="354"/>
            <ac:grpSpMk id="1755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7:09.413" v="2806" actId="14826"/>
          <ac:grpSpMkLst>
            <pc:docMk/>
            <pc:sldMk cId="0" sldId="354"/>
            <ac:grpSpMk id="1758" creationId="{00000000-0000-0000-0000-000000000000}"/>
          </ac:grpSpMkLst>
        </pc:grpChg>
        <pc:grpChg chg="add del">
          <ac:chgData name="Ionut Girbea" userId="140628fa-96ce-4361-bce7-5504303d38b3" providerId="ADAL" clId="{07D332A5-C578-714C-B97C-CD71A5874CF5}" dt="2023-11-09T12:48:45.897" v="460" actId="165"/>
          <ac:grpSpMkLst>
            <pc:docMk/>
            <pc:sldMk cId="0" sldId="354"/>
            <ac:grpSpMk id="1761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7:30.693" v="2808" actId="14826"/>
          <ac:grpSpMkLst>
            <pc:docMk/>
            <pc:sldMk cId="0" sldId="354"/>
            <ac:grpSpMk id="1764" creationId="{00000000-0000-0000-0000-000000000000}"/>
          </ac:grpSpMkLst>
        </pc:grpChg>
        <pc:grpChg chg="add del">
          <ac:chgData name="Ionut Girbea" userId="140628fa-96ce-4361-bce7-5504303d38b3" providerId="ADAL" clId="{07D332A5-C578-714C-B97C-CD71A5874CF5}" dt="2023-11-09T12:48:58.647" v="464" actId="478"/>
          <ac:grpSpMkLst>
            <pc:docMk/>
            <pc:sldMk cId="0" sldId="354"/>
            <ac:grpSpMk id="1767" creationId="{00000000-0000-0000-0000-000000000000}"/>
          </ac:grpSpMkLst>
        </pc:grpChg>
        <pc:grpChg chg="mod">
          <ac:chgData name="Ionut Girbea" userId="140628fa-96ce-4361-bce7-5504303d38b3" providerId="ADAL" clId="{07D332A5-C578-714C-B97C-CD71A5874CF5}" dt="2023-11-16T12:18:32.827" v="2809" actId="14826"/>
          <ac:grpSpMkLst>
            <pc:docMk/>
            <pc:sldMk cId="0" sldId="354"/>
            <ac:grpSpMk id="1770" creationId="{00000000-0000-0000-0000-000000000000}"/>
          </ac:grpSpMkLst>
        </pc:grpChg>
        <pc:picChg chg="mod">
          <ac:chgData name="Ionut Girbea" userId="140628fa-96ce-4361-bce7-5504303d38b3" providerId="ADAL" clId="{07D332A5-C578-714C-B97C-CD71A5874CF5}" dt="2023-11-16T12:13:39.933" v="2798" actId="14826"/>
          <ac:picMkLst>
            <pc:docMk/>
            <pc:sldMk cId="0" sldId="354"/>
            <ac:picMk id="171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10.145" v="2801" actId="14826"/>
          <ac:picMkLst>
            <pc:docMk/>
            <pc:sldMk cId="0" sldId="354"/>
            <ac:picMk id="172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23.575" v="2802" actId="14826"/>
          <ac:picMkLst>
            <pc:docMk/>
            <pc:sldMk cId="0" sldId="354"/>
            <ac:picMk id="172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37.964" v="2803" actId="14826"/>
          <ac:picMkLst>
            <pc:docMk/>
            <pc:sldMk cId="0" sldId="354"/>
            <ac:picMk id="172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6:50.816" v="2804" actId="14826"/>
          <ac:picMkLst>
            <pc:docMk/>
            <pc:sldMk cId="0" sldId="354"/>
            <ac:picMk id="173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00.269" v="2805" actId="14826"/>
          <ac:picMkLst>
            <pc:docMk/>
            <pc:sldMk cId="0" sldId="354"/>
            <ac:picMk id="174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20.228" v="2807" actId="14826"/>
          <ac:picMkLst>
            <pc:docMk/>
            <pc:sldMk cId="0" sldId="354"/>
            <ac:picMk id="175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09.413" v="2806" actId="14826"/>
          <ac:picMkLst>
            <pc:docMk/>
            <pc:sldMk cId="0" sldId="354"/>
            <ac:picMk id="175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7:30.693" v="2808" actId="14826"/>
          <ac:picMkLst>
            <pc:docMk/>
            <pc:sldMk cId="0" sldId="354"/>
            <ac:picMk id="176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8:32.827" v="2809" actId="14826"/>
          <ac:picMkLst>
            <pc:docMk/>
            <pc:sldMk cId="0" sldId="354"/>
            <ac:picMk id="1769" creationId="{00000000-0000-0000-0000-000000000000}"/>
          </ac:picMkLst>
        </pc:picChg>
      </pc:sldChg>
      <pc:sldChg chg="addSp delSp modSp mod">
        <pc:chgData name="Ionut Girbea" userId="140628fa-96ce-4361-bce7-5504303d38b3" providerId="ADAL" clId="{07D332A5-C578-714C-B97C-CD71A5874CF5}" dt="2023-11-16T12:21:12.206" v="2819" actId="14826"/>
        <pc:sldMkLst>
          <pc:docMk/>
          <pc:sldMk cId="0" sldId="355"/>
        </pc:sldMkLst>
        <pc:spChg chg="add mod">
          <ac:chgData name="Ionut Girbea" userId="140628fa-96ce-4361-bce7-5504303d38b3" providerId="ADAL" clId="{07D332A5-C578-714C-B97C-CD71A5874CF5}" dt="2023-11-09T12:52:12.772" v="510" actId="1038"/>
          <ac:spMkLst>
            <pc:docMk/>
            <pc:sldMk cId="0" sldId="355"/>
            <ac:spMk id="2" creationId="{4BBD794C-E9CD-6ABC-B786-9DF08BED84B3}"/>
          </ac:spMkLst>
        </pc:spChg>
        <pc:spChg chg="add mod">
          <ac:chgData name="Ionut Girbea" userId="140628fa-96ce-4361-bce7-5504303d38b3" providerId="ADAL" clId="{07D332A5-C578-714C-B97C-CD71A5874CF5}" dt="2023-11-09T12:52:12.772" v="510" actId="1038"/>
          <ac:spMkLst>
            <pc:docMk/>
            <pc:sldMk cId="0" sldId="355"/>
            <ac:spMk id="3" creationId="{504100A5-321A-EA84-CC8D-FC878B162966}"/>
          </ac:spMkLst>
        </pc:spChg>
        <pc:spChg chg="add mod">
          <ac:chgData name="Ionut Girbea" userId="140628fa-96ce-4361-bce7-5504303d38b3" providerId="ADAL" clId="{07D332A5-C578-714C-B97C-CD71A5874CF5}" dt="2023-11-09T12:54:07.478" v="540" actId="12788"/>
          <ac:spMkLst>
            <pc:docMk/>
            <pc:sldMk cId="0" sldId="355"/>
            <ac:spMk id="4" creationId="{7B34CA03-AB81-B07E-BE91-742F019EFE2F}"/>
          </ac:spMkLst>
        </pc:spChg>
        <pc:spChg chg="add mod">
          <ac:chgData name="Ionut Girbea" userId="140628fa-96ce-4361-bce7-5504303d38b3" providerId="ADAL" clId="{07D332A5-C578-714C-B97C-CD71A5874CF5}" dt="2023-11-09T12:52:34.003" v="518" actId="1036"/>
          <ac:spMkLst>
            <pc:docMk/>
            <pc:sldMk cId="0" sldId="355"/>
            <ac:spMk id="5" creationId="{2A9ACDD6-652D-9891-5BA7-E114DF05E41C}"/>
          </ac:spMkLst>
        </pc:spChg>
        <pc:spChg chg="add del mod">
          <ac:chgData name="Ionut Girbea" userId="140628fa-96ce-4361-bce7-5504303d38b3" providerId="ADAL" clId="{07D332A5-C578-714C-B97C-CD71A5874CF5}" dt="2023-11-09T12:53:54.605" v="537"/>
          <ac:spMkLst>
            <pc:docMk/>
            <pc:sldMk cId="0" sldId="355"/>
            <ac:spMk id="6" creationId="{B2CCB9ED-676B-4FE9-8EF6-B6A776A6C59E}"/>
          </ac:spMkLst>
        </pc:spChg>
        <pc:spChg chg="add del mod">
          <ac:chgData name="Ionut Girbea" userId="140628fa-96ce-4361-bce7-5504303d38b3" providerId="ADAL" clId="{07D332A5-C578-714C-B97C-CD71A5874CF5}" dt="2023-11-09T12:53:54.605" v="537"/>
          <ac:spMkLst>
            <pc:docMk/>
            <pc:sldMk cId="0" sldId="355"/>
            <ac:spMk id="7" creationId="{8AFD5A7C-C892-61BA-FE06-AEDE419D0780}"/>
          </ac:spMkLst>
        </pc:spChg>
        <pc:spChg chg="add mod">
          <ac:chgData name="Ionut Girbea" userId="140628fa-96ce-4361-bce7-5504303d38b3" providerId="ADAL" clId="{07D332A5-C578-714C-B97C-CD71A5874CF5}" dt="2023-11-09T12:54:23.077" v="541" actId="12789"/>
          <ac:spMkLst>
            <pc:docMk/>
            <pc:sldMk cId="0" sldId="355"/>
            <ac:spMk id="8" creationId="{6E3192C6-1D3F-9B43-222B-1F48073B5A4A}"/>
          </ac:spMkLst>
        </pc:spChg>
        <pc:spChg chg="add mod">
          <ac:chgData name="Ionut Girbea" userId="140628fa-96ce-4361-bce7-5504303d38b3" providerId="ADAL" clId="{07D332A5-C578-714C-B97C-CD71A5874CF5}" dt="2023-11-09T12:54:35.672" v="543" actId="1076"/>
          <ac:spMkLst>
            <pc:docMk/>
            <pc:sldMk cId="0" sldId="355"/>
            <ac:spMk id="9" creationId="{D43F22FE-EC60-4AFD-5F9C-71FC0C6326E6}"/>
          </ac:spMkLst>
        </pc:spChg>
        <pc:spChg chg="add mod">
          <ac:chgData name="Ionut Girbea" userId="140628fa-96ce-4361-bce7-5504303d38b3" providerId="ADAL" clId="{07D332A5-C578-714C-B97C-CD71A5874CF5}" dt="2023-11-09T12:54:35.672" v="543" actId="1076"/>
          <ac:spMkLst>
            <pc:docMk/>
            <pc:sldMk cId="0" sldId="355"/>
            <ac:spMk id="10" creationId="{F4532C61-DB89-DC2A-B4E7-9F7979634FB6}"/>
          </ac:spMkLst>
        </pc:spChg>
        <pc:spChg chg="add mod">
          <ac:chgData name="Ionut Girbea" userId="140628fa-96ce-4361-bce7-5504303d38b3" providerId="ADAL" clId="{07D332A5-C578-714C-B97C-CD71A5874CF5}" dt="2023-11-09T12:54:58.012" v="552" actId="1038"/>
          <ac:spMkLst>
            <pc:docMk/>
            <pc:sldMk cId="0" sldId="355"/>
            <ac:spMk id="11" creationId="{1A58F990-DA04-8F75-D39E-0D7B78982811}"/>
          </ac:spMkLst>
        </pc:spChg>
        <pc:spChg chg="add mod">
          <ac:chgData name="Ionut Girbea" userId="140628fa-96ce-4361-bce7-5504303d38b3" providerId="ADAL" clId="{07D332A5-C578-714C-B97C-CD71A5874CF5}" dt="2023-11-09T12:54:58.012" v="552" actId="1038"/>
          <ac:spMkLst>
            <pc:docMk/>
            <pc:sldMk cId="0" sldId="355"/>
            <ac:spMk id="12" creationId="{2EC75E97-18FF-409F-0714-904070D81C65}"/>
          </ac:spMkLst>
        </pc:spChg>
        <pc:spChg chg="add mod">
          <ac:chgData name="Ionut Girbea" userId="140628fa-96ce-4361-bce7-5504303d38b3" providerId="ADAL" clId="{07D332A5-C578-714C-B97C-CD71A5874CF5}" dt="2023-11-09T12:55:22.033" v="557" actId="1037"/>
          <ac:spMkLst>
            <pc:docMk/>
            <pc:sldMk cId="0" sldId="355"/>
            <ac:spMk id="13" creationId="{BAD49698-F75F-1283-6FEF-01158A7EC958}"/>
          </ac:spMkLst>
        </pc:spChg>
        <pc:spChg chg="add mod">
          <ac:chgData name="Ionut Girbea" userId="140628fa-96ce-4361-bce7-5504303d38b3" providerId="ADAL" clId="{07D332A5-C578-714C-B97C-CD71A5874CF5}" dt="2023-11-09T12:55:22.033" v="557" actId="1037"/>
          <ac:spMkLst>
            <pc:docMk/>
            <pc:sldMk cId="0" sldId="355"/>
            <ac:spMk id="14" creationId="{8A058282-A84B-B1E6-C5AE-7F6276212F7A}"/>
          </ac:spMkLst>
        </pc:spChg>
        <pc:spChg chg="add mod">
          <ac:chgData name="Ionut Girbea" userId="140628fa-96ce-4361-bce7-5504303d38b3" providerId="ADAL" clId="{07D332A5-C578-714C-B97C-CD71A5874CF5}" dt="2023-11-09T12:55:46.904" v="561" actId="1036"/>
          <ac:spMkLst>
            <pc:docMk/>
            <pc:sldMk cId="0" sldId="355"/>
            <ac:spMk id="15" creationId="{A89EAC73-8942-ABB0-2915-CE19F9131289}"/>
          </ac:spMkLst>
        </pc:spChg>
        <pc:spChg chg="add mod">
          <ac:chgData name="Ionut Girbea" userId="140628fa-96ce-4361-bce7-5504303d38b3" providerId="ADAL" clId="{07D332A5-C578-714C-B97C-CD71A5874CF5}" dt="2023-11-09T12:55:46.904" v="561" actId="1036"/>
          <ac:spMkLst>
            <pc:docMk/>
            <pc:sldMk cId="0" sldId="355"/>
            <ac:spMk id="16" creationId="{A8D2788C-CA72-3AD7-33F8-4AC295C73D18}"/>
          </ac:spMkLst>
        </pc:spChg>
        <pc:spChg chg="add mod">
          <ac:chgData name="Ionut Girbea" userId="140628fa-96ce-4361-bce7-5504303d38b3" providerId="ADAL" clId="{07D332A5-C578-714C-B97C-CD71A5874CF5}" dt="2023-11-09T12:55:57.433" v="568" actId="1035"/>
          <ac:spMkLst>
            <pc:docMk/>
            <pc:sldMk cId="0" sldId="355"/>
            <ac:spMk id="17" creationId="{0938CA90-E119-B01C-FEAC-3F98E505D835}"/>
          </ac:spMkLst>
        </pc:spChg>
        <pc:spChg chg="add mod">
          <ac:chgData name="Ionut Girbea" userId="140628fa-96ce-4361-bce7-5504303d38b3" providerId="ADAL" clId="{07D332A5-C578-714C-B97C-CD71A5874CF5}" dt="2023-11-09T12:55:57.433" v="568" actId="1035"/>
          <ac:spMkLst>
            <pc:docMk/>
            <pc:sldMk cId="0" sldId="355"/>
            <ac:spMk id="18" creationId="{A55FD667-B713-236B-8D32-F2617542C5B0}"/>
          </ac:spMkLst>
        </pc:spChg>
        <pc:spChg chg="add mod">
          <ac:chgData name="Ionut Girbea" userId="140628fa-96ce-4361-bce7-5504303d38b3" providerId="ADAL" clId="{07D332A5-C578-714C-B97C-CD71A5874CF5}" dt="2023-11-09T12:56:13.286" v="571" actId="1035"/>
          <ac:spMkLst>
            <pc:docMk/>
            <pc:sldMk cId="0" sldId="355"/>
            <ac:spMk id="19" creationId="{D8E5DF33-E752-057A-73D6-858D02E75418}"/>
          </ac:spMkLst>
        </pc:spChg>
        <pc:spChg chg="add mod">
          <ac:chgData name="Ionut Girbea" userId="140628fa-96ce-4361-bce7-5504303d38b3" providerId="ADAL" clId="{07D332A5-C578-714C-B97C-CD71A5874CF5}" dt="2023-11-09T12:56:13.286" v="571" actId="1035"/>
          <ac:spMkLst>
            <pc:docMk/>
            <pc:sldMk cId="0" sldId="355"/>
            <ac:spMk id="20" creationId="{3C010547-6229-5EB2-3FD4-5FDDDB5C6273}"/>
          </ac:spMkLst>
        </pc:spChg>
        <pc:spChg chg="add mod">
          <ac:chgData name="Ionut Girbea" userId="140628fa-96ce-4361-bce7-5504303d38b3" providerId="ADAL" clId="{07D332A5-C578-714C-B97C-CD71A5874CF5}" dt="2023-11-09T12:56:22.289" v="573" actId="1076"/>
          <ac:spMkLst>
            <pc:docMk/>
            <pc:sldMk cId="0" sldId="355"/>
            <ac:spMk id="21" creationId="{ED1349EE-FD2C-54FE-683A-EFEA63AEACCD}"/>
          </ac:spMkLst>
        </pc:spChg>
        <pc:spChg chg="add mod">
          <ac:chgData name="Ionut Girbea" userId="140628fa-96ce-4361-bce7-5504303d38b3" providerId="ADAL" clId="{07D332A5-C578-714C-B97C-CD71A5874CF5}" dt="2023-11-09T12:56:22.289" v="573" actId="1076"/>
          <ac:spMkLst>
            <pc:docMk/>
            <pc:sldMk cId="0" sldId="355"/>
            <ac:spMk id="22" creationId="{E9CDA920-C7C1-0961-4517-7CABB0DFF119}"/>
          </ac:spMkLst>
        </pc:spChg>
        <pc:spChg chg="mod">
          <ac:chgData name="Ionut Girbea" userId="140628fa-96ce-4361-bce7-5504303d38b3" providerId="ADAL" clId="{07D332A5-C578-714C-B97C-CD71A5874CF5}" dt="2023-11-16T12:19:31.208" v="2811" actId="14826"/>
          <ac:spMkLst>
            <pc:docMk/>
            <pc:sldMk cId="0" sldId="355"/>
            <ac:spMk id="1782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3:20.828" v="527" actId="478"/>
          <ac:spMkLst>
            <pc:docMk/>
            <pc:sldMk cId="0" sldId="355"/>
            <ac:spMk id="1785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3:23.243" v="528" actId="478"/>
          <ac:spMkLst>
            <pc:docMk/>
            <pc:sldMk cId="0" sldId="355"/>
            <ac:spMk id="178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9:47.150" v="2812" actId="14826"/>
          <ac:spMkLst>
            <pc:docMk/>
            <pc:sldMk cId="0" sldId="355"/>
            <ac:spMk id="1788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27.574" v="530" actId="478"/>
          <ac:spMkLst>
            <pc:docMk/>
            <pc:sldMk cId="0" sldId="355"/>
            <ac:spMk id="1791" creationId="{00000000-0000-0000-0000-000000000000}"/>
          </ac:spMkLst>
        </pc:spChg>
        <pc:spChg chg="del">
          <ac:chgData name="Ionut Girbea" userId="140628fa-96ce-4361-bce7-5504303d38b3" providerId="ADAL" clId="{07D332A5-C578-714C-B97C-CD71A5874CF5}" dt="2023-11-09T12:53:25.789" v="529" actId="478"/>
          <ac:spMkLst>
            <pc:docMk/>
            <pc:sldMk cId="0" sldId="355"/>
            <ac:spMk id="17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9:55.734" v="2813" actId="14826"/>
          <ac:spMkLst>
            <pc:docMk/>
            <pc:sldMk cId="0" sldId="355"/>
            <ac:spMk id="1794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2:21.297" v="511" actId="478"/>
          <ac:spMkLst>
            <pc:docMk/>
            <pc:sldMk cId="0" sldId="355"/>
            <ac:spMk id="1797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2:21.297" v="511" actId="478"/>
          <ac:spMkLst>
            <pc:docMk/>
            <pc:sldMk cId="0" sldId="355"/>
            <ac:spMk id="17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22.798" v="2815" actId="14826"/>
          <ac:spMkLst>
            <pc:docMk/>
            <pc:sldMk cId="0" sldId="355"/>
            <ac:spMk id="1801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3:29.402" v="531" actId="478"/>
          <ac:spMkLst>
            <pc:docMk/>
            <pc:sldMk cId="0" sldId="355"/>
            <ac:spMk id="1804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3:30.893" v="532" actId="478"/>
          <ac:spMkLst>
            <pc:docMk/>
            <pc:sldMk cId="0" sldId="355"/>
            <ac:spMk id="180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14.452" v="2814" actId="14826"/>
          <ac:spMkLst>
            <pc:docMk/>
            <pc:sldMk cId="0" sldId="355"/>
            <ac:spMk id="1807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32.773" v="533" actId="478"/>
          <ac:spMkLst>
            <pc:docMk/>
            <pc:sldMk cId="0" sldId="355"/>
            <ac:spMk id="1810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34.357" v="534" actId="478"/>
          <ac:spMkLst>
            <pc:docMk/>
            <pc:sldMk cId="0" sldId="355"/>
            <ac:spMk id="181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19:22.240" v="2810" actId="14826"/>
          <ac:spMkLst>
            <pc:docMk/>
            <pc:sldMk cId="0" sldId="355"/>
            <ac:spMk id="1813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17.006" v="525" actId="478"/>
          <ac:spMkLst>
            <pc:docMk/>
            <pc:sldMk cId="0" sldId="355"/>
            <ac:spMk id="1816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18.710" v="526" actId="478"/>
          <ac:spMkLst>
            <pc:docMk/>
            <pc:sldMk cId="0" sldId="355"/>
            <ac:spMk id="18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35.095" v="2816" actId="14826"/>
          <ac:spMkLst>
            <pc:docMk/>
            <pc:sldMk cId="0" sldId="355"/>
            <ac:spMk id="1819" creationId="{00000000-0000-0000-0000-000000000000}"/>
          </ac:spMkLst>
        </pc:spChg>
        <pc:spChg chg="del mod">
          <ac:chgData name="Ionut Girbea" userId="140628fa-96ce-4361-bce7-5504303d38b3" providerId="ADAL" clId="{07D332A5-C578-714C-B97C-CD71A5874CF5}" dt="2023-11-09T12:51:54.447" v="489" actId="478"/>
          <ac:spMkLst>
            <pc:docMk/>
            <pc:sldMk cId="0" sldId="355"/>
            <ac:spMk id="1822" creationId="{00000000-0000-0000-0000-000000000000}"/>
          </ac:spMkLst>
        </pc:spChg>
        <pc:spChg chg="del topLvl">
          <ac:chgData name="Ionut Girbea" userId="140628fa-96ce-4361-bce7-5504303d38b3" providerId="ADAL" clId="{07D332A5-C578-714C-B97C-CD71A5874CF5}" dt="2023-11-09T12:51:54.447" v="489" actId="478"/>
          <ac:spMkLst>
            <pc:docMk/>
            <pc:sldMk cId="0" sldId="355"/>
            <ac:spMk id="182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46.257" v="2817" actId="14826"/>
          <ac:spMkLst>
            <pc:docMk/>
            <pc:sldMk cId="0" sldId="355"/>
            <ac:spMk id="1826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49.774" v="520" actId="478"/>
          <ac:spMkLst>
            <pc:docMk/>
            <pc:sldMk cId="0" sldId="355"/>
            <ac:spMk id="1829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49.774" v="520" actId="478"/>
          <ac:spMkLst>
            <pc:docMk/>
            <pc:sldMk cId="0" sldId="355"/>
            <ac:spMk id="183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0:56.145" v="2818" actId="14826"/>
          <ac:spMkLst>
            <pc:docMk/>
            <pc:sldMk cId="0" sldId="355"/>
            <ac:spMk id="1832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57.284" v="522" actId="478"/>
          <ac:spMkLst>
            <pc:docMk/>
            <pc:sldMk cId="0" sldId="355"/>
            <ac:spMk id="1835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2:57.284" v="522" actId="478"/>
          <ac:spMkLst>
            <pc:docMk/>
            <pc:sldMk cId="0" sldId="355"/>
            <ac:spMk id="183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1:12.206" v="2819" actId="14826"/>
          <ac:spMkLst>
            <pc:docMk/>
            <pc:sldMk cId="0" sldId="355"/>
            <ac:spMk id="1838" creationId="{00000000-0000-0000-0000-000000000000}"/>
          </ac:spMkLst>
        </pc:spChg>
        <pc:spChg chg="del mod topLvl">
          <ac:chgData name="Ionut Girbea" userId="140628fa-96ce-4361-bce7-5504303d38b3" providerId="ADAL" clId="{07D332A5-C578-714C-B97C-CD71A5874CF5}" dt="2023-11-09T12:53:47.028" v="535" actId="478"/>
          <ac:spMkLst>
            <pc:docMk/>
            <pc:sldMk cId="0" sldId="355"/>
            <ac:spMk id="1841" creationId="{00000000-0000-0000-0000-000000000000}"/>
          </ac:spMkLst>
        </pc:spChg>
        <pc:grpChg chg="mod topLvl">
          <ac:chgData name="Ionut Girbea" userId="140628fa-96ce-4361-bce7-5504303d38b3" providerId="ADAL" clId="{07D332A5-C578-714C-B97C-CD71A5874CF5}" dt="2023-11-16T12:19:31.208" v="2811" actId="14826"/>
          <ac:grpSpMkLst>
            <pc:docMk/>
            <pc:sldMk cId="0" sldId="355"/>
            <ac:grpSpMk id="1784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23.243" v="528" actId="478"/>
          <ac:grpSpMkLst>
            <pc:docMk/>
            <pc:sldMk cId="0" sldId="355"/>
            <ac:grpSpMk id="1787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9:47.150" v="2812" actId="14826"/>
          <ac:grpSpMkLst>
            <pc:docMk/>
            <pc:sldMk cId="0" sldId="355"/>
            <ac:grpSpMk id="1790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27.574" v="530" actId="478"/>
          <ac:grpSpMkLst>
            <pc:docMk/>
            <pc:sldMk cId="0" sldId="355"/>
            <ac:grpSpMk id="1793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9:55.734" v="2813" actId="14826"/>
          <ac:grpSpMkLst>
            <pc:docMk/>
            <pc:sldMk cId="0" sldId="355"/>
            <ac:grpSpMk id="1796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21.297" v="511" actId="478"/>
          <ac:grpSpMkLst>
            <pc:docMk/>
            <pc:sldMk cId="0" sldId="355"/>
            <ac:grpSpMk id="1799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21.297" v="511" actId="478"/>
          <ac:grpSpMkLst>
            <pc:docMk/>
            <pc:sldMk cId="0" sldId="355"/>
            <ac:grpSpMk id="1800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22.798" v="2815" actId="14826"/>
          <ac:grpSpMkLst>
            <pc:docMk/>
            <pc:sldMk cId="0" sldId="355"/>
            <ac:grpSpMk id="1803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30.893" v="532" actId="478"/>
          <ac:grpSpMkLst>
            <pc:docMk/>
            <pc:sldMk cId="0" sldId="355"/>
            <ac:grpSpMk id="1806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14.452" v="2814" actId="14826"/>
          <ac:grpSpMkLst>
            <pc:docMk/>
            <pc:sldMk cId="0" sldId="355"/>
            <ac:grpSpMk id="1809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02.489" v="523" actId="165"/>
          <ac:grpSpMkLst>
            <pc:docMk/>
            <pc:sldMk cId="0" sldId="355"/>
            <ac:grpSpMk id="1812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19:22.240" v="2810" actId="14826"/>
          <ac:grpSpMkLst>
            <pc:docMk/>
            <pc:sldMk cId="0" sldId="355"/>
            <ac:grpSpMk id="1815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13.048" v="524" actId="165"/>
          <ac:grpSpMkLst>
            <pc:docMk/>
            <pc:sldMk cId="0" sldId="355"/>
            <ac:grpSpMk id="1818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35.095" v="2816" actId="14826"/>
          <ac:grpSpMkLst>
            <pc:docMk/>
            <pc:sldMk cId="0" sldId="355"/>
            <ac:grpSpMk id="1821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1:54.447" v="489" actId="478"/>
          <ac:grpSpMkLst>
            <pc:docMk/>
            <pc:sldMk cId="0" sldId="355"/>
            <ac:grpSpMk id="1824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1:54.447" v="489" actId="478"/>
          <ac:grpSpMkLst>
            <pc:docMk/>
            <pc:sldMk cId="0" sldId="355"/>
            <ac:grpSpMk id="1825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46.257" v="2817" actId="14826"/>
          <ac:grpSpMkLst>
            <pc:docMk/>
            <pc:sldMk cId="0" sldId="355"/>
            <ac:grpSpMk id="1828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47.201" v="519" actId="165"/>
          <ac:grpSpMkLst>
            <pc:docMk/>
            <pc:sldMk cId="0" sldId="355"/>
            <ac:grpSpMk id="1831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0:56.145" v="2818" actId="14826"/>
          <ac:grpSpMkLst>
            <pc:docMk/>
            <pc:sldMk cId="0" sldId="355"/>
            <ac:grpSpMk id="1834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2:55.015" v="521" actId="165"/>
          <ac:grpSpMkLst>
            <pc:docMk/>
            <pc:sldMk cId="0" sldId="355"/>
            <ac:grpSpMk id="1837" creationId="{00000000-0000-0000-0000-000000000000}"/>
          </ac:grpSpMkLst>
        </pc:grpChg>
        <pc:grpChg chg="mod topLvl">
          <ac:chgData name="Ionut Girbea" userId="140628fa-96ce-4361-bce7-5504303d38b3" providerId="ADAL" clId="{07D332A5-C578-714C-B97C-CD71A5874CF5}" dt="2023-11-16T12:21:12.206" v="2819" actId="14826"/>
          <ac:grpSpMkLst>
            <pc:docMk/>
            <pc:sldMk cId="0" sldId="355"/>
            <ac:grpSpMk id="1840" creationId="{00000000-0000-0000-0000-000000000000}"/>
          </ac:grpSpMkLst>
        </pc:grpChg>
        <pc:grpChg chg="del">
          <ac:chgData name="Ionut Girbea" userId="140628fa-96ce-4361-bce7-5504303d38b3" providerId="ADAL" clId="{07D332A5-C578-714C-B97C-CD71A5874CF5}" dt="2023-11-09T12:53:47.028" v="535" actId="478"/>
          <ac:grpSpMkLst>
            <pc:docMk/>
            <pc:sldMk cId="0" sldId="355"/>
            <ac:grpSpMk id="1842" creationId="{00000000-0000-0000-0000-000000000000}"/>
          </ac:grpSpMkLst>
        </pc:grpChg>
        <pc:picChg chg="mod">
          <ac:chgData name="Ionut Girbea" userId="140628fa-96ce-4361-bce7-5504303d38b3" providerId="ADAL" clId="{07D332A5-C578-714C-B97C-CD71A5874CF5}" dt="2023-11-16T12:19:31.208" v="2811" actId="14826"/>
          <ac:picMkLst>
            <pc:docMk/>
            <pc:sldMk cId="0" sldId="355"/>
            <ac:picMk id="178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9:47.150" v="2812" actId="14826"/>
          <ac:picMkLst>
            <pc:docMk/>
            <pc:sldMk cId="0" sldId="355"/>
            <ac:picMk id="178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9:55.734" v="2813" actId="14826"/>
          <ac:picMkLst>
            <pc:docMk/>
            <pc:sldMk cId="0" sldId="355"/>
            <ac:picMk id="179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22.798" v="2815" actId="14826"/>
          <ac:picMkLst>
            <pc:docMk/>
            <pc:sldMk cId="0" sldId="355"/>
            <ac:picMk id="1802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14.452" v="2814" actId="14826"/>
          <ac:picMkLst>
            <pc:docMk/>
            <pc:sldMk cId="0" sldId="355"/>
            <ac:picMk id="1808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19:22.240" v="2810" actId="14826"/>
          <ac:picMkLst>
            <pc:docMk/>
            <pc:sldMk cId="0" sldId="355"/>
            <ac:picMk id="1814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35.095" v="2816" actId="14826"/>
          <ac:picMkLst>
            <pc:docMk/>
            <pc:sldMk cId="0" sldId="355"/>
            <ac:picMk id="1820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46.257" v="2817" actId="14826"/>
          <ac:picMkLst>
            <pc:docMk/>
            <pc:sldMk cId="0" sldId="355"/>
            <ac:picMk id="182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0:56.145" v="2818" actId="14826"/>
          <ac:picMkLst>
            <pc:docMk/>
            <pc:sldMk cId="0" sldId="355"/>
            <ac:picMk id="183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1:12.206" v="2819" actId="14826"/>
          <ac:picMkLst>
            <pc:docMk/>
            <pc:sldMk cId="0" sldId="355"/>
            <ac:picMk id="1839" creationId="{00000000-0000-0000-0000-000000000000}"/>
          </ac:picMkLst>
        </pc:picChg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6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7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8"/>
        </pc:sldMkLst>
      </pc:sldChg>
      <pc:sldChg chg="modNotes">
        <pc:chgData name="Ionut Girbea" userId="140628fa-96ce-4361-bce7-5504303d38b3" providerId="ADAL" clId="{07D332A5-C578-714C-B97C-CD71A5874CF5}" dt="2023-11-09T08:39:43.427" v="58"/>
        <pc:sldMkLst>
          <pc:docMk/>
          <pc:sldMk cId="0" sldId="359"/>
        </pc:sldMkLst>
      </pc:sldChg>
      <pc:sldChg chg="modSp mod modNotes">
        <pc:chgData name="Ionut Girbea" userId="140628fa-96ce-4361-bce7-5504303d38b3" providerId="ADAL" clId="{07D332A5-C578-714C-B97C-CD71A5874CF5}" dt="2023-11-16T12:21:35.458" v="2820" actId="948"/>
        <pc:sldMkLst>
          <pc:docMk/>
          <pc:sldMk cId="0" sldId="360"/>
        </pc:sldMkLst>
        <pc:spChg chg="mod">
          <ac:chgData name="Ionut Girbea" userId="140628fa-96ce-4361-bce7-5504303d38b3" providerId="ADAL" clId="{07D332A5-C578-714C-B97C-CD71A5874CF5}" dt="2023-11-16T12:21:35.458" v="2820" actId="948"/>
          <ac:spMkLst>
            <pc:docMk/>
            <pc:sldMk cId="0" sldId="360"/>
            <ac:spMk id="1883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2:36:15.124" v="3052" actId="478"/>
        <pc:sldMkLst>
          <pc:docMk/>
          <pc:sldMk cId="0" sldId="361"/>
        </pc:sldMkLst>
        <pc:spChg chg="mod">
          <ac:chgData name="Ionut Girbea" userId="140628fa-96ce-4361-bce7-5504303d38b3" providerId="ADAL" clId="{07D332A5-C578-714C-B97C-CD71A5874CF5}" dt="2023-11-16T12:21:45.065" v="2821" actId="948"/>
          <ac:spMkLst>
            <pc:docMk/>
            <pc:sldMk cId="0" sldId="361"/>
            <ac:spMk id="189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8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90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31:57.907" v="3033" actId="948"/>
          <ac:spMkLst>
            <pc:docMk/>
            <pc:sldMk cId="0" sldId="361"/>
            <ac:spMk id="1902" creationId="{00000000-0000-0000-0000-000000000000}"/>
          </ac:spMkLst>
        </pc:spChg>
        <pc:picChg chg="add del mod">
          <ac:chgData name="Ionut Girbea" userId="140628fa-96ce-4361-bce7-5504303d38b3" providerId="ADAL" clId="{07D332A5-C578-714C-B97C-CD71A5874CF5}" dt="2023-11-16T12:36:15.124" v="3052" actId="478"/>
          <ac:picMkLst>
            <pc:docMk/>
            <pc:sldMk cId="0" sldId="361"/>
            <ac:picMk id="2" creationId="{DA25354E-6024-0DDE-A6DA-C7D65E401FCB}"/>
          </ac:picMkLst>
        </pc:picChg>
        <pc:picChg chg="mod">
          <ac:chgData name="Ionut Girbea" userId="140628fa-96ce-4361-bce7-5504303d38b3" providerId="ADAL" clId="{07D332A5-C578-714C-B97C-CD71A5874CF5}" dt="2023-11-16T12:25:04.465" v="2872" actId="14826"/>
          <ac:picMkLst>
            <pc:docMk/>
            <pc:sldMk cId="0" sldId="361"/>
            <ac:picMk id="1893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5:27.771" v="2873" actId="14826"/>
          <ac:picMkLst>
            <pc:docMk/>
            <pc:sldMk cId="0" sldId="361"/>
            <ac:picMk id="1895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25:36.700" v="2874" actId="14826"/>
          <ac:picMkLst>
            <pc:docMk/>
            <pc:sldMk cId="0" sldId="361"/>
            <ac:picMk id="1897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30:27.521" v="3019" actId="1036"/>
          <ac:picMkLst>
            <pc:docMk/>
            <pc:sldMk cId="0" sldId="361"/>
            <ac:picMk id="1899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30:27.521" v="3019" actId="1036"/>
          <ac:picMkLst>
            <pc:docMk/>
            <pc:sldMk cId="0" sldId="361"/>
            <ac:picMk id="1901" creationId="{00000000-0000-0000-0000-000000000000}"/>
          </ac:picMkLst>
        </pc:picChg>
        <pc:picChg chg="mod">
          <ac:chgData name="Ionut Girbea" userId="140628fa-96ce-4361-bce7-5504303d38b3" providerId="ADAL" clId="{07D332A5-C578-714C-B97C-CD71A5874CF5}" dt="2023-11-16T12:30:27.521" v="3019" actId="1036"/>
          <ac:picMkLst>
            <pc:docMk/>
            <pc:sldMk cId="0" sldId="361"/>
            <ac:picMk id="1903" creationId="{00000000-0000-0000-0000-000000000000}"/>
          </ac:picMkLst>
        </pc:picChg>
      </pc:sldChg>
      <pc:sldChg chg="modSp mod modNotes">
        <pc:chgData name="Ionut Girbea" userId="140628fa-96ce-4361-bce7-5504303d38b3" providerId="ADAL" clId="{07D332A5-C578-714C-B97C-CD71A5874CF5}" dt="2023-11-16T12:22:30.519" v="2851" actId="948"/>
        <pc:sldMkLst>
          <pc:docMk/>
          <pc:sldMk cId="0" sldId="362"/>
        </pc:sldMkLst>
        <pc:spChg chg="mod">
          <ac:chgData name="Ionut Girbea" userId="140628fa-96ce-4361-bce7-5504303d38b3" providerId="ADAL" clId="{07D332A5-C578-714C-B97C-CD71A5874CF5}" dt="2023-11-16T12:22:30.519" v="2851" actId="948"/>
          <ac:spMkLst>
            <pc:docMk/>
            <pc:sldMk cId="0" sldId="362"/>
            <ac:spMk id="190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2:27.414" v="2326" actId="113"/>
          <ac:spMkLst>
            <pc:docMk/>
            <pc:sldMk cId="0" sldId="362"/>
            <ac:spMk id="1926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52:22.758" v="2324" actId="113"/>
          <ac:spMkLst>
            <pc:docMk/>
            <pc:sldMk cId="0" sldId="362"/>
            <ac:spMk id="1935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20T07:44:07.347" v="3356" actId="1076"/>
        <pc:sldMkLst>
          <pc:docMk/>
          <pc:sldMk cId="0" sldId="363"/>
        </pc:sldMkLst>
        <pc:spChg chg="mod">
          <ac:chgData name="Ionut Girbea" userId="140628fa-96ce-4361-bce7-5504303d38b3" providerId="ADAL" clId="{07D332A5-C578-714C-B97C-CD71A5874CF5}" dt="2023-11-20T07:44:07.347" v="3356" actId="1076"/>
          <ac:spMkLst>
            <pc:docMk/>
            <pc:sldMk cId="0" sldId="363"/>
            <ac:spMk id="1966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22T09:00:57.064" v="3712" actId="478"/>
        <pc:sldMkLst>
          <pc:docMk/>
          <pc:sldMk cId="0" sldId="364"/>
        </pc:sldMkLst>
        <pc:spChg chg="mod">
          <ac:chgData name="Ionut Girbea" userId="140628fa-96ce-4361-bce7-5504303d38b3" providerId="ADAL" clId="{07D332A5-C578-714C-B97C-CD71A5874CF5}" dt="2023-11-22T08:55:25.024" v="3651" actId="27803"/>
          <ac:spMkLst>
            <pc:docMk/>
            <pc:sldMk cId="0" sldId="364"/>
            <ac:spMk id="41" creationId="{0493870C-619C-5445-6A11-7E2F9243F222}"/>
          </ac:spMkLst>
        </pc:spChg>
        <pc:spChg chg="mod">
          <ac:chgData name="Ionut Girbea" userId="140628fa-96ce-4361-bce7-5504303d38b3" providerId="ADAL" clId="{07D332A5-C578-714C-B97C-CD71A5874CF5}" dt="2023-11-16T12:23:44.484" v="2859" actId="14100"/>
          <ac:spMkLst>
            <pc:docMk/>
            <pc:sldMk cId="0" sldId="364"/>
            <ac:spMk id="197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23:53.154" v="2861" actId="948"/>
          <ac:spMkLst>
            <pc:docMk/>
            <pc:sldMk cId="0" sldId="364"/>
            <ac:spMk id="1974" creationId="{00000000-0000-0000-0000-000000000000}"/>
          </ac:spMkLst>
        </pc:spChg>
        <pc:grpChg chg="del">
          <ac:chgData name="Ionut Girbea" userId="140628fa-96ce-4361-bce7-5504303d38b3" providerId="ADAL" clId="{07D332A5-C578-714C-B97C-CD71A5874CF5}" dt="2023-11-16T10:03:38.236" v="2634" actId="478"/>
          <ac:grpSpMkLst>
            <pc:docMk/>
            <pc:sldMk cId="0" sldId="364"/>
            <ac:grpSpMk id="2" creationId="{9AC1B951-CE7A-67A0-206F-9D68D39DEDD8}"/>
          </ac:grpSpMkLst>
        </pc:grpChg>
        <pc:grpChg chg="del mod">
          <ac:chgData name="Ionut Girbea" userId="140628fa-96ce-4361-bce7-5504303d38b3" providerId="ADAL" clId="{07D332A5-C578-714C-B97C-CD71A5874CF5}" dt="2023-11-16T10:04:46.913" v="2638" actId="165"/>
          <ac:grpSpMkLst>
            <pc:docMk/>
            <pc:sldMk cId="0" sldId="364"/>
            <ac:grpSpMk id="15" creationId="{1518D0C1-B73B-9C56-44FF-E6313A5A8DF7}"/>
          </ac:grpSpMkLst>
        </pc:grpChg>
        <pc:grpChg chg="del mod">
          <ac:chgData name="Ionut Girbea" userId="140628fa-96ce-4361-bce7-5504303d38b3" providerId="ADAL" clId="{07D332A5-C578-714C-B97C-CD71A5874CF5}" dt="2023-11-16T10:05:28.892" v="2643" actId="165"/>
          <ac:grpSpMkLst>
            <pc:docMk/>
            <pc:sldMk cId="0" sldId="364"/>
            <ac:grpSpMk id="28" creationId="{3CA4643A-8C5A-D858-1968-6575914D3D72}"/>
          </ac:grpSpMkLst>
        </pc:grpChg>
        <pc:grpChg chg="del mod">
          <ac:chgData name="Ionut Girbea" userId="140628fa-96ce-4361-bce7-5504303d38b3" providerId="ADAL" clId="{07D332A5-C578-714C-B97C-CD71A5874CF5}" dt="2023-11-16T10:05:25.255" v="2642" actId="165"/>
          <ac:grpSpMkLst>
            <pc:docMk/>
            <pc:sldMk cId="0" sldId="364"/>
            <ac:grpSpMk id="41" creationId="{56DB7F52-8537-7314-5740-9B1AF3E2A3C3}"/>
          </ac:grpSpMkLst>
        </pc:grpChg>
        <pc:grpChg chg="del mod">
          <ac:chgData name="Ionut Girbea" userId="140628fa-96ce-4361-bce7-5504303d38b3" providerId="ADAL" clId="{07D332A5-C578-714C-B97C-CD71A5874CF5}" dt="2023-11-16T10:05:21.047" v="2641" actId="165"/>
          <ac:grpSpMkLst>
            <pc:docMk/>
            <pc:sldMk cId="0" sldId="364"/>
            <ac:grpSpMk id="54" creationId="{BEE9EAFC-50A5-BE4E-3489-43162260F1D7}"/>
          </ac:grpSpMkLst>
        </pc:grpChg>
        <pc:grpChg chg="del mod">
          <ac:chgData name="Ionut Girbea" userId="140628fa-96ce-4361-bce7-5504303d38b3" providerId="ADAL" clId="{07D332A5-C578-714C-B97C-CD71A5874CF5}" dt="2023-11-16T10:03:38.236" v="2634" actId="478"/>
          <ac:grpSpMkLst>
            <pc:docMk/>
            <pc:sldMk cId="0" sldId="364"/>
            <ac:grpSpMk id="1923" creationId="{FC8D2B83-17C2-FE84-0F77-4F03FB7CA342}"/>
          </ac:grpSpMkLst>
        </pc:grpChg>
        <pc:grpChg chg="add del mod">
          <ac:chgData name="Ionut Girbea" userId="140628fa-96ce-4361-bce7-5504303d38b3" providerId="ADAL" clId="{07D332A5-C578-714C-B97C-CD71A5874CF5}" dt="2023-11-16T10:04:51.507" v="2639" actId="165"/>
          <ac:grpSpMkLst>
            <pc:docMk/>
            <pc:sldMk cId="0" sldId="364"/>
            <ac:grpSpMk id="1948" creationId="{620AE3FB-CB3C-A809-32D2-F15D4560FD9D}"/>
          </ac:grpSpMkLst>
        </pc:grpChg>
        <pc:grpChg chg="add del mod">
          <ac:chgData name="Ionut Girbea" userId="140628fa-96ce-4361-bce7-5504303d38b3" providerId="ADAL" clId="{07D332A5-C578-714C-B97C-CD71A5874CF5}" dt="2023-11-16T10:04:58.842" v="2640" actId="165"/>
          <ac:grpSpMkLst>
            <pc:docMk/>
            <pc:sldMk cId="0" sldId="364"/>
            <ac:grpSpMk id="1961" creationId="{464C898D-6B1D-F45E-EEAC-3667F0CE719D}"/>
          </ac:grpSpMkLst>
        </pc:grpChg>
        <pc:picChg chg="add del mod">
          <ac:chgData name="Ionut Girbea" userId="140628fa-96ce-4361-bce7-5504303d38b3" providerId="ADAL" clId="{07D332A5-C578-714C-B97C-CD71A5874CF5}" dt="2023-11-22T08:49:23.950" v="3626" actId="478"/>
          <ac:picMkLst>
            <pc:docMk/>
            <pc:sldMk cId="0" sldId="364"/>
            <ac:picMk id="2" creationId="{EBD27D29-0ACE-7587-7A66-CC8E3709AFA6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3" creationId="{3C2CAEAA-F227-DADA-3ADA-E800D0FD1CD2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4" creationId="{9F491AE3-1601-FD0D-CBD8-9F9526A8E201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5" creationId="{151EA05E-5DA4-B395-E42B-8F868F194B30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6" creationId="{C0DD628E-C5CA-B61F-0047-F2F3F7D2FC4D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7" creationId="{51C47BBC-4535-F45C-6568-2490B39EA5A1}"/>
          </ac:picMkLst>
        </pc:picChg>
        <pc:picChg chg="add 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8" creationId="{34B7CCBC-F9BE-D208-AE32-462EE759DA80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9" creationId="{280BE1AD-3D13-C5CA-0018-6A0C4521486B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0" creationId="{1F9A343D-4556-9577-20F8-A2DAE7A32F23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1" creationId="{9917F2E1-2B11-F6CE-B883-0DACE3EE1493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2" creationId="{F62AD1DB-2486-516C-7B41-F4B2AB225742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3" creationId="{2576EB0E-2342-3929-7934-AEFE73E2E708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4" creationId="{9BFACAE8-EC4F-0DD1-FD1B-9ED2596D26DD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5" creationId="{0E0639F5-8C3A-18DB-38F4-C5E5D6C024C8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6" creationId="{AAD9334A-4619-F59C-03CA-4B7A8E44FD4B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6" creationId="{DCFBAE9A-02A0-3381-28C4-FA2A2CAABA6E}"/>
          </ac:picMkLst>
        </pc:picChg>
        <pc:picChg chg="add del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7" creationId="{0493870C-619C-5445-6A11-7E2F9243F222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7" creationId="{647980C0-6A93-03ED-5914-A6475AFEBBD8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8" creationId="{4D792094-4DCC-3CD7-DD49-69688C8A621E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8" creationId="{99079607-B5A9-4D55-219E-B2EC8F681406}"/>
          </ac:picMkLst>
        </pc:picChg>
        <pc:picChg chg="del mod">
          <ac:chgData name="Ionut Girbea" userId="140628fa-96ce-4361-bce7-5504303d38b3" providerId="ADAL" clId="{07D332A5-C578-714C-B97C-CD71A5874CF5}" dt="2023-11-16T10:04:34.914" v="2636" actId="478"/>
          <ac:picMkLst>
            <pc:docMk/>
            <pc:sldMk cId="0" sldId="364"/>
            <ac:picMk id="19" creationId="{3923B71E-ADBC-BB46-154E-AC5FD53B18BC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19" creationId="{6062AB2C-3880-C57B-2BF6-8AEB767FF280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0" creationId="{7901B1C7-6414-1C3A-10C3-745ED1771D5B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1" creationId="{FB070761-70A5-EEF5-5F1A-53C64B4039D1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2" creationId="{90DAC162-6274-89F2-94DF-49398724E685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3" creationId="{EFD79181-881F-B718-28A5-81183E712953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4" creationId="{27C822E0-C0C4-5786-B9AD-027B6C4851F3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5" creationId="{173C5A68-BA17-BB73-59BF-09A7E206C62D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6" creationId="{0CFD7520-6266-4DA2-3991-1ED44A9B94B5}"/>
          </ac:picMkLst>
        </pc:picChg>
        <pc:picChg chg="mod topLvl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27" creationId="{66AA3587-DA92-F595-38DA-836B52C3EEBA}"/>
          </ac:picMkLst>
        </pc:picChg>
        <pc:picChg chg="add mod">
          <ac:chgData name="Ionut Girbea" userId="140628fa-96ce-4361-bce7-5504303d38b3" providerId="ADAL" clId="{07D332A5-C578-714C-B97C-CD71A5874CF5}" dt="2023-11-22T08:57:52.440" v="3663" actId="1076"/>
          <ac:picMkLst>
            <pc:docMk/>
            <pc:sldMk cId="0" sldId="364"/>
            <ac:picMk id="28" creationId="{62BDEFC9-969B-E35E-5D1E-0799A9E8C45C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29" creationId="{684F1BEF-FF01-669B-F5AE-6EB276FA75DA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0" creationId="{142BEDA9-BD27-85F9-6C97-E212422FADDF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1" creationId="{6729415C-654F-445A-50AA-608EEC412DCB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2" creationId="{F31BF1F6-C2E3-FF70-448D-92BEEFB5420B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3" creationId="{97BE21E5-3B9F-6025-569C-00F14682B29D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4" creationId="{278574BC-D97F-8A62-7290-6BC9734E18CA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5" creationId="{71A024A4-B074-4C87-4A62-E16678D169AD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6" creationId="{318AD90D-7B63-741E-9C6B-1F97B6BD2BFC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7" creationId="{4EA73FA6-E613-1A23-F6DD-3BFBE14658A4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8" creationId="{91220CE6-024E-44A0-7F78-A6E62FDD389C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39" creationId="{DA5B53A8-8931-52F7-9CDC-F94513CAAC95}"/>
          </ac:picMkLst>
        </pc:picChg>
        <pc:picChg chg="mod topLvl">
          <ac:chgData name="Ionut Girbea" userId="140628fa-96ce-4361-bce7-5504303d38b3" providerId="ADAL" clId="{07D332A5-C578-714C-B97C-CD71A5874CF5}" dt="2023-11-22T08:57:14.429" v="3659" actId="1076"/>
          <ac:picMkLst>
            <pc:docMk/>
            <pc:sldMk cId="0" sldId="364"/>
            <ac:picMk id="40" creationId="{29B7DC22-39F8-7BDE-112E-5F85FCF8DDEA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2" creationId="{8035965E-6178-987A-EF34-3C8FEB35CDF0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3" creationId="{3E17379D-30C5-4927-F8E5-84D3A9DBB694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4" creationId="{9AC9D68B-16B3-BAE6-DA78-CCA9E0520A2E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5" creationId="{F64F064B-2D21-6C8F-FC13-930C0C00DE5F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6" creationId="{843EC096-B7AB-F96C-BC97-131D18CD87A5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7" creationId="{69ED0A29-96F1-26BD-82B0-96DAA4588474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8" creationId="{170AD845-7F4C-5BA9-B2B9-550E80ADEF46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49" creationId="{5B15FAF1-04F9-2ABE-DDA8-352A7BFCE6C4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0" creationId="{FA44D7E6-767A-1876-C440-DA61BD06B9AC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1" creationId="{10B1180B-0683-D854-7A94-E2855EE2AAA8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2" creationId="{4BA7C97C-E8AE-B685-0CA1-6514DB38BD29}"/>
          </ac:picMkLst>
        </pc:picChg>
        <pc:picChg chg="mod topLvl">
          <ac:chgData name="Ionut Girbea" userId="140628fa-96ce-4361-bce7-5504303d38b3" providerId="ADAL" clId="{07D332A5-C578-714C-B97C-CD71A5874CF5}" dt="2023-11-22T08:57:28.903" v="3660" actId="1076"/>
          <ac:picMkLst>
            <pc:docMk/>
            <pc:sldMk cId="0" sldId="364"/>
            <ac:picMk id="53" creationId="{3A1E49BB-8567-91DD-A811-3C073B06B8CD}"/>
          </ac:picMkLst>
        </pc:picChg>
        <pc:picChg chg="add mod">
          <ac:chgData name="Ionut Girbea" userId="140628fa-96ce-4361-bce7-5504303d38b3" providerId="ADAL" clId="{07D332A5-C578-714C-B97C-CD71A5874CF5}" dt="2023-11-22T08:59:11.287" v="3704" actId="14826"/>
          <ac:picMkLst>
            <pc:docMk/>
            <pc:sldMk cId="0" sldId="364"/>
            <ac:picMk id="54" creationId="{82B5DFE0-9A7A-F09B-586A-68B5FDAFD64D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5" creationId="{CAC29822-B677-78C9-936B-4BF930CC6697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6" creationId="{AF0F8415-E16A-9219-613D-090079F46595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7" creationId="{906415A1-577B-C24B-E698-415ABE8E94F0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8" creationId="{7E4E6384-469C-5EAA-28D1-87B5004D005F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59" creationId="{C4013743-D20D-0183-2B9C-F27C89A7671D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0" creationId="{1234EDFA-8FB2-6354-C40D-9B66B7B580FC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1" creationId="{EA3CF1EC-1A95-3600-7884-740AB2B318AA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2" creationId="{82A4D296-C583-96D7-0713-587AFB445EDE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63" creationId="{01560B06-06F5-130C-9FD6-3FF300A62E56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1920" creationId="{99CBD5FC-078D-29BB-D1FB-9C84DA5712DC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1921" creationId="{0C071B68-F5DC-834A-62D1-A4E43380D4CE}"/>
          </ac:picMkLst>
        </pc:picChg>
        <pc:picChg chg="mod topLvl">
          <ac:chgData name="Ionut Girbea" userId="140628fa-96ce-4361-bce7-5504303d38b3" providerId="ADAL" clId="{07D332A5-C578-714C-B97C-CD71A5874CF5}" dt="2023-11-22T08:57:38.565" v="3661" actId="1076"/>
          <ac:picMkLst>
            <pc:docMk/>
            <pc:sldMk cId="0" sldId="364"/>
            <ac:picMk id="1922" creationId="{95B4A81E-66FD-6DB1-2611-B180FC6FF7FE}"/>
          </ac:picMkLst>
        </pc:picChg>
        <pc:picChg chg="add mod">
          <ac:chgData name="Ionut Girbea" userId="140628fa-96ce-4361-bce7-5504303d38b3" providerId="ADAL" clId="{07D332A5-C578-714C-B97C-CD71A5874CF5}" dt="2023-11-22T08:58:54.577" v="3703" actId="14826"/>
          <ac:picMkLst>
            <pc:docMk/>
            <pc:sldMk cId="0" sldId="364"/>
            <ac:picMk id="1923" creationId="{1197E438-85E4-F3FF-9D8D-58CFD1EB0B25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4" creationId="{5BD3DB1B-736D-D802-B4CC-B53BAF2841C2}"/>
          </ac:picMkLst>
        </pc:picChg>
        <pc:picChg chg="add mod">
          <ac:chgData name="Ionut Girbea" userId="140628fa-96ce-4361-bce7-5504303d38b3" providerId="ADAL" clId="{07D332A5-C578-714C-B97C-CD71A5874CF5}" dt="2023-11-22T08:59:27.647" v="3705" actId="14826"/>
          <ac:picMkLst>
            <pc:docMk/>
            <pc:sldMk cId="0" sldId="364"/>
            <ac:picMk id="1924" creationId="{FB5703CA-8C93-3C84-92CD-A4BE0A4520FC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5" creationId="{236098BE-0CF7-00D2-DC87-BB3D9F3D86C4}"/>
          </ac:picMkLst>
        </pc:picChg>
        <pc:picChg chg="add mod">
          <ac:chgData name="Ionut Girbea" userId="140628fa-96ce-4361-bce7-5504303d38b3" providerId="ADAL" clId="{07D332A5-C578-714C-B97C-CD71A5874CF5}" dt="2023-11-22T08:59:38.502" v="3706" actId="14826"/>
          <ac:picMkLst>
            <pc:docMk/>
            <pc:sldMk cId="0" sldId="364"/>
            <ac:picMk id="1925" creationId="{8BDF4136-EF92-F32E-3C22-8E7314B3E966}"/>
          </ac:picMkLst>
        </pc:picChg>
        <pc:picChg chg="add mod">
          <ac:chgData name="Ionut Girbea" userId="140628fa-96ce-4361-bce7-5504303d38b3" providerId="ADAL" clId="{07D332A5-C578-714C-B97C-CD71A5874CF5}" dt="2023-11-22T08:59:49.102" v="3707" actId="14826"/>
          <ac:picMkLst>
            <pc:docMk/>
            <pc:sldMk cId="0" sldId="364"/>
            <ac:picMk id="1926" creationId="{D48795E2-A674-8F5A-77EF-A2E7F307ED66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6" creationId="{F6A1D4F3-B74F-8D80-67FF-2D8A7EEA0D14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7" creationId="{0327A156-556C-C38D-A512-0F2A5E768203}"/>
          </ac:picMkLst>
        </pc:picChg>
        <pc:picChg chg="add mod">
          <ac:chgData name="Ionut Girbea" userId="140628fa-96ce-4361-bce7-5504303d38b3" providerId="ADAL" clId="{07D332A5-C578-714C-B97C-CD71A5874CF5}" dt="2023-11-22T09:00:08.979" v="3708" actId="14826"/>
          <ac:picMkLst>
            <pc:docMk/>
            <pc:sldMk cId="0" sldId="364"/>
            <ac:picMk id="1927" creationId="{66191778-2263-3D75-0635-5DCC6F818B94}"/>
          </ac:picMkLst>
        </pc:picChg>
        <pc:picChg chg="add mod">
          <ac:chgData name="Ionut Girbea" userId="140628fa-96ce-4361-bce7-5504303d38b3" providerId="ADAL" clId="{07D332A5-C578-714C-B97C-CD71A5874CF5}" dt="2023-11-22T09:00:30.249" v="3709" actId="14826"/>
          <ac:picMkLst>
            <pc:docMk/>
            <pc:sldMk cId="0" sldId="364"/>
            <ac:picMk id="1928" creationId="{07E47805-252B-0EF6-025D-FA7925F209BE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8" creationId="{2B621FC5-CB18-9511-5FED-3B655AB449ED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29" creationId="{165507A9-3C24-D1A3-D9DB-C1E7B964E0A9}"/>
          </ac:picMkLst>
        </pc:picChg>
        <pc:picChg chg="add mod">
          <ac:chgData name="Ionut Girbea" userId="140628fa-96ce-4361-bce7-5504303d38b3" providerId="ADAL" clId="{07D332A5-C578-714C-B97C-CD71A5874CF5}" dt="2023-11-22T09:00:40.541" v="3710" actId="14826"/>
          <ac:picMkLst>
            <pc:docMk/>
            <pc:sldMk cId="0" sldId="364"/>
            <ac:picMk id="1929" creationId="{739427ED-103C-DCAB-7F2C-36AAC6280F82}"/>
          </ac:picMkLst>
        </pc:picChg>
        <pc:picChg chg="add mod">
          <ac:chgData name="Ionut Girbea" userId="140628fa-96ce-4361-bce7-5504303d38b3" providerId="ADAL" clId="{07D332A5-C578-714C-B97C-CD71A5874CF5}" dt="2023-11-22T09:00:53.346" v="3711" actId="14826"/>
          <ac:picMkLst>
            <pc:docMk/>
            <pc:sldMk cId="0" sldId="364"/>
            <ac:picMk id="1930" creationId="{A0C5EC1E-5CFA-9BC9-91A9-08D2873E970E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0" creationId="{C1B99E00-C567-6504-1FB2-6966EB91E4B8}"/>
          </ac:picMkLst>
        </pc:picChg>
        <pc:picChg chg="add del mod">
          <ac:chgData name="Ionut Girbea" userId="140628fa-96ce-4361-bce7-5504303d38b3" providerId="ADAL" clId="{07D332A5-C578-714C-B97C-CD71A5874CF5}" dt="2023-11-22T09:00:57.064" v="3712" actId="478"/>
          <ac:picMkLst>
            <pc:docMk/>
            <pc:sldMk cId="0" sldId="364"/>
            <ac:picMk id="1931" creationId="{2E2A768E-0317-A3D8-8793-0683AEDCA5E9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1" creationId="{A72C5C04-CE8C-FA42-4B76-320DAF4083A2}"/>
          </ac:picMkLst>
        </pc:picChg>
        <pc:picChg chg="add del mod">
          <ac:chgData name="Ionut Girbea" userId="140628fa-96ce-4361-bce7-5504303d38b3" providerId="ADAL" clId="{07D332A5-C578-714C-B97C-CD71A5874CF5}" dt="2023-11-22T09:00:57.064" v="3712" actId="478"/>
          <ac:picMkLst>
            <pc:docMk/>
            <pc:sldMk cId="0" sldId="364"/>
            <ac:picMk id="1932" creationId="{216BA836-E024-A339-8272-68300FA31273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2" creationId="{B91188DA-C644-8B24-5B9A-859998C5C13B}"/>
          </ac:picMkLst>
        </pc:picChg>
        <pc:picChg chg="add del mod">
          <ac:chgData name="Ionut Girbea" userId="140628fa-96ce-4361-bce7-5504303d38b3" providerId="ADAL" clId="{07D332A5-C578-714C-B97C-CD71A5874CF5}" dt="2023-11-22T09:00:57.064" v="3712" actId="478"/>
          <ac:picMkLst>
            <pc:docMk/>
            <pc:sldMk cId="0" sldId="364"/>
            <ac:picMk id="1933" creationId="{98971DDE-759F-66D3-C203-5174BA6F484A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3" creationId="{E4AF493A-B0F7-2128-727D-65F303814422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4" creationId="{CB4312EA-B211-C5B4-A73E-3DB8C06A2A6F}"/>
          </ac:picMkLst>
        </pc:picChg>
        <pc:picChg chg="mod">
          <ac:chgData name="Ionut Girbea" userId="140628fa-96ce-4361-bce7-5504303d38b3" providerId="ADAL" clId="{07D332A5-C578-714C-B97C-CD71A5874CF5}" dt="2023-11-16T09:19:29.213" v="2532" actId="14826"/>
          <ac:picMkLst>
            <pc:docMk/>
            <pc:sldMk cId="0" sldId="364"/>
            <ac:picMk id="1935" creationId="{530395AC-781A-3752-5463-F4B39CC1339A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6" creationId="{70987D61-989D-3887-3B72-09BCFA34185A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7" creationId="{7FD80718-D4F8-2863-99B7-BAD076967DEE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8" creationId="{DD3AABEC-087D-0C03-FF37-27DC349347F5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39" creationId="{BA4AA5DE-9991-5DC4-53B3-2D00C537D39C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40" creationId="{BDAA7443-74C8-35CC-5B7C-5E98DDD4BE27}"/>
          </ac:picMkLst>
        </pc:picChg>
        <pc:picChg chg="mod">
          <ac:chgData name="Ionut Girbea" userId="140628fa-96ce-4361-bce7-5504303d38b3" providerId="ADAL" clId="{07D332A5-C578-714C-B97C-CD71A5874CF5}" dt="2023-11-22T08:57:44.700" v="3662" actId="1076"/>
          <ac:picMkLst>
            <pc:docMk/>
            <pc:sldMk cId="0" sldId="364"/>
            <ac:picMk id="1941" creationId="{FF71F52F-AC8B-8810-5B0E-FEFAAB8ACCEB}"/>
          </ac:picMkLst>
        </pc:picChg>
        <pc:picChg chg="add mod">
          <ac:chgData name="Ionut Girbea" userId="140628fa-96ce-4361-bce7-5504303d38b3" providerId="ADAL" clId="{07D332A5-C578-714C-B97C-CD71A5874CF5}" dt="2023-11-16T09:54:49.117" v="2619"/>
          <ac:picMkLst>
            <pc:docMk/>
            <pc:sldMk cId="0" sldId="364"/>
            <ac:picMk id="1942" creationId="{60D87687-C08D-52A0-F088-C127565B99DE}"/>
          </ac:picMkLst>
        </pc:picChg>
        <pc:picChg chg="add del mod">
          <ac:chgData name="Ionut Girbea" userId="140628fa-96ce-4361-bce7-5504303d38b3" providerId="ADAL" clId="{07D332A5-C578-714C-B97C-CD71A5874CF5}" dt="2023-11-16T10:02:34.932" v="2633" actId="478"/>
          <ac:picMkLst>
            <pc:docMk/>
            <pc:sldMk cId="0" sldId="364"/>
            <ac:picMk id="1943" creationId="{28F29F8D-4931-325E-E4DE-53FED32DB6C5}"/>
          </ac:picMkLst>
        </pc:picChg>
        <pc:picChg chg="add del mod">
          <ac:chgData name="Ionut Girbea" userId="140628fa-96ce-4361-bce7-5504303d38b3" providerId="ADAL" clId="{07D332A5-C578-714C-B97C-CD71A5874CF5}" dt="2023-11-16T09:55:35.398" v="2623" actId="478"/>
          <ac:picMkLst>
            <pc:docMk/>
            <pc:sldMk cId="0" sldId="364"/>
            <ac:picMk id="1945" creationId="{914B871D-B5CC-9ECC-2DB8-ACB39365BF54}"/>
          </ac:picMkLst>
        </pc:picChg>
        <pc:picChg chg="add del mod">
          <ac:chgData name="Ionut Girbea" userId="140628fa-96ce-4361-bce7-5504303d38b3" providerId="ADAL" clId="{07D332A5-C578-714C-B97C-CD71A5874CF5}" dt="2023-11-16T10:02:34.932" v="2633" actId="478"/>
          <ac:picMkLst>
            <pc:docMk/>
            <pc:sldMk cId="0" sldId="364"/>
            <ac:picMk id="1946" creationId="{0582491B-9544-3FB2-6596-49EB238A8D26}"/>
          </ac:picMkLst>
        </pc:picChg>
        <pc:picChg chg="add del mod">
          <ac:chgData name="Ionut Girbea" userId="140628fa-96ce-4361-bce7-5504303d38b3" providerId="ADAL" clId="{07D332A5-C578-714C-B97C-CD71A5874CF5}" dt="2023-11-16T10:02:34.932" v="2633" actId="478"/>
          <ac:picMkLst>
            <pc:docMk/>
            <pc:sldMk cId="0" sldId="364"/>
            <ac:picMk id="1947" creationId="{182F3FC0-5E94-8E25-9CC8-64FF70EBD81F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49" creationId="{9FE31B7D-F3BE-4D84-D585-37F98C95DE32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0" creationId="{E91C5418-8ADE-1CBC-978A-048CB13CFC5A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1" creationId="{0F704539-6BEE-E808-CF3A-C146FBB4D182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2" creationId="{7CE5DA9A-6BC6-7BCE-4521-01D6212DB706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3" creationId="{FD25B10F-39BC-866D-9614-57A9E3D1E400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4" creationId="{1F1CFE9F-99DA-3216-BE91-5905F71061DB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5" creationId="{4F32BAE0-E4E5-DD26-4B4E-63B1EC753DA9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6" creationId="{CBF508CA-F536-0704-4D8B-89F06B745614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7" creationId="{27ECB1A2-8EBD-8822-1096-7DD364C22BAD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8" creationId="{9DDD5005-F26A-36AB-E17F-A114B67B8FE3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59" creationId="{41320040-CBB0-EA43-7F29-81E821DA3DCE}"/>
          </ac:picMkLst>
        </pc:picChg>
        <pc:picChg chg="mod topLvl">
          <ac:chgData name="Ionut Girbea" userId="140628fa-96ce-4361-bce7-5504303d38b3" providerId="ADAL" clId="{07D332A5-C578-714C-B97C-CD71A5874CF5}" dt="2023-11-22T08:56:55.678" v="3657" actId="1076"/>
          <ac:picMkLst>
            <pc:docMk/>
            <pc:sldMk cId="0" sldId="364"/>
            <ac:picMk id="1960" creationId="{BD9A550B-4941-B03E-05BB-B3F84C7D28B5}"/>
          </ac:picMkLst>
        </pc:picChg>
        <pc:picChg chg="add del 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2" creationId="{28208A79-B577-D4A4-D9B1-61C8BF4F3DC6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3" creationId="{F4B8D04B-308F-57D3-E6EF-8219E874B556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4" creationId="{9CF0D28C-148E-EBEF-D72A-3449935BDB16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5" creationId="{9F3C2C91-98BD-2406-3F41-2024848F27F4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6" creationId="{78CA7B25-A123-857E-73E6-BF9EDEC511F5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7" creationId="{758822D1-75ED-B578-E3F3-A040D42FDDC1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8" creationId="{24B2FD92-7862-5757-C016-13EBFA405313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69" creationId="{D4670FDF-9A28-0A0E-2D3A-BB11463B4515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0" creationId="{7EB01B6C-D3F2-CFED-E19B-D4D38D828903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1" creationId="{520CD8BA-C709-1A22-8D2C-69DB48CB854B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2" creationId="{E091E207-0AF1-607F-A866-14BFE5D40802}"/>
          </ac:picMkLst>
        </pc:picChg>
        <pc:picChg chg="mod topLvl">
          <ac:chgData name="Ionut Girbea" userId="140628fa-96ce-4361-bce7-5504303d38b3" providerId="ADAL" clId="{07D332A5-C578-714C-B97C-CD71A5874CF5}" dt="2023-11-22T08:48:32.613" v="3624" actId="14100"/>
          <ac:picMkLst>
            <pc:docMk/>
            <pc:sldMk cId="0" sldId="364"/>
            <ac:picMk id="1976" creationId="{0884A11F-BBC1-A0E5-4136-853E6539BCA9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77" creationId="{74C2CCB6-C1CA-2092-25F9-6BB4780A8FDE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78" creationId="{41207F8F-30E1-912A-DF65-5FEDC6B112EB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79" creationId="{11F78E70-6F9D-3546-CB07-BEAA5585FAA9}"/>
          </ac:picMkLst>
        </pc:picChg>
        <pc:picChg chg="add mod">
          <ac:chgData name="Ionut Girbea" userId="140628fa-96ce-4361-bce7-5504303d38b3" providerId="ADAL" clId="{07D332A5-C578-714C-B97C-CD71A5874CF5}" dt="2023-11-22T08:57:04.520" v="3658" actId="1076"/>
          <ac:picMkLst>
            <pc:docMk/>
            <pc:sldMk cId="0" sldId="364"/>
            <ac:picMk id="1980" creationId="{BA648CD8-E446-E226-E644-530D9E41C9C0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7:46:41.372" v="1453" actId="692"/>
        <pc:sldMkLst>
          <pc:docMk/>
          <pc:sldMk cId="1435344572" sldId="367"/>
        </pc:sldMkLst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2" creationId="{B8719601-FDEF-2A85-2C93-EA16EE558ADA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3" creationId="{D16C68BE-07CD-B5BE-DD4E-34E32DC227AD}"/>
          </ac:spMkLst>
        </pc:spChg>
        <pc:spChg chg="mod">
          <ac:chgData name="Ionut Girbea" userId="140628fa-96ce-4361-bce7-5504303d38b3" providerId="ADAL" clId="{07D332A5-C578-714C-B97C-CD71A5874CF5}" dt="2023-11-09T08:52:22.458" v="173" actId="113"/>
          <ac:spMkLst>
            <pc:docMk/>
            <pc:sldMk cId="1435344572" sldId="367"/>
            <ac:spMk id="4" creationId="{D2C69118-54C1-6BBA-2AC0-4557E10AC211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6" creationId="{70F215DD-6511-9D66-3078-C1CFF13CB353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7" creationId="{1DB6D4BE-BF46-235D-25C1-43CE966BBDCB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8" creationId="{43C02B67-64D2-1213-8289-DEAB08FF15C9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9" creationId="{D09403BA-2028-1737-EFF8-A1F00E36B49C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10" creationId="{C1251DC0-76B1-6237-6CB6-1CDCC4B33F6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11" creationId="{862B53DC-B234-6BDC-B7B2-A482943C10FF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12" creationId="{60A6C655-E0E8-BD88-919D-999AE56870CF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13" creationId="{DBA76825-2ADD-86F5-0F15-54AAED56A04D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14" creationId="{700F4574-145F-4535-7CA6-A9EA5B6F1AE2}"/>
          </ac:spMkLst>
        </pc:spChg>
        <pc:spChg chg="add del mod">
          <ac:chgData name="Ionut Girbea" userId="140628fa-96ce-4361-bce7-5504303d38b3" providerId="ADAL" clId="{07D332A5-C578-714C-B97C-CD71A5874CF5}" dt="2023-11-16T07:46:04.530" v="1446"/>
          <ac:spMkLst>
            <pc:docMk/>
            <pc:sldMk cId="1435344572" sldId="367"/>
            <ac:spMk id="15" creationId="{2E9234AF-8BDF-CF35-49F2-95579FA2DFEF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6" creationId="{2B13C008-19B8-A8EF-282B-D9B6FEB562A4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7" creationId="{19629854-137E-6F0A-F3B7-9826E0138AE9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8" creationId="{318FCA95-5FAB-928B-9A85-6EEA498D44D6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19" creationId="{1FFE7530-84B3-779F-BAFB-AF551DD27760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0" creationId="{AC933673-4AF2-607E-2CA1-48C84E6D023F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1" creationId="{8C2B2364-574F-718F-3E1A-B37CF1EB6189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2" creationId="{B9D1EC88-B618-1766-78BC-AAA774B627E0}"/>
          </ac:spMkLst>
        </pc:spChg>
        <pc:spChg chg="add del mod">
          <ac:chgData name="Ionut Girbea" userId="140628fa-96ce-4361-bce7-5504303d38b3" providerId="ADAL" clId="{07D332A5-C578-714C-B97C-CD71A5874CF5}" dt="2023-11-16T07:46:09.183" v="1449"/>
          <ac:spMkLst>
            <pc:docMk/>
            <pc:sldMk cId="1435344572" sldId="367"/>
            <ac:spMk id="23" creationId="{81064F13-6D41-1001-B8C3-62BC21E0177D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4" creationId="{002199F6-5701-5944-2F53-789362C7B6C3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25" creationId="{45CD1D3E-FF4B-7D2D-2812-F76DF16DCB66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6" creationId="{85913B6D-5AAE-AE78-08F6-7EF943CC7B14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7" creationId="{3923B6A4-7041-8E7A-45EA-A9ED4AFCFC4E}"/>
          </ac:spMkLst>
        </pc:spChg>
        <pc:spChg chg="add mod">
          <ac:chgData name="Ionut Girbea" userId="140628fa-96ce-4361-bce7-5504303d38b3" providerId="ADAL" clId="{07D332A5-C578-714C-B97C-CD71A5874CF5}" dt="2023-11-16T07:46:12.678" v="1451"/>
          <ac:spMkLst>
            <pc:docMk/>
            <pc:sldMk cId="1435344572" sldId="367"/>
            <ac:spMk id="28" creationId="{C5DE49AE-239F-7AF6-3D08-7AA2C53EE440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29" creationId="{7827D212-B803-A01A-C662-6CB4D70BFAD2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30" creationId="{63EFE45D-17D7-E84B-1951-09D49E719F36}"/>
          </ac:spMkLst>
        </pc:spChg>
        <pc:spChg chg="add mod">
          <ac:chgData name="Ionut Girbea" userId="140628fa-96ce-4361-bce7-5504303d38b3" providerId="ADAL" clId="{07D332A5-C578-714C-B97C-CD71A5874CF5}" dt="2023-11-16T07:46:41.372" v="1453" actId="692"/>
          <ac:spMkLst>
            <pc:docMk/>
            <pc:sldMk cId="1435344572" sldId="367"/>
            <ac:spMk id="31" creationId="{6F71F1A1-0F15-72F1-246E-7A2F42338109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0" creationId="{00000000-0000-0000-0000-00000000000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3" creationId="{00000000-0000-0000-0000-00000000000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6" creationId="{00000000-0000-0000-0000-000000000000}"/>
          </ac:spMkLst>
        </pc:spChg>
        <pc:spChg chg="add del">
          <ac:chgData name="Ionut Girbea" userId="140628fa-96ce-4361-bce7-5504303d38b3" providerId="ADAL" clId="{07D332A5-C578-714C-B97C-CD71A5874CF5}" dt="2023-11-16T07:46:12.420" v="1450" actId="478"/>
          <ac:spMkLst>
            <pc:docMk/>
            <pc:sldMk cId="1435344572" sldId="367"/>
            <ac:spMk id="549" creationId="{00000000-0000-0000-0000-000000000000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07:34:14.554" v="1177" actId="948"/>
        <pc:sldMkLst>
          <pc:docMk/>
          <pc:sldMk cId="2974029518" sldId="372"/>
        </pc:sldMkLst>
        <pc:spChg chg="add del mod">
          <ac:chgData name="Ionut Girbea" userId="140628fa-96ce-4361-bce7-5504303d38b3" providerId="ADAL" clId="{07D332A5-C578-714C-B97C-CD71A5874CF5}" dt="2023-11-16T07:28:46.107" v="1097"/>
          <ac:spMkLst>
            <pc:docMk/>
            <pc:sldMk cId="2974029518" sldId="372"/>
            <ac:spMk id="2" creationId="{E44929D0-65E9-F0AC-131A-101529095D6C}"/>
          </ac:spMkLst>
        </pc:spChg>
        <pc:spChg chg="add del mod">
          <ac:chgData name="Ionut Girbea" userId="140628fa-96ce-4361-bce7-5504303d38b3" providerId="ADAL" clId="{07D332A5-C578-714C-B97C-CD71A5874CF5}" dt="2023-11-16T07:29:13.339" v="1102"/>
          <ac:spMkLst>
            <pc:docMk/>
            <pc:sldMk cId="2974029518" sldId="372"/>
            <ac:spMk id="22" creationId="{2471CCE3-76B7-79CC-6529-804CAC3C0F89}"/>
          </ac:spMkLst>
        </pc:spChg>
        <pc:spChg chg="add del mod">
          <ac:chgData name="Ionut Girbea" userId="140628fa-96ce-4361-bce7-5504303d38b3" providerId="ADAL" clId="{07D332A5-C578-714C-B97C-CD71A5874CF5}" dt="2023-11-16T07:29:17.322" v="1105"/>
          <ac:spMkLst>
            <pc:docMk/>
            <pc:sldMk cId="2974029518" sldId="372"/>
            <ac:spMk id="23" creationId="{28BBDD55-C094-27C3-AADE-F5B8912B47E6}"/>
          </ac:spMkLst>
        </pc:spChg>
        <pc:spChg chg="add mod">
          <ac:chgData name="Ionut Girbea" userId="140628fa-96ce-4361-bce7-5504303d38b3" providerId="ADAL" clId="{07D332A5-C578-714C-B97C-CD71A5874CF5}" dt="2023-11-16T07:34:14.554" v="1177" actId="948"/>
          <ac:spMkLst>
            <pc:docMk/>
            <pc:sldMk cId="2974029518" sldId="372"/>
            <ac:spMk id="24" creationId="{C48E4A08-2C3F-AD8F-76EF-C3028A3F030B}"/>
          </ac:spMkLst>
        </pc:spChg>
        <pc:spChg chg="add del mod">
          <ac:chgData name="Ionut Girbea" userId="140628fa-96ce-4361-bce7-5504303d38b3" providerId="ADAL" clId="{07D332A5-C578-714C-B97C-CD71A5874CF5}" dt="2023-11-16T07:29:17.918" v="1106" actId="478"/>
          <ac:spMkLst>
            <pc:docMk/>
            <pc:sldMk cId="2974029518" sldId="372"/>
            <ac:spMk id="26" creationId="{77F90BC7-FE12-8F18-4D31-F686BC110942}"/>
          </ac:spMkLst>
        </pc:spChg>
      </pc:sldChg>
      <pc:sldChg chg="addSp delSp modSp mod modNotes">
        <pc:chgData name="Ionut Girbea" userId="140628fa-96ce-4361-bce7-5504303d38b3" providerId="ADAL" clId="{07D332A5-C578-714C-B97C-CD71A5874CF5}" dt="2023-11-16T14:37:55.174" v="3354" actId="115"/>
        <pc:sldMkLst>
          <pc:docMk/>
          <pc:sldMk cId="3782930312" sldId="373"/>
        </pc:sldMkLst>
        <pc:spChg chg="mod">
          <ac:chgData name="Ionut Girbea" userId="140628fa-96ce-4361-bce7-5504303d38b3" providerId="ADAL" clId="{07D332A5-C578-714C-B97C-CD71A5874CF5}" dt="2023-11-09T08:51:06.118" v="153" actId="113"/>
          <ac:spMkLst>
            <pc:docMk/>
            <pc:sldMk cId="3782930312" sldId="373"/>
            <ac:spMk id="3" creationId="{C62C6C0F-D701-B40F-2686-7F8274189E59}"/>
          </ac:spMkLst>
        </pc:spChg>
        <pc:spChg chg="add del mod">
          <ac:chgData name="Ionut Girbea" userId="140628fa-96ce-4361-bce7-5504303d38b3" providerId="ADAL" clId="{07D332A5-C578-714C-B97C-CD71A5874CF5}" dt="2023-11-16T07:37:59.637" v="1223"/>
          <ac:spMkLst>
            <pc:docMk/>
            <pc:sldMk cId="3782930312" sldId="373"/>
            <ac:spMk id="4" creationId="{75D1B557-1B23-6955-2DF1-ACD668217EF9}"/>
          </ac:spMkLst>
        </pc:spChg>
        <pc:spChg chg="add del mod">
          <ac:chgData name="Ionut Girbea" userId="140628fa-96ce-4361-bce7-5504303d38b3" providerId="ADAL" clId="{07D332A5-C578-714C-B97C-CD71A5874CF5}" dt="2023-11-09T08:44:53.357" v="92" actId="478"/>
          <ac:spMkLst>
            <pc:docMk/>
            <pc:sldMk cId="3782930312" sldId="373"/>
            <ac:spMk id="4" creationId="{F47E8240-2E6B-1BD4-1CD0-42EF91900138}"/>
          </ac:spMkLst>
        </pc:spChg>
        <pc:spChg chg="add mod">
          <ac:chgData name="Ionut Girbea" userId="140628fa-96ce-4361-bce7-5504303d38b3" providerId="ADAL" clId="{07D332A5-C578-714C-B97C-CD71A5874CF5}" dt="2023-11-16T07:39:05.342" v="1272" actId="20577"/>
          <ac:spMkLst>
            <pc:docMk/>
            <pc:sldMk cId="3782930312" sldId="373"/>
            <ac:spMk id="5" creationId="{C0CEE7C7-7F75-0F56-5ECC-EAB561B454E4}"/>
          </ac:spMkLst>
        </pc:spChg>
        <pc:spChg chg="mod">
          <ac:chgData name="Ionut Girbea" userId="140628fa-96ce-4361-bce7-5504303d38b3" providerId="ADAL" clId="{07D332A5-C578-714C-B97C-CD71A5874CF5}" dt="2023-11-16T14:37:55.174" v="3354" actId="115"/>
          <ac:spMkLst>
            <pc:docMk/>
            <pc:sldMk cId="3782930312" sldId="373"/>
            <ac:spMk id="7" creationId="{EDE6745B-D798-C9B0-593E-FB8DAB215DBD}"/>
          </ac:spMkLst>
        </pc:spChg>
        <pc:spChg chg="add del mod">
          <ac:chgData name="Ionut Girbea" userId="140628fa-96ce-4361-bce7-5504303d38b3" providerId="ADAL" clId="{07D332A5-C578-714C-B97C-CD71A5874CF5}" dt="2023-11-16T07:38:59.383" v="1269" actId="478"/>
          <ac:spMkLst>
            <pc:docMk/>
            <pc:sldMk cId="3782930312" sldId="373"/>
            <ac:spMk id="506" creationId="{00000000-0000-0000-0000-000000000000}"/>
          </ac:spMkLst>
        </pc:spChg>
        <pc:picChg chg="mod">
          <ac:chgData name="Ionut Girbea" userId="140628fa-96ce-4361-bce7-5504303d38b3" providerId="ADAL" clId="{07D332A5-C578-714C-B97C-CD71A5874CF5}" dt="2023-11-16T11:42:41.446" v="2671" actId="14826"/>
          <ac:picMkLst>
            <pc:docMk/>
            <pc:sldMk cId="3782930312" sldId="373"/>
            <ac:picMk id="9" creationId="{23F7BEBC-80B6-4B9A-30DC-E8082CE060B3}"/>
          </ac:picMkLst>
        </pc:picChg>
      </pc:sldChg>
      <pc:sldChg chg="addSp delSp modSp mod modNotes">
        <pc:chgData name="Ionut Girbea" userId="140628fa-96ce-4361-bce7-5504303d38b3" providerId="ADAL" clId="{07D332A5-C578-714C-B97C-CD71A5874CF5}" dt="2023-11-16T08:10:44.610" v="1891" actId="207"/>
        <pc:sldMkLst>
          <pc:docMk/>
          <pc:sldMk cId="3013729049" sldId="374"/>
        </pc:sldMkLst>
        <pc:spChg chg="mod">
          <ac:chgData name="Ionut Girbea" userId="140628fa-96ce-4361-bce7-5504303d38b3" providerId="ADAL" clId="{07D332A5-C578-714C-B97C-CD71A5874CF5}" dt="2023-11-09T12:12:16.351" v="289" actId="113"/>
          <ac:spMkLst>
            <pc:docMk/>
            <pc:sldMk cId="3013729049" sldId="374"/>
            <ac:spMk id="3" creationId="{BAB348DD-458A-8D74-4098-78D7DDF9CF7F}"/>
          </ac:spMkLst>
        </pc:spChg>
        <pc:spChg chg="add del mod">
          <ac:chgData name="Ionut Girbea" userId="140628fa-96ce-4361-bce7-5504303d38b3" providerId="ADAL" clId="{07D332A5-C578-714C-B97C-CD71A5874CF5}" dt="2023-11-16T08:10:35.678" v="1889"/>
          <ac:spMkLst>
            <pc:docMk/>
            <pc:sldMk cId="3013729049" sldId="374"/>
            <ac:spMk id="4" creationId="{5CB5891D-53D9-2901-E200-563961E2537C}"/>
          </ac:spMkLst>
        </pc:spChg>
        <pc:spChg chg="del mod">
          <ac:chgData name="Ionut Girbea" userId="140628fa-96ce-4361-bce7-5504303d38b3" providerId="ADAL" clId="{07D332A5-C578-714C-B97C-CD71A5874CF5}" dt="2023-11-16T08:10:33.357" v="1887" actId="478"/>
          <ac:spMkLst>
            <pc:docMk/>
            <pc:sldMk cId="3013729049" sldId="374"/>
            <ac:spMk id="5" creationId="{EA7372BC-C725-F545-F7FE-662402A59B1C}"/>
          </ac:spMkLst>
        </pc:spChg>
        <pc:spChg chg="add mod">
          <ac:chgData name="Ionut Girbea" userId="140628fa-96ce-4361-bce7-5504303d38b3" providerId="ADAL" clId="{07D332A5-C578-714C-B97C-CD71A5874CF5}" dt="2023-11-16T08:10:44.610" v="1891" actId="207"/>
          <ac:spMkLst>
            <pc:docMk/>
            <pc:sldMk cId="3013729049" sldId="374"/>
            <ac:spMk id="6" creationId="{EB9A42FD-AA9D-C8FC-B100-57C986133314}"/>
          </ac:spMkLst>
        </pc:spChg>
        <pc:spChg chg="mod">
          <ac:chgData name="Ionut Girbea" userId="140628fa-96ce-4361-bce7-5504303d38b3" providerId="ADAL" clId="{07D332A5-C578-714C-B97C-CD71A5874CF5}" dt="2023-11-16T08:10:11.582" v="1883" actId="255"/>
          <ac:spMkLst>
            <pc:docMk/>
            <pc:sldMk cId="3013729049" sldId="374"/>
            <ac:spMk id="103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10:16.619" v="1884" actId="255"/>
          <ac:spMkLst>
            <pc:docMk/>
            <pc:sldMk cId="3013729049" sldId="374"/>
            <ac:spMk id="103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10:20.493" v="1885" actId="255"/>
          <ac:spMkLst>
            <pc:docMk/>
            <pc:sldMk cId="3013729049" sldId="374"/>
            <ac:spMk id="1039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6:22.274" v="2054" actId="404"/>
        <pc:sldMkLst>
          <pc:docMk/>
          <pc:sldMk cId="1297695380" sldId="375"/>
        </pc:sldMkLst>
        <pc:spChg chg="mod">
          <ac:chgData name="Ionut Girbea" userId="140628fa-96ce-4361-bce7-5504303d38b3" providerId="ADAL" clId="{07D332A5-C578-714C-B97C-CD71A5874CF5}" dt="2023-11-16T08:36:13.136" v="2052" actId="404"/>
          <ac:spMkLst>
            <pc:docMk/>
            <pc:sldMk cId="1297695380" sldId="375"/>
            <ac:spMk id="2" creationId="{35AB5C62-A7A8-3530-C932-0ED76C455634}"/>
          </ac:spMkLst>
        </pc:spChg>
        <pc:spChg chg="mod">
          <ac:chgData name="Ionut Girbea" userId="140628fa-96ce-4361-bce7-5504303d38b3" providerId="ADAL" clId="{07D332A5-C578-714C-B97C-CD71A5874CF5}" dt="2023-11-16T08:36:16.304" v="2053" actId="404"/>
          <ac:spMkLst>
            <pc:docMk/>
            <pc:sldMk cId="1297695380" sldId="375"/>
            <ac:spMk id="3" creationId="{878F1D23-15C5-C38E-25A8-D4DDB0024B37}"/>
          </ac:spMkLst>
        </pc:spChg>
        <pc:spChg chg="mod">
          <ac:chgData name="Ionut Girbea" userId="140628fa-96ce-4361-bce7-5504303d38b3" providerId="ADAL" clId="{07D332A5-C578-714C-B97C-CD71A5874CF5}" dt="2023-11-16T08:36:22.274" v="2054" actId="404"/>
          <ac:spMkLst>
            <pc:docMk/>
            <pc:sldMk cId="1297695380" sldId="375"/>
            <ac:spMk id="4" creationId="{41C504D5-52E3-F9DB-6EE6-77F9C1A1F462}"/>
          </ac:spMkLst>
        </pc:spChg>
      </pc:sldChg>
      <pc:sldChg chg="modSp mod modNotes">
        <pc:chgData name="Ionut Girbea" userId="140628fa-96ce-4361-bce7-5504303d38b3" providerId="ADAL" clId="{07D332A5-C578-714C-B97C-CD71A5874CF5}" dt="2023-11-16T08:39:47.506" v="2106" actId="404"/>
        <pc:sldMkLst>
          <pc:docMk/>
          <pc:sldMk cId="500214026" sldId="376"/>
        </pc:sldMkLst>
        <pc:spChg chg="mod">
          <ac:chgData name="Ionut Girbea" userId="140628fa-96ce-4361-bce7-5504303d38b3" providerId="ADAL" clId="{07D332A5-C578-714C-B97C-CD71A5874CF5}" dt="2023-11-16T08:39:11.033" v="2095" actId="404"/>
          <ac:spMkLst>
            <pc:docMk/>
            <pc:sldMk cId="500214026" sldId="376"/>
            <ac:spMk id="121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9:19.160" v="2098" actId="207"/>
          <ac:spMkLst>
            <pc:docMk/>
            <pc:sldMk cId="500214026" sldId="376"/>
            <ac:spMk id="121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9:35.669" v="2103" actId="404"/>
          <ac:spMkLst>
            <pc:docMk/>
            <pc:sldMk cId="500214026" sldId="376"/>
            <ac:spMk id="122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39:47.506" v="2106" actId="404"/>
          <ac:spMkLst>
            <pc:docMk/>
            <pc:sldMk cId="500214026" sldId="376"/>
            <ac:spMk id="1223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0:44.441" v="2116" actId="404"/>
        <pc:sldMkLst>
          <pc:docMk/>
          <pc:sldMk cId="2939988092" sldId="377"/>
        </pc:sldMkLst>
        <pc:spChg chg="mod">
          <ac:chgData name="Ionut Girbea" userId="140628fa-96ce-4361-bce7-5504303d38b3" providerId="ADAL" clId="{07D332A5-C578-714C-B97C-CD71A5874CF5}" dt="2023-11-16T08:40:38.340" v="2114" actId="404"/>
          <ac:spMkLst>
            <pc:docMk/>
            <pc:sldMk cId="2939988092" sldId="377"/>
            <ac:spMk id="1260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41.620" v="2115" actId="404"/>
          <ac:spMkLst>
            <pc:docMk/>
            <pc:sldMk cId="2939988092" sldId="377"/>
            <ac:spMk id="126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0:44.441" v="2116" actId="404"/>
          <ac:spMkLst>
            <pc:docMk/>
            <pc:sldMk cId="2939988092" sldId="377"/>
            <ac:spMk id="1264" creationId="{00000000-0000-0000-0000-000000000000}"/>
          </ac:spMkLst>
        </pc:spChg>
      </pc:sldChg>
      <pc:sldChg chg="modSp mod modNotes">
        <pc:chgData name="Ionut Girbea" userId="140628fa-96ce-4361-bce7-5504303d38b3" providerId="ADAL" clId="{07D332A5-C578-714C-B97C-CD71A5874CF5}" dt="2023-11-16T08:44:50.094" v="2213" actId="207"/>
        <pc:sldMkLst>
          <pc:docMk/>
          <pc:sldMk cId="2034765638" sldId="378"/>
        </pc:sldMkLst>
        <pc:spChg chg="mod">
          <ac:chgData name="Ionut Girbea" userId="140628fa-96ce-4361-bce7-5504303d38b3" providerId="ADAL" clId="{07D332A5-C578-714C-B97C-CD71A5874CF5}" dt="2023-11-09T08:39:34.996" v="57"/>
          <ac:spMkLst>
            <pc:docMk/>
            <pc:sldMk cId="2034765638" sldId="378"/>
            <ac:spMk id="3" creationId="{D69242E7-6C8C-D57A-069B-59483699ADC7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82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32.859" v="2205" actId="207"/>
          <ac:spMkLst>
            <pc:docMk/>
            <pc:sldMk cId="2034765638" sldId="378"/>
            <ac:spMk id="128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43.688" v="2210" actId="207"/>
          <ac:spMkLst>
            <pc:docMk/>
            <pc:sldMk cId="2034765638" sldId="378"/>
            <ac:spMk id="1287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50.094" v="2213" actId="207"/>
          <ac:spMkLst>
            <pc:docMk/>
            <pc:sldMk cId="2034765638" sldId="378"/>
            <ac:spMk id="1289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91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08:40:09.367" v="60"/>
          <ac:spMkLst>
            <pc:docMk/>
            <pc:sldMk cId="2034765638" sldId="378"/>
            <ac:spMk id="1293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35.198" v="2206" actId="207"/>
          <ac:spMkLst>
            <pc:docMk/>
            <pc:sldMk cId="2034765638" sldId="378"/>
            <ac:spMk id="1294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08:44:37.249" v="2207" actId="207"/>
          <ac:spMkLst>
            <pc:docMk/>
            <pc:sldMk cId="2034765638" sldId="378"/>
            <ac:spMk id="129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09T12:23:53.908" v="372" actId="113"/>
          <ac:spMkLst>
            <pc:docMk/>
            <pc:sldMk cId="2034765638" sldId="378"/>
            <ac:spMk id="1302" creationId="{00000000-0000-0000-0000-000000000000}"/>
          </ac:spMkLst>
        </pc:spChg>
      </pc:sldChg>
      <pc:sldChg chg="addSp delSp modSp add mod ord">
        <pc:chgData name="Ionut Girbea" userId="140628fa-96ce-4361-bce7-5504303d38b3" providerId="ADAL" clId="{07D332A5-C578-714C-B97C-CD71A5874CF5}" dt="2023-11-22T09:07:34.873" v="3741" actId="20577"/>
        <pc:sldMkLst>
          <pc:docMk/>
          <pc:sldMk cId="2333637835" sldId="379"/>
        </pc:sldMkLst>
        <pc:spChg chg="add mod">
          <ac:chgData name="Ionut Girbea" userId="140628fa-96ce-4361-bce7-5504303d38b3" providerId="ADAL" clId="{07D332A5-C578-714C-B97C-CD71A5874CF5}" dt="2023-11-16T12:50:13.974" v="3136" actId="164"/>
          <ac:spMkLst>
            <pc:docMk/>
            <pc:sldMk cId="2333637835" sldId="379"/>
            <ac:spMk id="3" creationId="{E27BF56A-2A33-2236-9955-F7D42D1F96A3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4" creationId="{A9EDCFD9-BADE-524F-9E34-F35126546A25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5" creationId="{F21F7009-1570-6089-9B61-FF8F63F9B319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6" creationId="{F2F70313-4260-189D-01A3-A8559EA4FEFE}"/>
          </ac:spMkLst>
        </pc:spChg>
        <pc:spChg chg="add mod">
          <ac:chgData name="Ionut Girbea" userId="140628fa-96ce-4361-bce7-5504303d38b3" providerId="ADAL" clId="{07D332A5-C578-714C-B97C-CD71A5874CF5}" dt="2023-11-22T09:06:54.193" v="3733" actId="20577"/>
          <ac:spMkLst>
            <pc:docMk/>
            <pc:sldMk cId="2333637835" sldId="379"/>
            <ac:spMk id="7" creationId="{40BAB764-8346-D0B8-8E88-5948917ADF20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8" creationId="{A17D7F1A-7508-B609-557D-45D52C98795D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9" creationId="{204456A4-61E0-760A-2D36-183C8E0BF495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" creationId="{52784B9F-E865-5DBA-ECF0-2C85939BFB6E}"/>
          </ac:spMkLst>
        </pc:spChg>
        <pc:spChg chg="mod">
          <ac:chgData name="Ionut Girbea" userId="140628fa-96ce-4361-bce7-5504303d38b3" providerId="ADAL" clId="{07D332A5-C578-714C-B97C-CD71A5874CF5}" dt="2023-11-16T12:50:27.678" v="3137"/>
          <ac:spMkLst>
            <pc:docMk/>
            <pc:sldMk cId="2333637835" sldId="379"/>
            <ac:spMk id="13" creationId="{2963BD98-46AD-FE47-9FBF-30C2FF1A6255}"/>
          </ac:spMkLst>
        </pc:spChg>
        <pc:spChg chg="mod">
          <ac:chgData name="Ionut Girbea" userId="140628fa-96ce-4361-bce7-5504303d38b3" providerId="ADAL" clId="{07D332A5-C578-714C-B97C-CD71A5874CF5}" dt="2023-11-22T09:06:52.167" v="3732" actId="20577"/>
          <ac:spMkLst>
            <pc:docMk/>
            <pc:sldMk cId="2333637835" sldId="379"/>
            <ac:spMk id="14" creationId="{82F4236F-79E8-B4A3-8256-5208B58D30BD}"/>
          </ac:spMkLst>
        </pc:spChg>
        <pc:spChg chg="mod">
          <ac:chgData name="Ionut Girbea" userId="140628fa-96ce-4361-bce7-5504303d38b3" providerId="ADAL" clId="{07D332A5-C578-714C-B97C-CD71A5874CF5}" dt="2023-11-16T12:50:37.848" v="3140"/>
          <ac:spMkLst>
            <pc:docMk/>
            <pc:sldMk cId="2333637835" sldId="379"/>
            <ac:spMk id="16" creationId="{9432F9A1-B419-B037-65EA-F8D208023AE3}"/>
          </ac:spMkLst>
        </pc:spChg>
        <pc:spChg chg="mod">
          <ac:chgData name="Ionut Girbea" userId="140628fa-96ce-4361-bce7-5504303d38b3" providerId="ADAL" clId="{07D332A5-C578-714C-B97C-CD71A5874CF5}" dt="2023-11-22T09:07:04.748" v="3735" actId="20577"/>
          <ac:spMkLst>
            <pc:docMk/>
            <pc:sldMk cId="2333637835" sldId="379"/>
            <ac:spMk id="17" creationId="{DE2D1521-B1B6-1B55-443D-566B5077ADED}"/>
          </ac:spMkLst>
        </pc:spChg>
        <pc:spChg chg="mod">
          <ac:chgData name="Ionut Girbea" userId="140628fa-96ce-4361-bce7-5504303d38b3" providerId="ADAL" clId="{07D332A5-C578-714C-B97C-CD71A5874CF5}" dt="2023-11-16T12:50:37.848" v="3140"/>
          <ac:spMkLst>
            <pc:docMk/>
            <pc:sldMk cId="2333637835" sldId="379"/>
            <ac:spMk id="19" creationId="{073FA2C1-4CA6-9F53-82A1-EB40C8D8F9AB}"/>
          </ac:spMkLst>
        </pc:spChg>
        <pc:spChg chg="mod">
          <ac:chgData name="Ionut Girbea" userId="140628fa-96ce-4361-bce7-5504303d38b3" providerId="ADAL" clId="{07D332A5-C578-714C-B97C-CD71A5874CF5}" dt="2023-11-22T09:07:14.384" v="3737" actId="20577"/>
          <ac:spMkLst>
            <pc:docMk/>
            <pc:sldMk cId="2333637835" sldId="379"/>
            <ac:spMk id="20" creationId="{1B403AC8-3C44-7D03-CB21-F32D907127A2}"/>
          </ac:spMkLst>
        </pc:spChg>
        <pc:spChg chg="mod">
          <ac:chgData name="Ionut Girbea" userId="140628fa-96ce-4361-bce7-5504303d38b3" providerId="ADAL" clId="{07D332A5-C578-714C-B97C-CD71A5874CF5}" dt="2023-11-16T12:50:49.800" v="3142"/>
          <ac:spMkLst>
            <pc:docMk/>
            <pc:sldMk cId="2333637835" sldId="379"/>
            <ac:spMk id="22" creationId="{D2ADF69A-EA69-7FFC-2060-0C35A6480BAE}"/>
          </ac:spMkLst>
        </pc:spChg>
        <pc:spChg chg="mod">
          <ac:chgData name="Ionut Girbea" userId="140628fa-96ce-4361-bce7-5504303d38b3" providerId="ADAL" clId="{07D332A5-C578-714C-B97C-CD71A5874CF5}" dt="2023-11-22T09:07:25.572" v="3739" actId="20577"/>
          <ac:spMkLst>
            <pc:docMk/>
            <pc:sldMk cId="2333637835" sldId="379"/>
            <ac:spMk id="23" creationId="{4A808D74-0FC9-2D48-A70C-EFA898361837}"/>
          </ac:spMkLst>
        </pc:spChg>
        <pc:spChg chg="mod">
          <ac:chgData name="Ionut Girbea" userId="140628fa-96ce-4361-bce7-5504303d38b3" providerId="ADAL" clId="{07D332A5-C578-714C-B97C-CD71A5874CF5}" dt="2023-11-16T12:50:49.800" v="3142"/>
          <ac:spMkLst>
            <pc:docMk/>
            <pc:sldMk cId="2333637835" sldId="379"/>
            <ac:spMk id="25" creationId="{C6421078-459B-51FB-2BB2-FAD08AB2B5F0}"/>
          </ac:spMkLst>
        </pc:spChg>
        <pc:spChg chg="mod">
          <ac:chgData name="Ionut Girbea" userId="140628fa-96ce-4361-bce7-5504303d38b3" providerId="ADAL" clId="{07D332A5-C578-714C-B97C-CD71A5874CF5}" dt="2023-11-22T09:07:34.873" v="3741" actId="20577"/>
          <ac:spMkLst>
            <pc:docMk/>
            <pc:sldMk cId="2333637835" sldId="379"/>
            <ac:spMk id="26" creationId="{86C761AD-7A6B-7834-32AF-B7E59C5E12B0}"/>
          </ac:spMkLst>
        </pc:spChg>
        <pc:spChg chg="add del">
          <ac:chgData name="Ionut Girbea" userId="140628fa-96ce-4361-bce7-5504303d38b3" providerId="ADAL" clId="{07D332A5-C578-714C-B97C-CD71A5874CF5}" dt="2023-11-16T12:51:46.025" v="3147" actId="22"/>
          <ac:spMkLst>
            <pc:docMk/>
            <pc:sldMk cId="2333637835" sldId="379"/>
            <ac:spMk id="29" creationId="{D103BF68-3BEF-2CDB-3348-85A168022E71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86" creationId="{00000000-0000-0000-0000-000000000000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87" creationId="{00000000-0000-0000-0000-000000000000}"/>
          </ac:spMkLst>
        </pc:spChg>
        <pc:spChg chg="del">
          <ac:chgData name="Ionut Girbea" userId="140628fa-96ce-4361-bce7-5504303d38b3" providerId="ADAL" clId="{07D332A5-C578-714C-B97C-CD71A5874CF5}" dt="2023-11-16T12:43:48.809" v="3086" actId="478"/>
          <ac:spMkLst>
            <pc:docMk/>
            <pc:sldMk cId="2333637835" sldId="379"/>
            <ac:spMk id="1088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53:57.685" v="3256" actId="1038"/>
          <ac:spMkLst>
            <pc:docMk/>
            <pc:sldMk cId="2333637835" sldId="379"/>
            <ac:spMk id="1094" creationId="{00000000-0000-0000-0000-000000000000}"/>
          </ac:spMkLst>
        </pc:s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1" creationId="{D4BED44E-2E92-9BE1-E914-B337291DA913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2" creationId="{B5A52C4C-C0CD-E9F1-24F5-239E39DE6075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5" creationId="{F5C862F8-F326-799B-3B67-95FC565FA216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18" creationId="{CB384EF5-0632-6504-DAC9-D5FEFA2BF3C5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21" creationId="{6FE2C4AB-6B78-7B0F-3E03-46E9D9479B9F}"/>
          </ac:grpSpMkLst>
        </pc:grpChg>
        <pc:grpChg chg="add mod">
          <ac:chgData name="Ionut Girbea" userId="140628fa-96ce-4361-bce7-5504303d38b3" providerId="ADAL" clId="{07D332A5-C578-714C-B97C-CD71A5874CF5}" dt="2023-11-16T12:51:10.262" v="3144" actId="164"/>
          <ac:grpSpMkLst>
            <pc:docMk/>
            <pc:sldMk cId="2333637835" sldId="379"/>
            <ac:grpSpMk id="24" creationId="{5E02D1FF-9399-5F9C-7A80-FF7A7CB9B893}"/>
          </ac:grpSpMkLst>
        </pc:grpChg>
        <pc:grpChg chg="add mod">
          <ac:chgData name="Ionut Girbea" userId="140628fa-96ce-4361-bce7-5504303d38b3" providerId="ADAL" clId="{07D332A5-C578-714C-B97C-CD71A5874CF5}" dt="2023-11-16T12:53:45.091" v="3212" actId="1038"/>
          <ac:grpSpMkLst>
            <pc:docMk/>
            <pc:sldMk cId="2333637835" sldId="379"/>
            <ac:grpSpMk id="27" creationId="{5A0B87BF-3E5B-1BD1-3828-1F80DFFE6A86}"/>
          </ac:grpSpMkLst>
        </pc:grpChg>
        <pc:picChg chg="add del mod">
          <ac:chgData name="Ionut Girbea" userId="140628fa-96ce-4361-bce7-5504303d38b3" providerId="ADAL" clId="{07D332A5-C578-714C-B97C-CD71A5874CF5}" dt="2023-11-16T12:44:17.188" v="3091" actId="478"/>
          <ac:picMkLst>
            <pc:docMk/>
            <pc:sldMk cId="2333637835" sldId="379"/>
            <ac:picMk id="2" creationId="{A07B8FBF-2EC1-0370-E8DD-485B2B4F0A10}"/>
          </ac:picMkLst>
        </pc:picChg>
        <pc:picChg chg="add del mod">
          <ac:chgData name="Ionut Girbea" userId="140628fa-96ce-4361-bce7-5504303d38b3" providerId="ADAL" clId="{07D332A5-C578-714C-B97C-CD71A5874CF5}" dt="2023-11-16T12:54:06.062" v="3257" actId="478"/>
          <ac:picMkLst>
            <pc:docMk/>
            <pc:sldMk cId="2333637835" sldId="379"/>
            <ac:picMk id="31" creationId="{2C6857F3-893F-B147-1F4E-1BD46FEA3A8F}"/>
          </ac:picMkLst>
        </pc:picChg>
        <pc:picChg chg="mod">
          <ac:chgData name="Ionut Girbea" userId="140628fa-96ce-4361-bce7-5504303d38b3" providerId="ADAL" clId="{07D332A5-C578-714C-B97C-CD71A5874CF5}" dt="2023-11-16T12:53:57.685" v="3256" actId="1038"/>
          <ac:picMkLst>
            <pc:docMk/>
            <pc:sldMk cId="2333637835" sldId="379"/>
            <ac:picMk id="1095" creationId="{00000000-0000-0000-0000-000000000000}"/>
          </ac:picMkLst>
        </pc:picChg>
      </pc:sldChg>
      <pc:sldChg chg="modSp add del">
        <pc:chgData name="Ionut Girbea" userId="140628fa-96ce-4361-bce7-5504303d38b3" providerId="ADAL" clId="{07D332A5-C578-714C-B97C-CD71A5874CF5}" dt="2023-11-16T10:05:41.650" v="2644" actId="2696"/>
        <pc:sldMkLst>
          <pc:docMk/>
          <pc:sldMk cId="3339962850" sldId="379"/>
        </pc:sldMkLst>
        <pc:grpChg chg="mod">
          <ac:chgData name="Ionut Girbea" userId="140628fa-96ce-4361-bce7-5504303d38b3" providerId="ADAL" clId="{07D332A5-C578-714C-B97C-CD71A5874CF5}" dt="2023-11-16T09:36:01.638" v="2559" actId="14826"/>
          <ac:grpSpMkLst>
            <pc:docMk/>
            <pc:sldMk cId="3339962850" sldId="379"/>
            <ac:grpSpMk id="2" creationId="{9AC1B951-CE7A-67A0-206F-9D68D39DEDD8}"/>
          </ac:grpSpMkLst>
        </pc:grpChg>
        <pc:grpChg chg="mod">
          <ac:chgData name="Ionut Girbea" userId="140628fa-96ce-4361-bce7-5504303d38b3" providerId="ADAL" clId="{07D332A5-C578-714C-B97C-CD71A5874CF5}" dt="2023-11-16T09:37:47.378" v="2563" actId="14826"/>
          <ac:grpSpMkLst>
            <pc:docMk/>
            <pc:sldMk cId="3339962850" sldId="379"/>
            <ac:grpSpMk id="15" creationId="{1518D0C1-B73B-9C56-44FF-E6313A5A8DF7}"/>
          </ac:grpSpMkLst>
        </pc:grpChg>
        <pc:grpChg chg="mod">
          <ac:chgData name="Ionut Girbea" userId="140628fa-96ce-4361-bce7-5504303d38b3" providerId="ADAL" clId="{07D332A5-C578-714C-B97C-CD71A5874CF5}" dt="2023-11-16T09:31:40.770" v="2547" actId="14826"/>
          <ac:grpSpMkLst>
            <pc:docMk/>
            <pc:sldMk cId="3339962850" sldId="379"/>
            <ac:grpSpMk id="1923" creationId="{FC8D2B83-17C2-FE84-0F77-4F03FB7CA342}"/>
          </ac:grpSpMkLst>
        </pc:grp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3" creationId="{AC303E31-6875-176F-B526-CD8F19A1FAF0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4" creationId="{9B089E5B-7FA7-14EF-CCEC-795A4078C9FA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5" creationId="{A3D39DF9-2DAE-5D22-B354-22DF455A570C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6" creationId="{95615714-1FAB-37D2-0F02-4C8CE7B868BF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7" creationId="{907D6585-A0D7-D48B-C897-ABF6EA994D70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8" creationId="{7A67C87D-98CE-F0D6-7E36-EE8A3174D5BC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9" creationId="{D90E5DCE-2EFB-82BD-659E-628F864219AE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0" creationId="{742C0DA8-C165-60A1-CE06-474BD3899769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1" creationId="{48E7E9A8-C669-56C0-ECA9-C3365919961B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2" creationId="{3297F696-0896-3BC7-47A8-4DCFA0B28DE2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3" creationId="{404EABA0-8450-429C-FC41-83E82BB0C9A6}"/>
          </ac:picMkLst>
        </pc:picChg>
        <pc:picChg chg="mod">
          <ac:chgData name="Ionut Girbea" userId="140628fa-96ce-4361-bce7-5504303d38b3" providerId="ADAL" clId="{07D332A5-C578-714C-B97C-CD71A5874CF5}" dt="2023-11-16T09:36:01.638" v="2559" actId="14826"/>
          <ac:picMkLst>
            <pc:docMk/>
            <pc:sldMk cId="3339962850" sldId="379"/>
            <ac:picMk id="14" creationId="{8815AFFB-1346-A80D-FA4E-F04A4C02D998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6" creationId="{AAD9334A-4619-F59C-03CA-4B7A8E44FD4B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7" creationId="{647980C0-6A93-03ED-5914-A6475AFEBBD8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8" creationId="{4D792094-4DCC-3CD7-DD49-69688C8A621E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19" creationId="{3923B71E-ADBC-BB46-154E-AC5FD53B18BC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0" creationId="{7901B1C7-6414-1C3A-10C3-745ED1771D5B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1" creationId="{FB070761-70A5-EEF5-5F1A-53C64B4039D1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2" creationId="{90DAC162-6274-89F2-94DF-49398724E685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3" creationId="{EFD79181-881F-B718-28A5-81183E712953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4" creationId="{27C822E0-C0C4-5786-B9AD-027B6C4851F3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5" creationId="{173C5A68-BA17-BB73-59BF-09A7E206C62D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6" creationId="{0CFD7520-6266-4DA2-3991-1ED44A9B94B5}"/>
          </ac:picMkLst>
        </pc:picChg>
        <pc:picChg chg="mod">
          <ac:chgData name="Ionut Girbea" userId="140628fa-96ce-4361-bce7-5504303d38b3" providerId="ADAL" clId="{07D332A5-C578-714C-B97C-CD71A5874CF5}" dt="2023-11-16T09:37:47.378" v="2563" actId="14826"/>
          <ac:picMkLst>
            <pc:docMk/>
            <pc:sldMk cId="3339962850" sldId="379"/>
            <ac:picMk id="27" creationId="{66AA3587-DA92-F595-38DA-836B52C3EEBA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4" creationId="{5BD3DB1B-736D-D802-B4CC-B53BAF2841C2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5" creationId="{236098BE-0CF7-00D2-DC87-BB3D9F3D86C4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6" creationId="{F6A1D4F3-B74F-8D80-67FF-2D8A7EEA0D14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7" creationId="{0327A156-556C-C38D-A512-0F2A5E768203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8" creationId="{2B621FC5-CB18-9511-5FED-3B655AB449ED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29" creationId="{165507A9-3C24-D1A3-D9DB-C1E7B964E0A9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0" creationId="{C1B99E00-C567-6504-1FB2-6966EB91E4B8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1" creationId="{A72C5C04-CE8C-FA42-4B76-320DAF4083A2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2" creationId="{B91188DA-C644-8B24-5B9A-859998C5C13B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3" creationId="{E4AF493A-B0F7-2128-727D-65F303814422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4" creationId="{CB4312EA-B211-C5B4-A73E-3DB8C06A2A6F}"/>
          </ac:picMkLst>
        </pc:picChg>
        <pc:picChg chg="mod">
          <ac:chgData name="Ionut Girbea" userId="140628fa-96ce-4361-bce7-5504303d38b3" providerId="ADAL" clId="{07D332A5-C578-714C-B97C-CD71A5874CF5}" dt="2023-11-16T09:31:40.770" v="2547" actId="14826"/>
          <ac:picMkLst>
            <pc:docMk/>
            <pc:sldMk cId="3339962850" sldId="379"/>
            <ac:picMk id="1935" creationId="{530395AC-781A-3752-5463-F4B39CC1339A}"/>
          </ac:picMkLst>
        </pc:picChg>
      </pc:sldChg>
      <pc:sldChg chg="modSp add mod modClrScheme chgLayout">
        <pc:chgData name="Ionut Girbea" userId="140628fa-96ce-4361-bce7-5504303d38b3" providerId="ADAL" clId="{07D332A5-C578-714C-B97C-CD71A5874CF5}" dt="2023-11-22T09:06:19.020" v="3727" actId="20577"/>
        <pc:sldMkLst>
          <pc:docMk/>
          <pc:sldMk cId="738846478" sldId="380"/>
        </pc:sldMkLst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3" creationId="{E27BF56A-2A33-2236-9955-F7D42D1F96A3}"/>
          </ac:spMkLst>
        </pc:spChg>
        <pc:spChg chg="mod">
          <ac:chgData name="Ionut Girbea" userId="140628fa-96ce-4361-bce7-5504303d38b3" providerId="ADAL" clId="{07D332A5-C578-714C-B97C-CD71A5874CF5}" dt="2023-11-22T09:06:06.386" v="3722" actId="20577"/>
          <ac:spMkLst>
            <pc:docMk/>
            <pc:sldMk cId="738846478" sldId="380"/>
            <ac:spMk id="7" creationId="{40BAB764-8346-D0B8-8E88-5948917ADF20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13" creationId="{2963BD98-46AD-FE47-9FBF-30C2FF1A6255}"/>
          </ac:spMkLst>
        </pc:spChg>
        <pc:spChg chg="mod">
          <ac:chgData name="Ionut Girbea" userId="140628fa-96ce-4361-bce7-5504303d38b3" providerId="ADAL" clId="{07D332A5-C578-714C-B97C-CD71A5874CF5}" dt="2023-11-22T09:06:08.839" v="3723" actId="20577"/>
          <ac:spMkLst>
            <pc:docMk/>
            <pc:sldMk cId="738846478" sldId="380"/>
            <ac:spMk id="14" creationId="{82F4236F-79E8-B4A3-8256-5208B58D30BD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16" creationId="{9432F9A1-B419-B037-65EA-F8D208023AE3}"/>
          </ac:spMkLst>
        </pc:spChg>
        <pc:spChg chg="mod">
          <ac:chgData name="Ionut Girbea" userId="140628fa-96ce-4361-bce7-5504303d38b3" providerId="ADAL" clId="{07D332A5-C578-714C-B97C-CD71A5874CF5}" dt="2023-11-22T09:06:13.964" v="3725" actId="20577"/>
          <ac:spMkLst>
            <pc:docMk/>
            <pc:sldMk cId="738846478" sldId="380"/>
            <ac:spMk id="17" creationId="{DE2D1521-B1B6-1B55-443D-566B5077ADED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19" creationId="{073FA2C1-4CA6-9F53-82A1-EB40C8D8F9AB}"/>
          </ac:spMkLst>
        </pc:spChg>
        <pc:spChg chg="mod">
          <ac:chgData name="Ionut Girbea" userId="140628fa-96ce-4361-bce7-5504303d38b3" providerId="ADAL" clId="{07D332A5-C578-714C-B97C-CD71A5874CF5}" dt="2023-11-22T09:06:11.734" v="3724" actId="20577"/>
          <ac:spMkLst>
            <pc:docMk/>
            <pc:sldMk cId="738846478" sldId="380"/>
            <ac:spMk id="20" creationId="{1B403AC8-3C44-7D03-CB21-F32D907127A2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22" creationId="{D2ADF69A-EA69-7FFC-2060-0C35A6480BAE}"/>
          </ac:spMkLst>
        </pc:spChg>
        <pc:spChg chg="mod">
          <ac:chgData name="Ionut Girbea" userId="140628fa-96ce-4361-bce7-5504303d38b3" providerId="ADAL" clId="{07D332A5-C578-714C-B97C-CD71A5874CF5}" dt="2023-11-22T09:06:16.217" v="3726" actId="20577"/>
          <ac:spMkLst>
            <pc:docMk/>
            <pc:sldMk cId="738846478" sldId="380"/>
            <ac:spMk id="23" creationId="{4A808D74-0FC9-2D48-A70C-EFA898361837}"/>
          </ac:spMkLst>
        </pc:spChg>
        <pc:spChg chg="mod">
          <ac:chgData name="Ionut Girbea" userId="140628fa-96ce-4361-bce7-5504303d38b3" providerId="ADAL" clId="{07D332A5-C578-714C-B97C-CD71A5874CF5}" dt="2023-11-16T12:56:53.631" v="3278" actId="2085"/>
          <ac:spMkLst>
            <pc:docMk/>
            <pc:sldMk cId="738846478" sldId="380"/>
            <ac:spMk id="25" creationId="{C6421078-459B-51FB-2BB2-FAD08AB2B5F0}"/>
          </ac:spMkLst>
        </pc:spChg>
        <pc:spChg chg="mod">
          <ac:chgData name="Ionut Girbea" userId="140628fa-96ce-4361-bce7-5504303d38b3" providerId="ADAL" clId="{07D332A5-C578-714C-B97C-CD71A5874CF5}" dt="2023-11-22T09:06:19.020" v="3727" actId="20577"/>
          <ac:spMkLst>
            <pc:docMk/>
            <pc:sldMk cId="738846478" sldId="380"/>
            <ac:spMk id="26" creationId="{86C761AD-7A6B-7834-32AF-B7E59C5E12B0}"/>
          </ac:spMkLst>
        </pc:spChg>
        <pc:spChg chg="mod ord">
          <ac:chgData name="Ionut Girbea" userId="140628fa-96ce-4361-bce7-5504303d38b3" providerId="ADAL" clId="{07D332A5-C578-714C-B97C-CD71A5874CF5}" dt="2023-11-16T12:54:27.688" v="3261" actId="700"/>
          <ac:spMkLst>
            <pc:docMk/>
            <pc:sldMk cId="738846478" sldId="380"/>
            <ac:spMk id="1084" creationId="{00000000-0000-0000-0000-000000000000}"/>
          </ac:spMkLst>
        </pc:spChg>
        <pc:spChg chg="mod ord">
          <ac:chgData name="Ionut Girbea" userId="140628fa-96ce-4361-bce7-5504303d38b3" providerId="ADAL" clId="{07D332A5-C578-714C-B97C-CD71A5874CF5}" dt="2023-11-16T12:54:27.688" v="3261" actId="700"/>
          <ac:spMkLst>
            <pc:docMk/>
            <pc:sldMk cId="738846478" sldId="380"/>
            <ac:spMk id="1085" creationId="{00000000-0000-0000-0000-000000000000}"/>
          </ac:spMkLst>
        </pc:spChg>
        <pc:spChg chg="mod">
          <ac:chgData name="Ionut Girbea" userId="140628fa-96ce-4361-bce7-5504303d38b3" providerId="ADAL" clId="{07D332A5-C578-714C-B97C-CD71A5874CF5}" dt="2023-11-16T12:54:40.494" v="3264" actId="207"/>
          <ac:spMkLst>
            <pc:docMk/>
            <pc:sldMk cId="738846478" sldId="380"/>
            <ac:spMk id="1094" creationId="{00000000-0000-0000-0000-000000000000}"/>
          </ac:spMkLst>
        </pc:spChg>
      </pc:sldChg>
      <pc:sldChg chg="addSp delSp modSp add mod ord">
        <pc:chgData name="Ionut Girbea" userId="140628fa-96ce-4361-bce7-5504303d38b3" providerId="ADAL" clId="{07D332A5-C578-714C-B97C-CD71A5874CF5}" dt="2023-11-22T14:08:05.340" v="3819" actId="18331"/>
        <pc:sldMkLst>
          <pc:docMk/>
          <pc:sldMk cId="2305363137" sldId="381"/>
        </pc:sldMkLst>
        <pc:spChg chg="del">
          <ac:chgData name="Ionut Girbea" userId="140628fa-96ce-4361-bce7-5504303d38b3" providerId="ADAL" clId="{07D332A5-C578-714C-B97C-CD71A5874CF5}" dt="2023-11-22T14:07:36.758" v="3818" actId="478"/>
          <ac:spMkLst>
            <pc:docMk/>
            <pc:sldMk cId="2305363137" sldId="381"/>
            <ac:spMk id="378" creationId="{00000000-0000-0000-0000-000000000000}"/>
          </ac:spMkLst>
        </pc:spChg>
        <pc:picChg chg="add mod">
          <ac:chgData name="Ionut Girbea" userId="140628fa-96ce-4361-bce7-5504303d38b3" providerId="ADAL" clId="{07D332A5-C578-714C-B97C-CD71A5874CF5}" dt="2023-11-22T14:08:05.340" v="3819" actId="18331"/>
          <ac:picMkLst>
            <pc:docMk/>
            <pc:sldMk cId="2305363137" sldId="381"/>
            <ac:picMk id="2" creationId="{562C6894-CCDC-A727-EB73-2A6A8C72D54E}"/>
          </ac:picMkLst>
        </pc:picChg>
      </pc:sldChg>
      <pc:sldChg chg="delSp modSp add del mod chgLayout">
        <pc:chgData name="Ionut Girbea" userId="140628fa-96ce-4361-bce7-5504303d38b3" providerId="ADAL" clId="{07D332A5-C578-714C-B97C-CD71A5874CF5}" dt="2023-11-09T13:32:01.080" v="719" actId="2696"/>
        <pc:sldMkLst>
          <pc:docMk/>
          <pc:sldMk cId="770720461" sldId="957"/>
        </pc:sldMkLst>
        <pc:spChg chg="mod">
          <ac:chgData name="Ionut Girbea" userId="140628fa-96ce-4361-bce7-5504303d38b3" providerId="ADAL" clId="{07D332A5-C578-714C-B97C-CD71A5874CF5}" dt="2023-11-09T13:14:58.129" v="712" actId="2711"/>
          <ac:spMkLst>
            <pc:docMk/>
            <pc:sldMk cId="770720461" sldId="957"/>
            <ac:spMk id="5" creationId="{C63BDA77-9414-4A2C-9809-E5BF0796BF6C}"/>
          </ac:spMkLst>
        </pc:spChg>
        <pc:spChg chg="mod">
          <ac:chgData name="Ionut Girbea" userId="140628fa-96ce-4361-bce7-5504303d38b3" providerId="ADAL" clId="{07D332A5-C578-714C-B97C-CD71A5874CF5}" dt="2023-11-09T13:15:43.803" v="717" actId="2711"/>
          <ac:spMkLst>
            <pc:docMk/>
            <pc:sldMk cId="770720461" sldId="957"/>
            <ac:spMk id="6" creationId="{C6260597-72F9-41D4-B7C3-875EFF23EBBC}"/>
          </ac:spMkLst>
        </pc:spChg>
        <pc:spChg chg="mod">
          <ac:chgData name="Ionut Girbea" userId="140628fa-96ce-4361-bce7-5504303d38b3" providerId="ADAL" clId="{07D332A5-C578-714C-B97C-CD71A5874CF5}" dt="2023-11-09T13:14:43.774" v="709" actId="2711"/>
          <ac:spMkLst>
            <pc:docMk/>
            <pc:sldMk cId="770720461" sldId="957"/>
            <ac:spMk id="8" creationId="{7DE1FE84-2041-49BC-9550-9B0C7123BBD7}"/>
          </ac:spMkLst>
        </pc:spChg>
        <pc:spChg chg="mod">
          <ac:chgData name="Ionut Girbea" userId="140628fa-96ce-4361-bce7-5504303d38b3" providerId="ADAL" clId="{07D332A5-C578-714C-B97C-CD71A5874CF5}" dt="2023-11-09T13:14:43.774" v="709" actId="2711"/>
          <ac:spMkLst>
            <pc:docMk/>
            <pc:sldMk cId="770720461" sldId="957"/>
            <ac:spMk id="9" creationId="{2693E91B-C7EE-4694-B660-8E558EDD51A3}"/>
          </ac:spMkLst>
        </pc:spChg>
        <pc:spChg chg="mod">
          <ac:chgData name="Ionut Girbea" userId="140628fa-96ce-4361-bce7-5504303d38b3" providerId="ADAL" clId="{07D332A5-C578-714C-B97C-CD71A5874CF5}" dt="2023-11-09T13:14:43.774" v="709" actId="2711"/>
          <ac:spMkLst>
            <pc:docMk/>
            <pc:sldMk cId="770720461" sldId="957"/>
            <ac:spMk id="10" creationId="{D58452CB-C8F4-4526-9081-EAF136F9D59E}"/>
          </ac:spMkLst>
        </pc:spChg>
        <pc:spChg chg="mod">
          <ac:chgData name="Ionut Girbea" userId="140628fa-96ce-4361-bce7-5504303d38b3" providerId="ADAL" clId="{07D332A5-C578-714C-B97C-CD71A5874CF5}" dt="2023-11-09T13:14:53.970" v="711" actId="2711"/>
          <ac:spMkLst>
            <pc:docMk/>
            <pc:sldMk cId="770720461" sldId="957"/>
            <ac:spMk id="12" creationId="{9B8FD481-F0D0-4A82-8E3C-A3160BF23C27}"/>
          </ac:spMkLst>
        </pc:spChg>
        <pc:spChg chg="mod">
          <ac:chgData name="Ionut Girbea" userId="140628fa-96ce-4361-bce7-5504303d38b3" providerId="ADAL" clId="{07D332A5-C578-714C-B97C-CD71A5874CF5}" dt="2023-11-09T13:14:34.007" v="707" actId="2711"/>
          <ac:spMkLst>
            <pc:docMk/>
            <pc:sldMk cId="770720461" sldId="957"/>
            <ac:spMk id="18" creationId="{C42881FD-259E-7D45-9614-2755AB6A0686}"/>
          </ac:spMkLst>
        </pc:spChg>
        <pc:picChg chg="del">
          <ac:chgData name="Ionut Girbea" userId="140628fa-96ce-4361-bce7-5504303d38b3" providerId="ADAL" clId="{07D332A5-C578-714C-B97C-CD71A5874CF5}" dt="2023-11-09T13:14:14.156" v="705" actId="478"/>
          <ac:picMkLst>
            <pc:docMk/>
            <pc:sldMk cId="770720461" sldId="957"/>
            <ac:picMk id="16" creationId="{995CDD07-49B9-4717-9047-68E6D9D22BC8}"/>
          </ac:picMkLst>
        </pc:picChg>
      </pc:sldChg>
      <pc:sldMasterChg chg="modSp mod delSldLayout modSldLayout">
        <pc:chgData name="Ionut Girbea" userId="140628fa-96ce-4361-bce7-5504303d38b3" providerId="ADAL" clId="{07D332A5-C578-714C-B97C-CD71A5874CF5}" dt="2023-11-10T07:39:46.269" v="728" actId="767"/>
        <pc:sldMasterMkLst>
          <pc:docMk/>
          <pc:sldMasterMk cId="0" sldId="2147483648"/>
        </pc:sldMasterMkLst>
        <pc:spChg chg="mod">
          <ac:chgData name="Ionut Girbea" userId="140628fa-96ce-4361-bce7-5504303d38b3" providerId="ADAL" clId="{07D332A5-C578-714C-B97C-CD71A5874CF5}" dt="2023-11-09T08:27:30.618" v="51" actId="12"/>
          <ac:spMkLst>
            <pc:docMk/>
            <pc:sldMasterMk cId="0" sldId="2147483648"/>
            <ac:spMk id="3" creationId="{00000000-0000-0000-0000-000000000000}"/>
          </ac:spMkLst>
        </pc:spChg>
        <pc:sldLayoutChg chg="addSp delSp modSp mod">
          <pc:chgData name="Ionut Girbea" userId="140628fa-96ce-4361-bce7-5504303d38b3" providerId="ADAL" clId="{07D332A5-C578-714C-B97C-CD71A5874CF5}" dt="2023-11-10T07:39:46.269" v="728" actId="767"/>
          <pc:sldLayoutMkLst>
            <pc:docMk/>
            <pc:sldMasterMk cId="0" sldId="2147483648"/>
            <pc:sldLayoutMk cId="0" sldId="2147483662"/>
          </pc:sldLayoutMkLst>
          <pc:spChg chg="add del mod">
            <ac:chgData name="Ionut Girbea" userId="140628fa-96ce-4361-bce7-5504303d38b3" providerId="ADAL" clId="{07D332A5-C578-714C-B97C-CD71A5874CF5}" dt="2023-11-10T07:39:46.269" v="728" actId="767"/>
            <ac:spMkLst>
              <pc:docMk/>
              <pc:sldMasterMk cId="0" sldId="2147483648"/>
              <pc:sldLayoutMk cId="0" sldId="2147483662"/>
              <ac:spMk id="2" creationId="{D57E5540-603E-9377-89AF-3DB226C240DF}"/>
            </ac:spMkLst>
          </pc:spChg>
        </pc:sldLayoutChg>
        <pc:sldLayoutChg chg="del">
          <pc:chgData name="Ionut Girbea" userId="140628fa-96ce-4361-bce7-5504303d38b3" providerId="ADAL" clId="{07D332A5-C578-714C-B97C-CD71A5874CF5}" dt="2023-11-09T13:32:01.091" v="720" actId="2696"/>
          <pc:sldLayoutMkLst>
            <pc:docMk/>
            <pc:sldMasterMk cId="0" sldId="2147483648"/>
            <pc:sldLayoutMk cId="210177559" sldId="2147483667"/>
          </pc:sldLayoutMkLst>
        </pc:sldLayoutChg>
      </pc:sldMasterChg>
      <pc:sldMasterChg chg="new del mod addSldLayout delSldLayout">
        <pc:chgData name="Ionut Girbea" userId="140628fa-96ce-4361-bce7-5504303d38b3" providerId="ADAL" clId="{07D332A5-C578-714C-B97C-CD71A5874CF5}" dt="2023-11-09T08:51:28.752" v="167" actId="2696"/>
        <pc:sldMasterMkLst>
          <pc:docMk/>
          <pc:sldMasterMk cId="1884314209" sldId="2147483667"/>
        </pc:sldMasterMkLst>
        <pc:sldLayoutChg chg="new del replId">
          <pc:chgData name="Ionut Girbea" userId="140628fa-96ce-4361-bce7-5504303d38b3" providerId="ADAL" clId="{07D332A5-C578-714C-B97C-CD71A5874CF5}" dt="2023-11-09T08:51:28.732" v="156" actId="2696"/>
          <pc:sldLayoutMkLst>
            <pc:docMk/>
            <pc:sldMasterMk cId="1884314209" sldId="2147483667"/>
            <pc:sldLayoutMk cId="4251063063" sldId="2147483668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35" v="157" actId="2696"/>
          <pc:sldLayoutMkLst>
            <pc:docMk/>
            <pc:sldMasterMk cId="1884314209" sldId="2147483667"/>
            <pc:sldLayoutMk cId="3344906715" sldId="2147483669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37" v="158" actId="2696"/>
          <pc:sldLayoutMkLst>
            <pc:docMk/>
            <pc:sldMasterMk cId="1884314209" sldId="2147483667"/>
            <pc:sldLayoutMk cId="2354065872" sldId="2147483670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38" v="159" actId="2696"/>
          <pc:sldLayoutMkLst>
            <pc:docMk/>
            <pc:sldMasterMk cId="1884314209" sldId="2147483667"/>
            <pc:sldLayoutMk cId="2720059559" sldId="2147483671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1" v="160" actId="2696"/>
          <pc:sldLayoutMkLst>
            <pc:docMk/>
            <pc:sldMasterMk cId="1884314209" sldId="2147483667"/>
            <pc:sldLayoutMk cId="976698955" sldId="2147483672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2" v="161" actId="2696"/>
          <pc:sldLayoutMkLst>
            <pc:docMk/>
            <pc:sldMasterMk cId="1884314209" sldId="2147483667"/>
            <pc:sldLayoutMk cId="16150198" sldId="2147483673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4" v="162" actId="2696"/>
          <pc:sldLayoutMkLst>
            <pc:docMk/>
            <pc:sldMasterMk cId="1884314209" sldId="2147483667"/>
            <pc:sldLayoutMk cId="1705402729" sldId="2147483674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5" v="163" actId="2696"/>
          <pc:sldLayoutMkLst>
            <pc:docMk/>
            <pc:sldMasterMk cId="1884314209" sldId="2147483667"/>
            <pc:sldLayoutMk cId="2232678614" sldId="2147483675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7" v="164" actId="2696"/>
          <pc:sldLayoutMkLst>
            <pc:docMk/>
            <pc:sldMasterMk cId="1884314209" sldId="2147483667"/>
            <pc:sldLayoutMk cId="824413448" sldId="2147483676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48" v="165" actId="2696"/>
          <pc:sldLayoutMkLst>
            <pc:docMk/>
            <pc:sldMasterMk cId="1884314209" sldId="2147483667"/>
            <pc:sldLayoutMk cId="3568227421" sldId="2147483677"/>
          </pc:sldLayoutMkLst>
        </pc:sldLayoutChg>
        <pc:sldLayoutChg chg="new del replId">
          <pc:chgData name="Ionut Girbea" userId="140628fa-96ce-4361-bce7-5504303d38b3" providerId="ADAL" clId="{07D332A5-C578-714C-B97C-CD71A5874CF5}" dt="2023-11-09T08:51:28.750" v="166" actId="2696"/>
          <pc:sldLayoutMkLst>
            <pc:docMk/>
            <pc:sldMasterMk cId="1884314209" sldId="2147483667"/>
            <pc:sldLayoutMk cId="3242314668" sldId="2147483678"/>
          </pc:sldLayoutMkLst>
        </pc:sldLayoutChg>
      </pc:sldMasterChg>
      <pc:sldMasterChg chg="new del mod addSldLayout delSldLayout">
        <pc:chgData name="Ionut Girbea" userId="140628fa-96ce-4361-bce7-5504303d38b3" providerId="ADAL" clId="{07D332A5-C578-714C-B97C-CD71A5874CF5}" dt="2023-11-09T08:10:41.440" v="11" actId="6938"/>
        <pc:sldMasterMkLst>
          <pc:docMk/>
          <pc:sldMasterMk cId="2120943290" sldId="2147483667"/>
        </pc:sldMasterMkLst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2851702815" sldId="2147483668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3539281966" sldId="2147483669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1564435021" sldId="2147483670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493047929" sldId="2147483671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1999085951" sldId="2147483672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457128567" sldId="2147483673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2419536955" sldId="2147483674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4129015635" sldId="2147483675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382999886" sldId="2147483676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1810026380" sldId="2147483677"/>
          </pc:sldLayoutMkLst>
        </pc:sldLayoutChg>
        <pc:sldLayoutChg chg="new del replId">
          <pc:chgData name="Ionut Girbea" userId="140628fa-96ce-4361-bce7-5504303d38b3" providerId="ADAL" clId="{07D332A5-C578-714C-B97C-CD71A5874CF5}" dt="2023-11-09T08:10:41.440" v="11" actId="6938"/>
          <pc:sldLayoutMkLst>
            <pc:docMk/>
            <pc:sldMasterMk cId="2120943290" sldId="2147483667"/>
            <pc:sldLayoutMk cId="2026168621" sldId="214748367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E6D5C2-E810-C572-C13C-9D14F0769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BF47C-D32B-CAA2-A5A4-50B6BEB4A9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A5286-0306-B143-BA49-3E397476CCE1}" type="datetimeFigureOut">
              <a:rPr lang="en-RO" smtClean="0"/>
              <a:t>05/30/2026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9B6D8-A221-B327-F05B-6C599FD2A0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1AC45-1C47-9DDA-6253-17E727D225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B202A-81CE-954E-9ACC-87922C02C77C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49955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Dava Sans" pitchFamily="2" charset="77"/>
        <a:ea typeface="+mn-ea"/>
        <a:cs typeface="+mn-cs"/>
        <a:sym typeface="Poppins Regular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Poppins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39" name="Shape 2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Shape 11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56" name="Shape 11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Shape 116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68" name="Shape 11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CECD-F0B3-7E06-2773-E6A59B29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>
            <a:extLst>
              <a:ext uri="{FF2B5EF4-FFF2-40B4-BE49-F238E27FC236}">
                <a16:creationId xmlns:a16="http://schemas.microsoft.com/office/drawing/2014/main" id="{1A8DAA84-F810-BD20-3F6A-109F77761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>
            <a:extLst>
              <a:ext uri="{FF2B5EF4-FFF2-40B4-BE49-F238E27FC236}">
                <a16:creationId xmlns:a16="http://schemas.microsoft.com/office/drawing/2014/main" id="{8F16BAE3-C44B-625B-A81F-05BC83D852F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3623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734E-765B-A159-7CFE-911E0DCA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>
            <a:extLst>
              <a:ext uri="{FF2B5EF4-FFF2-40B4-BE49-F238E27FC236}">
                <a16:creationId xmlns:a16="http://schemas.microsoft.com/office/drawing/2014/main" id="{6000A6EF-146A-F3C4-D11B-F32E9DEAB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>
            <a:extLst>
              <a:ext uri="{FF2B5EF4-FFF2-40B4-BE49-F238E27FC236}">
                <a16:creationId xmlns:a16="http://schemas.microsoft.com/office/drawing/2014/main" id="{96DBA6D5-8397-38CE-A741-9ED41A596F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2292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Shape 126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266" name="Shape 126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7EBE-ABD2-C8BD-B177-9FB4E010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>
            <a:extLst>
              <a:ext uri="{FF2B5EF4-FFF2-40B4-BE49-F238E27FC236}">
                <a16:creationId xmlns:a16="http://schemas.microsoft.com/office/drawing/2014/main" id="{52485D48-F019-E454-B1EC-87A10233B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>
            <a:extLst>
              <a:ext uri="{FF2B5EF4-FFF2-40B4-BE49-F238E27FC236}">
                <a16:creationId xmlns:a16="http://schemas.microsoft.com/office/drawing/2014/main" id="{AE17E9CF-6184-721C-6BB1-7AB195653A7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8892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FEE19-B6D5-58CF-4693-CC1C28DD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>
            <a:extLst>
              <a:ext uri="{FF2B5EF4-FFF2-40B4-BE49-F238E27FC236}">
                <a16:creationId xmlns:a16="http://schemas.microsoft.com/office/drawing/2014/main" id="{37074E46-6B4A-A403-E7E8-E48AC2C53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92" name="Shape 492">
            <a:extLst>
              <a:ext uri="{FF2B5EF4-FFF2-40B4-BE49-F238E27FC236}">
                <a16:creationId xmlns:a16="http://schemas.microsoft.com/office/drawing/2014/main" id="{3E171731-AB43-9F4F-CBFF-CFC1467F083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8379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Shape 185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852" name="Shape 18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Shape 184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847" name="Shape 18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oppins Bold"/>
                <a:ea typeface="Poppins Bold"/>
                <a:cs typeface="Poppins Bold"/>
                <a:sym typeface="Poppins Bold"/>
              </a:defRPr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esentation title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2584896" y="6377282"/>
            <a:ext cx="19678204" cy="59579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Presentation title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2584896" y="6377282"/>
            <a:ext cx="19678204" cy="595799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8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79332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endava_brandshape_RGB_red.svg" descr="endava_brandshape_RGB_red.sv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5521569" y="2073270"/>
            <a:ext cx="609601" cy="24384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Agenda"/>
          <p:cNvSpPr txBox="1"/>
          <p:nvPr/>
        </p:nvSpPr>
        <p:spPr>
          <a:xfrm>
            <a:off x="2590800" y="1700307"/>
            <a:ext cx="3357490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470262">
              <a:lnSpc>
                <a:spcPct val="100000"/>
              </a:lnSpc>
              <a:spcBef>
                <a:spcPts val="3000"/>
              </a:spcBef>
              <a:defRPr sz="5600" spc="0"/>
            </a:lvl1pPr>
          </a:lstStyle>
          <a:p>
            <a:r>
              <a:rPr>
                <a:latin typeface="+mj-lt"/>
              </a:rPr>
              <a:t>Agenda</a:t>
            </a:r>
          </a:p>
        </p:txBody>
      </p:sp>
      <p:sp>
        <p:nvSpPr>
          <p:cNvPr id="40" name="Insert short chapter name…"/>
          <p:cNvSpPr txBox="1">
            <a:spLocks noGrp="1"/>
          </p:cNvSpPr>
          <p:nvPr>
            <p:ph type="body" sz="quarter" idx="21"/>
          </p:nvPr>
        </p:nvSpPr>
        <p:spPr>
          <a:xfrm>
            <a:off x="4566592" y="4389125"/>
            <a:ext cx="9263708" cy="48971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dirty="0"/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dirty="0"/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dirty="0"/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dirty="0"/>
              <a:t>Insert short chapter name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dirty="0"/>
              <a:t>Insert short chapter name</a:t>
            </a:r>
          </a:p>
        </p:txBody>
      </p:sp>
      <p:sp>
        <p:nvSpPr>
          <p:cNvPr id="41" name="Pag. 4…"/>
          <p:cNvSpPr txBox="1">
            <a:spLocks noGrp="1"/>
          </p:cNvSpPr>
          <p:nvPr>
            <p:ph type="body" sz="quarter" idx="22"/>
          </p:nvPr>
        </p:nvSpPr>
        <p:spPr>
          <a:xfrm>
            <a:off x="14478000" y="4630425"/>
            <a:ext cx="1217274" cy="446886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4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8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16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32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48</a:t>
            </a:r>
          </a:p>
        </p:txBody>
      </p:sp>
      <p:sp>
        <p:nvSpPr>
          <p:cNvPr id="42" name="01…"/>
          <p:cNvSpPr txBox="1">
            <a:spLocks noGrp="1"/>
          </p:cNvSpPr>
          <p:nvPr>
            <p:ph type="body" sz="quarter" idx="23"/>
          </p:nvPr>
        </p:nvSpPr>
        <p:spPr>
          <a:xfrm>
            <a:off x="2590800" y="4389125"/>
            <a:ext cx="1328093" cy="48971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01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02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03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04</a:t>
            </a:r>
          </a:p>
          <a:p>
            <a:pPr marL="0" indent="0" defTabSz="470262">
              <a:lnSpc>
                <a:spcPct val="14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05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Insert presentation name">
            <a:extLst>
              <a:ext uri="{FF2B5EF4-FFF2-40B4-BE49-F238E27FC236}">
                <a16:creationId xmlns:a16="http://schemas.microsoft.com/office/drawing/2014/main" id="{B4EA5F31-CE77-51B2-4E0C-5100FC85B505}"/>
              </a:ext>
            </a:extLst>
          </p:cNvPr>
          <p:cNvSpPr txBox="1"/>
          <p:nvPr userDrawn="1"/>
        </p:nvSpPr>
        <p:spPr>
          <a:xfrm>
            <a:off x="16759829" y="236808"/>
            <a:ext cx="6570620" cy="35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spcBef>
                <a:spcPts val="3000"/>
              </a:spcBef>
              <a:defRPr sz="1400"/>
            </a:lvl1pPr>
          </a:lstStyle>
          <a:p>
            <a:r>
              <a:rPr lang="en-US" dirty="0"/>
              <a:t>AI Coding Agents Need Specs, Not Vibes.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hapter dar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5289996" y="2795882"/>
            <a:ext cx="14122401" cy="33528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defRPr sz="96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79" name="Chapter"/>
          <p:cNvSpPr txBox="1"/>
          <p:nvPr/>
        </p:nvSpPr>
        <p:spPr>
          <a:xfrm>
            <a:off x="609600" y="1224265"/>
            <a:ext cx="1615562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Chapter</a:t>
            </a:r>
          </a:p>
        </p:txBody>
      </p:sp>
      <p:sp>
        <p:nvSpPr>
          <p:cNvPr id="80" name="0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2795879"/>
            <a:ext cx="2284402" cy="147732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defTabSz="47026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9600">
                <a:solidFill>
                  <a:srgbClr val="FFFFFF"/>
                </a:solidFill>
                <a:latin typeface="+mj-lt"/>
                <a:ea typeface="+mj-ea"/>
                <a:cs typeface="+mj-cs"/>
                <a:sym typeface="Poppins Medium"/>
              </a:defRPr>
            </a:lvl1pPr>
          </a:lstStyle>
          <a:p>
            <a:r>
              <a:t>01</a:t>
            </a:r>
          </a:p>
        </p:txBody>
      </p:sp>
      <p:sp>
        <p:nvSpPr>
          <p:cNvPr id="81" name="Insert presentation name or subtitle here if needed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301233" y="1224265"/>
            <a:ext cx="7253966" cy="355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buClrTx/>
              <a:buSzTx/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dirty="0"/>
              <a:t>Insert subtitle if needed</a:t>
            </a:r>
          </a:p>
        </p:txBody>
      </p:sp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78716" y="13081000"/>
            <a:ext cx="306935" cy="398779"/>
          </a:xfrm>
          <a:prstGeom prst="rect">
            <a:avLst/>
          </a:prstGeom>
        </p:spPr>
        <p:txBody>
          <a:bodyPr lIns="50800" tIns="50800" rIns="50800" bIns="50800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endava_brandshape_RGB_red.svg" descr="endava_brandshape_RGB_red.svg">
            <a:extLst>
              <a:ext uri="{FF2B5EF4-FFF2-40B4-BE49-F238E27FC236}">
                <a16:creationId xmlns:a16="http://schemas.microsoft.com/office/drawing/2014/main" id="{A3C3B100-D67A-6A1F-71CF-0AE68AAFE9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16214" y="3241710"/>
            <a:ext cx="1142575" cy="4570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eader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Insert chapter name"/>
          <p:cNvSpPr>
            <a:spLocks noGrp="1"/>
          </p:cNvSpPr>
          <p:nvPr>
            <p:ph type="body" sz="quarter" idx="21" hasCustomPrompt="1"/>
          </p:nvPr>
        </p:nvSpPr>
        <p:spPr>
          <a:xfrm>
            <a:off x="609599" y="207804"/>
            <a:ext cx="2154529" cy="405189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>
            <a:solidFill>
              <a:srgbClr val="192B37"/>
            </a:solidFill>
          </a:ln>
        </p:spPr>
        <p:txBody>
          <a:bodyPr wrap="none" lIns="108000" tIns="36000" rIns="108000" bIns="36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400"/>
            </a:lvl1pPr>
          </a:lstStyle>
          <a:p>
            <a:r>
              <a:rPr lang="en-US"/>
              <a:t>Insert chapter name</a:t>
            </a:r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4586"/>
            <a:ext cx="288542" cy="246221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Insert presentation name">
            <a:extLst>
              <a:ext uri="{FF2B5EF4-FFF2-40B4-BE49-F238E27FC236}">
                <a16:creationId xmlns:a16="http://schemas.microsoft.com/office/drawing/2014/main" id="{0EA579C2-A960-9895-D849-1816496962FF}"/>
              </a:ext>
            </a:extLst>
          </p:cNvPr>
          <p:cNvSpPr txBox="1"/>
          <p:nvPr userDrawn="1"/>
        </p:nvSpPr>
        <p:spPr>
          <a:xfrm>
            <a:off x="16759829" y="236808"/>
            <a:ext cx="6570620" cy="35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spcBef>
                <a:spcPts val="3000"/>
              </a:spcBef>
              <a:defRPr sz="1400"/>
            </a:lvl1pPr>
          </a:lstStyle>
          <a:p>
            <a:r>
              <a:rPr lang="en-US" dirty="0"/>
              <a:t>AI Coding Agents Need Specs, Not Vibes.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ot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Number Black"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1625600"/>
            <a:ext cx="220853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3911600"/>
            <a:ext cx="22085300" cy="853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O"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89402" y="13132800"/>
            <a:ext cx="288542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8C959B"/>
                </a:solidFill>
              </a:defRPr>
            </a:lvl1pPr>
          </a:lstStyle>
          <a:p>
            <a:fld id="{86CB4B4D-7CA3-9044-876B-883B54F8677D}" type="slidenum">
              <a:rPr lang="en-RO" smtClean="0"/>
              <a:pPr/>
              <a:t>‹#›</a:t>
            </a:fld>
            <a:endParaRPr lang="en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6" r:id="rId2"/>
    <p:sldLayoutId id="2147483652" r:id="rId3"/>
    <p:sldLayoutId id="2147483655" r:id="rId4"/>
    <p:sldLayoutId id="2147483656" r:id="rId5"/>
    <p:sldLayoutId id="2147483663" r:id="rId6"/>
    <p:sldLayoutId id="2147483664" r:id="rId7"/>
    <p:sldLayoutId id="2147483665" r:id="rId8"/>
  </p:sldLayoutIdLst>
  <p:transition spd="med"/>
  <p:txStyles>
    <p:titleStyle>
      <a:lvl1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j-lt"/>
          <a:ea typeface="+mn-ea"/>
          <a:cs typeface="+mn-cs"/>
          <a:sym typeface="Poppins Regular"/>
        </a:defRPr>
      </a:lvl1pPr>
      <a:lvl2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2pPr>
      <a:lvl3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3pPr>
      <a:lvl4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4pPr>
      <a:lvl5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5pPr>
      <a:lvl6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6pPr>
      <a:lvl7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7pPr>
      <a:lvl8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8pPr>
      <a:lvl9pPr marL="0" marR="0" indent="0" algn="l" defTabSz="470262" rtl="0" latinLnBrk="0">
        <a:lnSpc>
          <a:spcPct val="70000"/>
        </a:lnSpc>
        <a:spcBef>
          <a:spcPts val="300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9pPr>
    </p:titleStyle>
    <p:bodyStyle>
      <a:lvl1pPr marL="342900" marR="0" indent="-3429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 typeface="Arial" panose="020B0604020202020204" pitchFamily="34" charset="0"/>
        <a:buChar char="•"/>
        <a:tabLst/>
        <a:defRPr lang="en-US" sz="2400" b="0" i="0" u="none" strike="noStrike" cap="none" spc="0" baseline="0" dirty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1pPr>
      <a:lvl2pPr marL="899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2pPr>
      <a:lvl3pPr marL="1534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3pPr>
      <a:lvl4pPr marL="2169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4pPr>
      <a:lvl5pPr marL="2804583" marR="0" indent="-252000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4230"/>
        </a:buClr>
        <a:buSzPct val="120000"/>
        <a:buFontTx/>
        <a:buChar char="•"/>
        <a:tabLst/>
        <a:defRPr sz="16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5pPr>
      <a:lvl6pPr marL="3439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6pPr>
      <a:lvl7pPr marL="4074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7pPr>
      <a:lvl8pPr marL="4709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8pPr>
      <a:lvl9pPr marL="5344583" marR="0" indent="-264583" algn="l" defTabSz="821531" rtl="0" latinLnBrk="0">
        <a:lnSpc>
          <a:spcPct val="120000"/>
        </a:lnSpc>
        <a:spcBef>
          <a:spcPts val="1500"/>
        </a:spcBef>
        <a:spcAft>
          <a:spcPts val="0"/>
        </a:spcAft>
        <a:buClr>
          <a:srgbClr val="FF5640"/>
        </a:buClr>
        <a:buSzPct val="125000"/>
        <a:buFontTx/>
        <a:buChar char="•"/>
        <a:tabLst/>
        <a:defRPr sz="2000" b="0" i="0" u="none" strike="noStrike" cap="none" spc="0" baseline="0">
          <a:solidFill>
            <a:srgbClr val="192B37"/>
          </a:solidFill>
          <a:uFillTx/>
          <a:latin typeface="+mn-lt"/>
          <a:ea typeface="+mn-ea"/>
          <a:cs typeface="+mn-cs"/>
          <a:sym typeface="Poppins Regular"/>
        </a:defRPr>
      </a:lvl9pPr>
    </p:bodyStyle>
    <p:otherStyle>
      <a:lvl1pPr marL="0" marR="0" indent="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1pPr>
      <a:lvl2pPr marL="0" marR="0" indent="2286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2pPr>
      <a:lvl3pPr marL="0" marR="0" indent="4572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3pPr>
      <a:lvl4pPr marL="0" marR="0" indent="6858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4pPr>
      <a:lvl5pPr marL="0" marR="0" indent="9144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5pPr>
      <a:lvl6pPr marL="0" marR="0" indent="11430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6pPr>
      <a:lvl7pPr marL="0" marR="0" indent="13716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7pPr>
      <a:lvl8pPr marL="0" marR="0" indent="16002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8pPr>
      <a:lvl9pPr marL="0" marR="0" indent="1828800" algn="r" defTabSz="825500" rtl="0" latinLnBrk="0">
        <a:lnSpc>
          <a:spcPct val="5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oppins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fonts.google.com/specimen/Poppins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MTrajK/engineering-notes/" TargetMode="Externa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Insert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AI Coding Agents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Need </a:t>
            </a:r>
            <a:r>
              <a:rPr lang="en-US" b="1" dirty="0">
                <a:solidFill>
                  <a:schemeClr val="bg1"/>
                </a:solidFill>
              </a:rPr>
              <a:t>Specs</a:t>
            </a:r>
            <a:r>
              <a:rPr lang="en-US" b="1" dirty="0"/>
              <a:t>, Not Vibes</a:t>
            </a:r>
            <a:r>
              <a:rPr lang="en-US" dirty="0">
                <a:solidFill>
                  <a:srgbClr val="FF5640"/>
                </a:solidFill>
              </a:rPr>
              <a:t>.</a:t>
            </a:r>
            <a:endParaRPr dirty="0"/>
          </a:p>
        </p:txBody>
      </p:sp>
      <p:pic>
        <p:nvPicPr>
          <p:cNvPr id="3" name="endava_brandshape_RGB_red.svg" descr="endava_brandshape_RGB_red.svg">
            <a:extLst>
              <a:ext uri="{FF2B5EF4-FFF2-40B4-BE49-F238E27FC236}">
                <a16:creationId xmlns:a16="http://schemas.microsoft.com/office/drawing/2014/main" id="{D99D0F89-CEFD-336A-B29C-58C375F7B4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13670778" y="6927767"/>
            <a:ext cx="818305" cy="327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Insert short chapter name…"/>
          <p:cNvSpPr txBox="1">
            <a:spLocks noGrp="1"/>
          </p:cNvSpPr>
          <p:nvPr>
            <p:ph type="body" sz="quarter" idx="21"/>
          </p:nvPr>
        </p:nvSpPr>
        <p:spPr>
          <a:xfrm>
            <a:off x="4566592" y="4389125"/>
            <a:ext cx="9771200" cy="2620076"/>
          </a:xfrm>
          <a:prstGeom prst="rect">
            <a:avLst/>
          </a:prstGeom>
        </p:spPr>
        <p:txBody>
          <a:bodyPr/>
          <a:lstStyle/>
          <a:p>
            <a:pPr marL="0" indent="0" defTabSz="470262">
              <a:lnSpc>
                <a:spcPct val="15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lang="en-US" dirty="0"/>
              <a:t>SDD (Spec-Driven Development)</a:t>
            </a:r>
            <a:r>
              <a:rPr dirty="0"/>
              <a:t> Windsurf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ClrTx/>
              <a:buSzTx/>
              <a:buNone/>
              <a:defRPr sz="4000"/>
            </a:pPr>
            <a:r>
              <a:rPr lang="en-US" sz="3700" dirty="0"/>
              <a:t>Starting a Greenfield Project with Spec Kit</a:t>
            </a:r>
            <a:endParaRPr sz="3700" dirty="0"/>
          </a:p>
        </p:txBody>
      </p:sp>
      <p:sp>
        <p:nvSpPr>
          <p:cNvPr id="236" name="Pag. 4…"/>
          <p:cNvSpPr txBox="1">
            <a:spLocks noGrp="1"/>
          </p:cNvSpPr>
          <p:nvPr>
            <p:ph type="body" sz="quarter" idx="22"/>
          </p:nvPr>
        </p:nvSpPr>
        <p:spPr>
          <a:xfrm>
            <a:off x="15392400" y="4495550"/>
            <a:ext cx="1217274" cy="2338076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2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10</a:t>
            </a:r>
          </a:p>
          <a:p>
            <a:pPr marL="0" indent="0">
              <a:lnSpc>
                <a:spcPct val="280000"/>
              </a:lnSpc>
              <a:buClrTx/>
              <a:buSzTx/>
              <a:buNone/>
              <a:defRPr sz="1600"/>
            </a:pPr>
            <a:r>
              <a:rPr dirty="0"/>
              <a:t>Pag. 12</a:t>
            </a:r>
          </a:p>
        </p:txBody>
      </p:sp>
      <p:sp>
        <p:nvSpPr>
          <p:cNvPr id="237" name="01…"/>
          <p:cNvSpPr txBox="1">
            <a:spLocks noGrp="1"/>
          </p:cNvSpPr>
          <p:nvPr>
            <p:ph type="body" sz="quarter" idx="23"/>
          </p:nvPr>
        </p:nvSpPr>
        <p:spPr>
          <a:xfrm>
            <a:off x="2590800" y="4389125"/>
            <a:ext cx="1328093" cy="2682786"/>
          </a:xfrm>
          <a:prstGeom prst="rect">
            <a:avLst/>
          </a:prstGeom>
        </p:spPr>
        <p:txBody>
          <a:bodyPr/>
          <a:lstStyle/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01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02</a:t>
            </a:r>
          </a:p>
          <a:p>
            <a:pPr marL="0" indent="0" defTabSz="470262">
              <a:lnSpc>
                <a:spcPct val="150000"/>
              </a:lnSpc>
              <a:spcBef>
                <a:spcPts val="0"/>
              </a:spcBef>
              <a:buSzTx/>
              <a:buNone/>
              <a:defRPr sz="4000">
                <a:solidFill>
                  <a:srgbClr val="FF5640"/>
                </a:solidFill>
              </a:defRPr>
            </a:pPr>
            <a:r>
              <a:rPr dirty="0"/>
              <a:t>03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Insert chapter 1 name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254" name="01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0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Insert chapter name"/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3247993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4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/>
          <p:cNvSpPr txBox="1"/>
          <p:nvPr/>
        </p:nvSpPr>
        <p:spPr>
          <a:xfrm>
            <a:off x="8530013" y="1561977"/>
            <a:ext cx="15226405" cy="369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r>
              <a:rPr lang="en-US" sz="2400" dirty="0"/>
              <a:t>AI can write code fast. So why do we still get wrong implementations?</a:t>
            </a:r>
            <a:endParaRPr lang="en-RO" sz="2400" dirty="0"/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Fast output does not guarantee correct output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Vague prompts create hidden assumptions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The first version often looks right, but misses intent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Rework starts after code already exists </a:t>
            </a:r>
          </a:p>
          <a:p>
            <a:pPr>
              <a:buClr>
                <a:srgbClr val="FF4230"/>
              </a:buClr>
              <a:tabLst>
                <a:tab pos="457200" algn="l"/>
              </a:tabLst>
            </a:pPr>
            <a:endParaRPr lang="en-US" dirty="0"/>
          </a:p>
          <a:p>
            <a:pPr>
              <a:buClr>
                <a:srgbClr val="FF4230"/>
              </a:buClr>
              <a:tabLst>
                <a:tab pos="457200" algn="l"/>
              </a:tabLst>
            </a:pPr>
            <a:r>
              <a:rPr lang="en-US" i="1" dirty="0">
                <a:solidFill>
                  <a:schemeClr val="bg1"/>
                </a:solidFill>
              </a:rPr>
              <a:t>Code generation is cheap now, but good code still has a cost, and new habits are needed around coding agents.</a:t>
            </a: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F0275711-D229-82B9-833E-A4241C938CC3}"/>
              </a:ext>
            </a:extLst>
          </p:cNvPr>
          <p:cNvSpPr txBox="1"/>
          <p:nvPr/>
        </p:nvSpPr>
        <p:spPr>
          <a:xfrm>
            <a:off x="609599" y="1561977"/>
            <a:ext cx="7316176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The Problem Everyone Recognizes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748A9-0DBD-2B1E-20E0-1DFE62163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613" y="5571772"/>
            <a:ext cx="19664774" cy="678554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sert chapter name"/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3247993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1223DA68-77F6-1B2E-FDE9-42DF29C00293}"/>
              </a:ext>
            </a:extLst>
          </p:cNvPr>
          <p:cNvSpPr txBox="1"/>
          <p:nvPr/>
        </p:nvSpPr>
        <p:spPr>
          <a:xfrm>
            <a:off x="609600" y="2008502"/>
            <a:ext cx="2156991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Vibe Coding and Why It Breaks</a:t>
            </a:r>
            <a:endParaRPr lang="en-GB" dirty="0">
              <a:latin typeface="+mj-lt"/>
            </a:endParaRPr>
          </a:p>
        </p:txBody>
      </p:sp>
      <p:sp>
        <p:nvSpPr>
          <p:cNvPr id="9" name="What is simply dummy text of the printing and typesetting industry has been the industry's standard dummy text ever since the 1500s when an unknown printer took a galley of type and scrambled it to make a type specimen book it has.…">
            <a:extLst>
              <a:ext uri="{FF2B5EF4-FFF2-40B4-BE49-F238E27FC236}">
                <a16:creationId xmlns:a16="http://schemas.microsoft.com/office/drawing/2014/main" id="{4032A1B8-2C72-2013-163C-B989555FF476}"/>
              </a:ext>
            </a:extLst>
          </p:cNvPr>
          <p:cNvSpPr txBox="1"/>
          <p:nvPr/>
        </p:nvSpPr>
        <p:spPr>
          <a:xfrm>
            <a:off x="636200" y="3512318"/>
            <a:ext cx="11196136" cy="610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r>
              <a:rPr lang="en-US" dirty="0"/>
              <a:t>Example prompt:</a:t>
            </a:r>
            <a:br>
              <a:rPr lang="en-US" sz="1800" dirty="0"/>
            </a:br>
            <a:r>
              <a:rPr lang="en-US" sz="1800" dirty="0">
                <a:solidFill>
                  <a:schemeClr val="bg1"/>
                </a:solidFill>
              </a:rPr>
              <a:t>"Build me a project management app."</a:t>
            </a:r>
            <a:endParaRPr lang="en-GB" sz="1800" dirty="0">
              <a:solidFill>
                <a:schemeClr val="bg1"/>
              </a:solidFill>
            </a:endParaRPr>
          </a:p>
          <a:p>
            <a:endParaRPr lang="en-GB" dirty="0"/>
          </a:p>
          <a:p>
            <a:r>
              <a:rPr lang="en-GB" dirty="0"/>
              <a:t>Now the agent must </a:t>
            </a:r>
            <a:r>
              <a:rPr lang="en-GB" b="1" dirty="0"/>
              <a:t>guess</a:t>
            </a:r>
            <a:r>
              <a:rPr lang="en-GB" dirty="0"/>
              <a:t>:</a:t>
            </a:r>
            <a:endParaRPr lang="en-RO" dirty="0"/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User roles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Permissions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Workflows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Data model</a:t>
            </a:r>
            <a:endParaRPr lang="en-U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Edge cases</a:t>
            </a:r>
            <a:endParaRPr lang="en-U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Success criteria</a:t>
            </a:r>
            <a:endParaRPr lang="en-US" sz="16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FF4230"/>
              </a:buClr>
              <a:tabLst>
                <a:tab pos="457200" algn="l"/>
              </a:tabLst>
            </a:pPr>
            <a:endParaRPr lang="en-US" sz="1800" dirty="0"/>
          </a:p>
          <a:p>
            <a:pPr>
              <a:buClr>
                <a:srgbClr val="FF4230"/>
              </a:buClr>
              <a:tabLst>
                <a:tab pos="457200" algn="l"/>
              </a:tabLst>
            </a:pPr>
            <a:r>
              <a:rPr lang="en-US" i="1" dirty="0">
                <a:solidFill>
                  <a:schemeClr val="bg1"/>
                </a:solidFill>
              </a:rPr>
              <a:t>Vibe coding is useful for exploration. It is risky for delivery</a:t>
            </a:r>
            <a:r>
              <a:rPr lang="en-US" sz="1800" i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7CB58C-AE9C-2576-2B8D-FFDB02956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388" y="1627632"/>
            <a:ext cx="8641339" cy="1091380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B952E9D-193F-B972-D0FA-235ADD71C223}"/>
              </a:ext>
            </a:extLst>
          </p:cNvPr>
          <p:cNvGrpSpPr/>
          <p:nvPr/>
        </p:nvGrpSpPr>
        <p:grpSpPr>
          <a:xfrm>
            <a:off x="2954952" y="10714103"/>
            <a:ext cx="9028084" cy="2108652"/>
            <a:chOff x="13860200" y="5603115"/>
            <a:chExt cx="9028084" cy="2108652"/>
          </a:xfrm>
        </p:grpSpPr>
        <p:pic>
          <p:nvPicPr>
            <p:cNvPr id="12" name="Picture 11" descr="A red and black logo&#10;&#10;Description automatically generated">
              <a:extLst>
                <a:ext uri="{FF2B5EF4-FFF2-40B4-BE49-F238E27FC236}">
                  <a16:creationId xmlns:a16="http://schemas.microsoft.com/office/drawing/2014/main" id="{9F8C0554-341E-81A4-D1C5-57461F52E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13860200" y="6493357"/>
              <a:ext cx="1218410" cy="1218410"/>
            </a:xfrm>
            <a:prstGeom prst="rect">
              <a:avLst/>
            </a:prstGeom>
          </p:spPr>
        </p:pic>
        <p:sp>
          <p:nvSpPr>
            <p:cNvPr id="13" name="Rounded Rectangle 3">
              <a:extLst>
                <a:ext uri="{FF2B5EF4-FFF2-40B4-BE49-F238E27FC236}">
                  <a16:creationId xmlns:a16="http://schemas.microsoft.com/office/drawing/2014/main" id="{969C955E-62D8-DFEC-7582-729998CF36F6}"/>
                </a:ext>
              </a:extLst>
            </p:cNvPr>
            <p:cNvSpPr/>
            <p:nvPr/>
          </p:nvSpPr>
          <p:spPr>
            <a:xfrm>
              <a:off x="14482284" y="5603115"/>
              <a:ext cx="8406000" cy="1486568"/>
            </a:xfrm>
            <a:prstGeom prst="roundRect">
              <a:avLst>
                <a:gd name="adj" fmla="val 15861"/>
              </a:avLst>
            </a:prstGeom>
            <a:solidFill>
              <a:srgbClr val="FF564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24000" tIns="324000" rIns="324000" bIns="360000" numCol="1" spcCol="38100" rtlCol="0" anchor="b">
              <a:spAutoFit/>
            </a:bodyPr>
            <a:lstStyle/>
            <a:p>
              <a:pPr defTabSz="825500">
                <a:spcBef>
                  <a:spcPts val="0"/>
                </a:spcBef>
              </a:pPr>
              <a:r>
                <a:rPr lang="en-US" sz="1800" dirty="0">
                  <a:solidFill>
                    <a:srgbClr val="FFFFFF"/>
                  </a:solidFill>
                </a:rPr>
                <a:t>AI-generated code is only good as the instructions that created it!  		Garbage in              Garbage out</a:t>
              </a:r>
              <a:endParaRPr lang="en-GB" sz="18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7" name="arrow-right-96px.svg">
            <a:extLst>
              <a:ext uri="{FF2B5EF4-FFF2-40B4-BE49-F238E27FC236}">
                <a16:creationId xmlns:a16="http://schemas.microsoft.com/office/drawing/2014/main" id="{FB40BAD7-C1E7-D0FE-5971-8EBE5594B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5973" y="11372764"/>
            <a:ext cx="463162" cy="463162"/>
          </a:xfrm>
          <a:prstGeom prst="rect">
            <a:avLst/>
          </a:prstGeom>
          <a:ln w="12700" cap="flat">
            <a:noFill/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1A77A-DC06-9651-9C49-7D4521C1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sert chapter name">
            <a:extLst>
              <a:ext uri="{FF2B5EF4-FFF2-40B4-BE49-F238E27FC236}">
                <a16:creationId xmlns:a16="http://schemas.microsoft.com/office/drawing/2014/main" id="{0CB7B7D1-FBF1-D65F-B227-117751E17B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3247993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503" name="Slide Number">
            <a:extLst>
              <a:ext uri="{FF2B5EF4-FFF2-40B4-BE49-F238E27FC236}">
                <a16:creationId xmlns:a16="http://schemas.microsoft.com/office/drawing/2014/main" id="{BFFBA958-28C9-20FA-A86C-6B858452D46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62F28D39-7AED-5806-FF1C-EC7EB2990904}"/>
              </a:ext>
            </a:extLst>
          </p:cNvPr>
          <p:cNvSpPr txBox="1"/>
          <p:nvPr/>
        </p:nvSpPr>
        <p:spPr>
          <a:xfrm>
            <a:off x="609600" y="2008502"/>
            <a:ext cx="2156991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What SDD Actually Changes</a:t>
            </a:r>
            <a:endParaRPr lang="en-GB" dirty="0">
              <a:latin typeface="+mj-lt"/>
            </a:endParaRPr>
          </a:p>
        </p:txBody>
      </p:sp>
      <p:sp>
        <p:nvSpPr>
          <p:cNvPr id="9" name="What is simply dummy text of the printing and typesetting industry has been the industry's standard dummy text ever since the 1500s when an unknown printer took a galley of type and scrambled it to make a type specimen book it has.…">
            <a:extLst>
              <a:ext uri="{FF2B5EF4-FFF2-40B4-BE49-F238E27FC236}">
                <a16:creationId xmlns:a16="http://schemas.microsoft.com/office/drawing/2014/main" id="{1C4C9267-DFE6-95AC-C8C8-796756CBBBB1}"/>
              </a:ext>
            </a:extLst>
          </p:cNvPr>
          <p:cNvSpPr txBox="1"/>
          <p:nvPr/>
        </p:nvSpPr>
        <p:spPr>
          <a:xfrm>
            <a:off x="636200" y="3512319"/>
            <a:ext cx="11013256" cy="6824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r>
              <a:rPr lang="en-US" dirty="0"/>
              <a:t>Spec-Driven Development changes the source of truth.</a:t>
            </a:r>
            <a:endParaRPr lang="en-GB" dirty="0"/>
          </a:p>
          <a:p>
            <a:endParaRPr lang="en-GB" dirty="0"/>
          </a:p>
          <a:p>
            <a:r>
              <a:rPr lang="en-GB" dirty="0"/>
              <a:t>Instead of:</a:t>
            </a:r>
            <a:endParaRPr lang="en-RO" dirty="0"/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Prompt first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Code first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Requirements discovered later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Agent makes hidden decisions</a:t>
            </a:r>
          </a:p>
          <a:p>
            <a:endParaRPr lang="en-GB" sz="1800" dirty="0"/>
          </a:p>
          <a:p>
            <a:r>
              <a:rPr lang="en-GB" sz="1800" dirty="0"/>
              <a:t>SDD means:</a:t>
            </a:r>
            <a:endParaRPr lang="en-RO" sz="1800" dirty="0"/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Intent first</a:t>
            </a:r>
            <a:endParaRPr lang="en-RO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Spec first</a:t>
            </a:r>
            <a:endParaRPr lang="en-RO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Code follows the spec</a:t>
            </a:r>
            <a:endParaRPr lang="en-U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Result is verified against the spec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D6C03-CABD-C0B0-E10D-49A99B5A3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555" y="2906852"/>
            <a:ext cx="14613389" cy="885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5377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Insert chapter name"/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3247993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1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26483" y="13109106"/>
            <a:ext cx="251461" cy="297180"/>
          </a:xfrm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grpSp>
        <p:nvGrpSpPr>
          <p:cNvPr id="1152" name="Group"/>
          <p:cNvGrpSpPr/>
          <p:nvPr/>
        </p:nvGrpSpPr>
        <p:grpSpPr>
          <a:xfrm>
            <a:off x="14566213" y="1674693"/>
            <a:ext cx="9191329" cy="9194257"/>
            <a:chOff x="0" y="0"/>
            <a:chExt cx="9191328" cy="9194255"/>
          </a:xfrm>
        </p:grpSpPr>
        <p:sp>
          <p:nvSpPr>
            <p:cNvPr id="1150" name="Rounded Rectangle"/>
            <p:cNvSpPr/>
            <p:nvPr/>
          </p:nvSpPr>
          <p:spPr>
            <a:xfrm>
              <a:off x="0" y="0"/>
              <a:ext cx="9191328" cy="9194255"/>
            </a:xfrm>
            <a:prstGeom prst="roundRect">
              <a:avLst>
                <a:gd name="adj" fmla="val 4974"/>
              </a:avLst>
            </a:prstGeom>
            <a:solidFill>
              <a:srgbClr val="192B37"/>
            </a:solidFill>
            <a:ln w="12700" cap="flat">
              <a:solidFill>
                <a:srgbClr val="192B37">
                  <a:alpha val="29946"/>
                </a:srgb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70262">
                <a:lnSpc>
                  <a:spcPct val="70000"/>
                </a:lnSpc>
                <a:spcBef>
                  <a:spcPts val="3000"/>
                </a:spcBef>
                <a:defRPr sz="5600" spc="0"/>
              </a:pPr>
              <a:endParaRPr dirty="0"/>
            </a:p>
          </p:txBody>
        </p:sp>
        <p:sp>
          <p:nvSpPr>
            <p:cNvPr id="1151" name="Industry Text 1…"/>
            <p:cNvSpPr/>
            <p:nvPr/>
          </p:nvSpPr>
          <p:spPr>
            <a:xfrm>
              <a:off x="539675" y="177852"/>
              <a:ext cx="8083295" cy="88171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360000" numCol="1" anchor="ctr">
              <a:spAutoFit/>
            </a:bodyPr>
            <a:lstStyle/>
            <a:p>
              <a:pPr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defRPr sz="4000">
                  <a:solidFill>
                    <a:srgbClr val="FFFFFF"/>
                  </a:solidFill>
                </a:defRPr>
              </a:pPr>
              <a:r>
                <a:rPr lang="en-US" dirty="0">
                  <a:solidFill>
                    <a:schemeClr val="bg1"/>
                  </a:solidFill>
                </a:rPr>
                <a:t>Useful sections:</a:t>
              </a:r>
            </a:p>
            <a:p>
              <a:pPr indent="-450000"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buChar char="•"/>
                <a:defRPr sz="4000">
                  <a:solidFill>
                    <a:srgbClr val="FFFFFF"/>
                  </a:solidFill>
                </a:defRPr>
              </a:pPr>
              <a:r>
                <a:rPr lang="en-US" dirty="0"/>
                <a:t>Outcome</a:t>
              </a:r>
              <a:endParaRPr dirty="0"/>
            </a:p>
            <a:p>
              <a:pPr indent="-450000"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buChar char="•"/>
                <a:defRPr sz="4000">
                  <a:solidFill>
                    <a:srgbClr val="FFFFFF"/>
                  </a:solidFill>
                </a:defRPr>
              </a:pPr>
              <a:r>
                <a:rPr lang="en-US" dirty="0"/>
                <a:t>Scope / non-goals</a:t>
              </a:r>
              <a:endParaRPr dirty="0"/>
            </a:p>
            <a:p>
              <a:pPr indent="-450000"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buChar char="•"/>
                <a:defRPr sz="4000">
                  <a:solidFill>
                    <a:srgbClr val="FFFFFF"/>
                  </a:solidFill>
                </a:defRPr>
              </a:pPr>
              <a:r>
                <a:rPr lang="en-US" dirty="0"/>
                <a:t>Constraints and assumptions</a:t>
              </a:r>
              <a:endParaRPr dirty="0"/>
            </a:p>
            <a:p>
              <a:pPr indent="-450000"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buChar char="•"/>
                <a:defRPr sz="4000">
                  <a:solidFill>
                    <a:srgbClr val="FFFFFF"/>
                  </a:solidFill>
                </a:defRPr>
              </a:pPr>
              <a:r>
                <a:rPr lang="en-US" dirty="0"/>
                <a:t>Key decisions</a:t>
              </a:r>
              <a:endParaRPr dirty="0"/>
            </a:p>
            <a:p>
              <a:pPr indent="-450000"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buChar char="•"/>
                <a:defRPr sz="4000">
                  <a:solidFill>
                    <a:srgbClr val="FFFFFF"/>
                  </a:solidFill>
                </a:defRPr>
              </a:pPr>
              <a:r>
                <a:rPr lang="en-US" dirty="0"/>
                <a:t>Acceptance criteria</a:t>
              </a:r>
              <a:endParaRPr dirty="0"/>
            </a:p>
            <a:p>
              <a:pPr indent="-450000" defTabSz="470262">
                <a:lnSpc>
                  <a:spcPct val="200000"/>
                </a:lnSpc>
                <a:spcBef>
                  <a:spcPts val="0"/>
                </a:spcBef>
                <a:buClr>
                  <a:srgbClr val="FF5640"/>
                </a:buClr>
                <a:buSzPct val="100000"/>
                <a:buChar char="•"/>
                <a:defRPr sz="4000">
                  <a:solidFill>
                    <a:srgbClr val="FFFFFF"/>
                  </a:solidFill>
                </a:defRPr>
              </a:pPr>
              <a:r>
                <a:rPr lang="en-US" dirty="0"/>
                <a:t>Verification notes</a:t>
              </a:r>
              <a:endParaRPr dirty="0"/>
            </a:p>
          </p:txBody>
        </p:sp>
      </p:grp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EEC5395F-A8EB-8D4E-C7CF-B8B41E5A6F23}"/>
              </a:ext>
            </a:extLst>
          </p:cNvPr>
          <p:cNvSpPr txBox="1"/>
          <p:nvPr/>
        </p:nvSpPr>
        <p:spPr>
          <a:xfrm>
            <a:off x="609599" y="2040453"/>
            <a:ext cx="10639647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What a Good Spec Contains</a:t>
            </a:r>
            <a:endParaRPr lang="en-GB" dirty="0">
              <a:latin typeface="+mj-lt"/>
            </a:endParaRPr>
          </a:p>
        </p:txBody>
      </p:sp>
      <p:sp>
        <p:nvSpPr>
          <p:cNvPr id="6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090F2FBC-139F-3688-BE14-5677EDEEDC84}"/>
              </a:ext>
            </a:extLst>
          </p:cNvPr>
          <p:cNvSpPr txBox="1"/>
          <p:nvPr/>
        </p:nvSpPr>
        <p:spPr>
          <a:xfrm>
            <a:off x="599625" y="3622047"/>
            <a:ext cx="11437200" cy="3550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r>
              <a:rPr lang="en-GB" kern="100" dirty="0">
                <a:ea typeface="Calibri" panose="020F0502020204030204" pitchFamily="34" charset="0"/>
                <a:cs typeface="Times New Roman" panose="02020603050405020304" pitchFamily="18" charset="0"/>
              </a:rPr>
              <a:t>A good spec answers</a:t>
            </a:r>
            <a:r>
              <a:rPr lang="en-GB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O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What should be true when this is done?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What is in scope?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What is explicitly out of scope?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What constraints must be respected?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What decisions are already fixed?</a:t>
            </a:r>
            <a:endParaRPr lang="en-RO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+mj-lt"/>
              <a:buAutoNum type="arabicPeriod"/>
            </a:pP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How will we verify success?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795B-E82D-2535-C88E-F89013B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sert chapter name">
            <a:extLst>
              <a:ext uri="{FF2B5EF4-FFF2-40B4-BE49-F238E27FC236}">
                <a16:creationId xmlns:a16="http://schemas.microsoft.com/office/drawing/2014/main" id="{8A62DB6D-EFAE-86B8-8C67-CA9EFA8CEB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3247993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503" name="Slide Number">
            <a:extLst>
              <a:ext uri="{FF2B5EF4-FFF2-40B4-BE49-F238E27FC236}">
                <a16:creationId xmlns:a16="http://schemas.microsoft.com/office/drawing/2014/main" id="{AAC9D634-5168-EDE1-57D7-35D9035A22D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88A1B6BD-64F6-C951-983E-966258C8D81D}"/>
              </a:ext>
            </a:extLst>
          </p:cNvPr>
          <p:cNvSpPr txBox="1"/>
          <p:nvPr/>
        </p:nvSpPr>
        <p:spPr>
          <a:xfrm>
            <a:off x="609600" y="2008502"/>
            <a:ext cx="2156991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How SDD Works in Practice</a:t>
            </a:r>
            <a:endParaRPr lang="en-GB" dirty="0">
              <a:latin typeface="+mj-lt"/>
            </a:endParaRPr>
          </a:p>
        </p:txBody>
      </p:sp>
      <p:sp>
        <p:nvSpPr>
          <p:cNvPr id="9" name="What is simply dummy text of the printing and typesetting industry has been the industry's standard dummy text ever since the 1500s when an unknown printer took a galley of type and scrambled it to make a type specimen book it has.…">
            <a:extLst>
              <a:ext uri="{FF2B5EF4-FFF2-40B4-BE49-F238E27FC236}">
                <a16:creationId xmlns:a16="http://schemas.microsoft.com/office/drawing/2014/main" id="{3CB68BB0-4D8F-9869-14A0-B8E91579ED27}"/>
              </a:ext>
            </a:extLst>
          </p:cNvPr>
          <p:cNvSpPr txBox="1"/>
          <p:nvPr/>
        </p:nvSpPr>
        <p:spPr>
          <a:xfrm>
            <a:off x="636200" y="3512318"/>
            <a:ext cx="11196136" cy="521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r>
              <a:rPr lang="en-RO" dirty="0"/>
              <a:t>Framework-neutral SDD workflow</a:t>
            </a:r>
            <a:r>
              <a:rPr lang="en-US" dirty="0"/>
              <a:t>:</a:t>
            </a:r>
            <a:endParaRPr lang="en-RO" dirty="0"/>
          </a:p>
          <a:p>
            <a:pPr marL="360000" indent="-360000">
              <a:buClr>
                <a:srgbClr val="FF4230"/>
              </a:buClr>
              <a:buFont typeface="+mj-lt"/>
              <a:buAutoNum type="arabicPeriod"/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Start with intent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Clarify behavior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Define scope and non-goals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Capture constraints</a:t>
            </a:r>
            <a:endParaRPr lang="en-U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Add acceptance criteria</a:t>
            </a:r>
            <a:endParaRPr lang="en-U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Let the agent implement</a:t>
            </a:r>
            <a:endParaRPr lang="en-US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Review against the spec</a:t>
            </a:r>
          </a:p>
          <a:p>
            <a:pPr marL="360000" lvl="0" indent="-360000">
              <a:buClr>
                <a:srgbClr val="FF4230"/>
              </a:buClr>
              <a:buFont typeface="+mj-lt"/>
              <a:buAutoNum type="arabicPeriod"/>
              <a:tabLst>
                <a:tab pos="457200" algn="l"/>
              </a:tabLst>
            </a:pPr>
            <a:endParaRPr lang="en-US" sz="18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FF4230"/>
              </a:buClr>
              <a:tabLst>
                <a:tab pos="457200" algn="l"/>
              </a:tabLst>
            </a:pPr>
            <a:r>
              <a:rPr lang="en-US" i="1" dirty="0">
                <a:solidFill>
                  <a:schemeClr val="bg1"/>
                </a:solidFill>
              </a:rPr>
              <a:t>SDD is a way to reduce ambiguity before code is written.</a:t>
            </a:r>
            <a:endParaRPr lang="en-US" b="1" i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4694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Rectangle"/>
          <p:cNvSpPr/>
          <p:nvPr/>
        </p:nvSpPr>
        <p:spPr>
          <a:xfrm>
            <a:off x="12501364" y="0"/>
            <a:ext cx="11882636" cy="13716000"/>
          </a:xfrm>
          <a:prstGeom prst="rect">
            <a:avLst/>
          </a:prstGeom>
          <a:solidFill>
            <a:srgbClr val="192B3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1600"/>
            </a:pPr>
            <a:endParaRPr dirty="0"/>
          </a:p>
        </p:txBody>
      </p:sp>
      <p:sp>
        <p:nvSpPr>
          <p:cNvPr id="1159" name="Insert chapter name"/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3247993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SDD (Spec-Driven Development)</a:t>
            </a:r>
            <a:endParaRPr dirty="0"/>
          </a:p>
        </p:txBody>
      </p:sp>
      <p:sp>
        <p:nvSpPr>
          <p:cNvPr id="1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26687" y="13109106"/>
            <a:ext cx="251257" cy="297180"/>
          </a:xfrm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1161" name="Subtitle…"/>
          <p:cNvSpPr txBox="1"/>
          <p:nvPr/>
        </p:nvSpPr>
        <p:spPr>
          <a:xfrm>
            <a:off x="13264292" y="3512319"/>
            <a:ext cx="10250025" cy="307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solidFill>
                  <a:srgbClr val="FFFFFF"/>
                </a:solidFill>
                <a:latin typeface="Dava Sans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Small bug fixes / trivial tweaks</a:t>
            </a: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solidFill>
                  <a:srgbClr val="FFFFFF"/>
                </a:solidFill>
                <a:latin typeface="Dava Sans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The task is tiny</a:t>
            </a:r>
            <a:endParaRPr lang="en-RO" sz="1800" kern="100" dirty="0">
              <a:solidFill>
                <a:srgbClr val="FFFFFF"/>
              </a:solidFill>
              <a:effectLst/>
              <a:latin typeface="Dava Sans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solidFill>
                  <a:srgbClr val="FFFFFF"/>
                </a:solidFill>
                <a:latin typeface="Dava Sans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The work is exploratory</a:t>
            </a:r>
            <a:endParaRPr lang="en-RO" sz="1800" kern="100" dirty="0">
              <a:solidFill>
                <a:srgbClr val="FFFFFF"/>
              </a:solidFill>
              <a:effectLst/>
              <a:latin typeface="Dava Sans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solidFill>
                  <a:srgbClr val="FFFFFF"/>
                </a:solidFill>
                <a:latin typeface="Dava Sans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The result is disposable</a:t>
            </a:r>
            <a:endParaRPr lang="en-RO" sz="1800" kern="100" dirty="0">
              <a:solidFill>
                <a:srgbClr val="FFFFFF"/>
              </a:solidFill>
              <a:effectLst/>
              <a:latin typeface="Dava Sans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solidFill>
                  <a:srgbClr val="FFFFFF"/>
                </a:solidFill>
                <a:latin typeface="Dava Sans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Mistakes are cheap</a:t>
            </a:r>
            <a:endParaRPr lang="en-RO" sz="1800" kern="100" dirty="0">
              <a:solidFill>
                <a:srgbClr val="FFFFFF"/>
              </a:solidFill>
              <a:effectLst/>
              <a:latin typeface="Dava Sans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Dava Sans" pitchFamily="2" charset="77"/>
              <a:cs typeface="Poppins" pitchFamily="2" charset="77"/>
            </a:endParaRPr>
          </a:p>
        </p:txBody>
      </p:sp>
      <p:sp>
        <p:nvSpPr>
          <p:cNvPr id="1162" name="9/10…"/>
          <p:cNvSpPr txBox="1"/>
          <p:nvPr/>
        </p:nvSpPr>
        <p:spPr>
          <a:xfrm>
            <a:off x="13264292" y="1686082"/>
            <a:ext cx="9376252" cy="118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defTabSz="470262">
              <a:lnSpc>
                <a:spcPct val="150000"/>
              </a:lnSpc>
              <a:spcBef>
                <a:spcPts val="3000"/>
              </a:spcBef>
              <a:defRPr sz="5600" spc="0"/>
            </a:pPr>
            <a:r>
              <a:rPr lang="en-US" dirty="0">
                <a:solidFill>
                  <a:srgbClr val="FF4230"/>
                </a:solidFill>
                <a:latin typeface="+mj-lt"/>
              </a:rPr>
              <a:t>When Not To</a:t>
            </a: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5" name="Insert title here">
            <a:extLst>
              <a:ext uri="{FF2B5EF4-FFF2-40B4-BE49-F238E27FC236}">
                <a16:creationId xmlns:a16="http://schemas.microsoft.com/office/drawing/2014/main" id="{28D61350-BACF-6B64-1A70-58CA37B3405A}"/>
              </a:ext>
            </a:extLst>
          </p:cNvPr>
          <p:cNvSpPr txBox="1"/>
          <p:nvPr/>
        </p:nvSpPr>
        <p:spPr>
          <a:xfrm>
            <a:off x="609600" y="2008502"/>
            <a:ext cx="10639647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When to Use SDD</a:t>
            </a:r>
          </a:p>
        </p:txBody>
      </p:sp>
      <p:sp>
        <p:nvSpPr>
          <p:cNvPr id="2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3C70E2E3-E72F-816D-FF85-A4606E9B2AE8}"/>
              </a:ext>
            </a:extLst>
          </p:cNvPr>
          <p:cNvSpPr txBox="1"/>
          <p:nvPr/>
        </p:nvSpPr>
        <p:spPr>
          <a:xfrm>
            <a:off x="617913" y="3512319"/>
            <a:ext cx="11437200" cy="302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The work is real, shared, or long-lived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Acceptance criteria matter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Multiple people or sessions are involved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The feature affects architecture</a:t>
            </a:r>
            <a:endParaRPr lang="en-RO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You are changing an existing system</a:t>
            </a:r>
            <a:endParaRPr lang="en-RO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Mistakes are expensive to reverse</a:t>
            </a:r>
            <a:endParaRPr lang="en-US" dirty="0">
              <a:cs typeface="Poppins" pitchFamily="2" charset="77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8BA5-11C9-D341-B9B5-10BED301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Insert chapter 1 name here">
            <a:extLst>
              <a:ext uri="{FF2B5EF4-FFF2-40B4-BE49-F238E27FC236}">
                <a16:creationId xmlns:a16="http://schemas.microsoft.com/office/drawing/2014/main" id="{12C59FB9-0984-0F85-C8CC-65547BE53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Windsurf</a:t>
            </a:r>
            <a:endParaRPr dirty="0"/>
          </a:p>
        </p:txBody>
      </p:sp>
      <p:sp>
        <p:nvSpPr>
          <p:cNvPr id="254" name="01">
            <a:extLst>
              <a:ext uri="{FF2B5EF4-FFF2-40B4-BE49-F238E27FC236}">
                <a16:creationId xmlns:a16="http://schemas.microsoft.com/office/drawing/2014/main" id="{CD6579E6-9A2C-DCEB-E733-5B2C2A833F58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230413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4CA8-4D18-CA5A-386D-C326D7700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Insert chapter name">
            <a:extLst>
              <a:ext uri="{FF2B5EF4-FFF2-40B4-BE49-F238E27FC236}">
                <a16:creationId xmlns:a16="http://schemas.microsoft.com/office/drawing/2014/main" id="{D9CD8123-86DD-02BE-3ACE-26C5A45E48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1127207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Windsurf</a:t>
            </a:r>
            <a:endParaRPr dirty="0"/>
          </a:p>
        </p:txBody>
      </p:sp>
      <p:sp>
        <p:nvSpPr>
          <p:cNvPr id="487" name="Slide Number">
            <a:extLst>
              <a:ext uri="{FF2B5EF4-FFF2-40B4-BE49-F238E27FC236}">
                <a16:creationId xmlns:a16="http://schemas.microsoft.com/office/drawing/2014/main" id="{6B6FD1FC-F288-A39E-ADF8-59D1D489BB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84488F8F-CE59-8C58-4F00-2BA0EE3E6461}"/>
              </a:ext>
            </a:extLst>
          </p:cNvPr>
          <p:cNvSpPr txBox="1"/>
          <p:nvPr/>
        </p:nvSpPr>
        <p:spPr>
          <a:xfrm>
            <a:off x="8530013" y="1561977"/>
            <a:ext cx="15226405" cy="709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Subscription</a:t>
            </a:r>
            <a:br>
              <a:rPr lang="en-US" sz="3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Cognition Platform (Enterprise)</a:t>
            </a:r>
            <a:endParaRPr lang="en-US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Project explorer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Terminal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RO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Settings</a:t>
            </a:r>
            <a:b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Disable: Auto Execution, Auto Web Requests, Auto-Continue</a:t>
            </a: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Cascade</a:t>
            </a:r>
            <a:b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b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Ask, Plan, Code</a:t>
            </a: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Models</a:t>
            </a:r>
            <a:br>
              <a:rPr lang="en-US" sz="3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AGPT vs Claude, Thinking, Pricing</a:t>
            </a: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5EFE5A55-6D3F-E5A2-C7B1-DA3FCAD89497}"/>
              </a:ext>
            </a:extLst>
          </p:cNvPr>
          <p:cNvSpPr txBox="1"/>
          <p:nvPr/>
        </p:nvSpPr>
        <p:spPr>
          <a:xfrm>
            <a:off x="609599" y="1561977"/>
            <a:ext cx="7316176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Windsurf Orientation</a:t>
            </a:r>
          </a:p>
        </p:txBody>
      </p:sp>
    </p:spTree>
    <p:extLst>
      <p:ext uri="{BB962C8B-B14F-4D97-AF65-F5344CB8AC3E}">
        <p14:creationId xmlns:p14="http://schemas.microsoft.com/office/powerpoint/2010/main" val="406788459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EA9D7-9878-8A23-86D5-84387A65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Insert chapter 1 name here">
            <a:extLst>
              <a:ext uri="{FF2B5EF4-FFF2-40B4-BE49-F238E27FC236}">
                <a16:creationId xmlns:a16="http://schemas.microsoft.com/office/drawing/2014/main" id="{2DEDA736-A146-2668-D295-27C4341219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</a:p>
        </p:txBody>
      </p:sp>
      <p:sp>
        <p:nvSpPr>
          <p:cNvPr id="254" name="01">
            <a:extLst>
              <a:ext uri="{FF2B5EF4-FFF2-40B4-BE49-F238E27FC236}">
                <a16:creationId xmlns:a16="http://schemas.microsoft.com/office/drawing/2014/main" id="{B7DDAA6D-211E-C461-3CFF-573A0B10F9DB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0318374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56AB-6FFA-FBF7-BCD6-D15D47B6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sert chapter name">
            <a:extLst>
              <a:ext uri="{FF2B5EF4-FFF2-40B4-BE49-F238E27FC236}">
                <a16:creationId xmlns:a16="http://schemas.microsoft.com/office/drawing/2014/main" id="{15917D1B-957E-8C14-93E5-2839BF6ADF9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  <a:endParaRPr dirty="0"/>
          </a:p>
        </p:txBody>
      </p:sp>
      <p:sp>
        <p:nvSpPr>
          <p:cNvPr id="503" name="Slide Number">
            <a:extLst>
              <a:ext uri="{FF2B5EF4-FFF2-40B4-BE49-F238E27FC236}">
                <a16:creationId xmlns:a16="http://schemas.microsoft.com/office/drawing/2014/main" id="{15D4B1AB-410C-9A73-8B88-6C9FAC95820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3B18E8C3-7F52-7C5F-6392-94A6C5B48815}"/>
              </a:ext>
            </a:extLst>
          </p:cNvPr>
          <p:cNvSpPr txBox="1"/>
          <p:nvPr/>
        </p:nvSpPr>
        <p:spPr>
          <a:xfrm>
            <a:off x="609600" y="2008502"/>
            <a:ext cx="2156991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GitHub Spec Kit Installation Guide</a:t>
            </a:r>
            <a:endParaRPr lang="en-GB" dirty="0">
              <a:latin typeface="+mj-lt"/>
            </a:endParaRPr>
          </a:p>
        </p:txBody>
      </p:sp>
      <p:sp>
        <p:nvSpPr>
          <p:cNvPr id="3" name="Endava’s new font…">
            <a:extLst>
              <a:ext uri="{FF2B5EF4-FFF2-40B4-BE49-F238E27FC236}">
                <a16:creationId xmlns:a16="http://schemas.microsoft.com/office/drawing/2014/main" id="{81189E83-75BE-B3AD-3209-0AC689C5E415}"/>
              </a:ext>
            </a:extLst>
          </p:cNvPr>
          <p:cNvSpPr txBox="1"/>
          <p:nvPr/>
        </p:nvSpPr>
        <p:spPr>
          <a:xfrm>
            <a:off x="13372188" y="5882120"/>
            <a:ext cx="12505332" cy="1332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4000" b="1" kern="100" dirty="0">
                <a:effectLst/>
                <a:ea typeface="Calibri" panose="020F0502020204030204" pitchFamily="34" charset="0"/>
                <a:cs typeface="Times New Roman (Body CS)"/>
              </a:rPr>
              <a:t>Installation</a:t>
            </a:r>
            <a:endParaRPr lang="en-RO" sz="40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300" dirty="0" err="1">
                <a:solidFill>
                  <a:schemeClr val="accent6">
                    <a:lumMod val="75000"/>
                  </a:schemeClr>
                </a:solidFill>
              </a:rPr>
              <a:t>uvx</a:t>
            </a: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 --from </a:t>
            </a:r>
            <a:r>
              <a:rPr lang="en-US" sz="2300" dirty="0" err="1">
                <a:solidFill>
                  <a:schemeClr val="accent6">
                    <a:lumMod val="75000"/>
                  </a:schemeClr>
                </a:solidFill>
              </a:rPr>
              <a:t>git+https</a:t>
            </a: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://github.com/</a:t>
            </a:r>
            <a:r>
              <a:rPr lang="en-US" sz="2300" dirty="0" err="1">
                <a:solidFill>
                  <a:schemeClr val="accent6">
                    <a:lumMod val="75000"/>
                  </a:schemeClr>
                </a:solidFill>
              </a:rPr>
              <a:t>github</a:t>
            </a: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/spec-</a:t>
            </a:r>
            <a:r>
              <a:rPr lang="en-US" sz="2300" dirty="0" err="1">
                <a:solidFill>
                  <a:schemeClr val="accent6">
                    <a:lumMod val="75000"/>
                  </a:schemeClr>
                </a:solidFill>
              </a:rPr>
              <a:t>kit.git</a:t>
            </a: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 specify </a:t>
            </a:r>
            <a:r>
              <a:rPr lang="en-US" sz="2300" dirty="0" err="1">
                <a:solidFill>
                  <a:schemeClr val="accent6">
                    <a:lumMod val="75000"/>
                  </a:schemeClr>
                </a:solidFill>
              </a:rPr>
              <a:t>init</a:t>
            </a:r>
            <a:r>
              <a:rPr lang="en-US" sz="2300" dirty="0">
                <a:solidFill>
                  <a:schemeClr val="accent6">
                    <a:lumMod val="75000"/>
                  </a:schemeClr>
                </a:solidFill>
              </a:rPr>
              <a:t> --here</a:t>
            </a:r>
            <a:endParaRPr sz="2300" b="1" dirty="0">
              <a:solidFill>
                <a:schemeClr val="accent6">
                  <a:lumMod val="75000"/>
                </a:schemeClr>
              </a:solidFill>
              <a:sym typeface="Poppins SemiBold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" name="wi-fi-96px.svg">
            <a:extLst>
              <a:ext uri="{FF2B5EF4-FFF2-40B4-BE49-F238E27FC236}">
                <a16:creationId xmlns:a16="http://schemas.microsoft.com/office/drawing/2014/main" id="{20D2A8EF-EAB2-0DDC-386E-6ABE290D7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372188" y="4373991"/>
            <a:ext cx="1294788" cy="1294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wi-fi-96px.svg">
            <a:extLst>
              <a:ext uri="{FF2B5EF4-FFF2-40B4-BE49-F238E27FC236}">
                <a16:creationId xmlns:a16="http://schemas.microsoft.com/office/drawing/2014/main" id="{A4A30E32-3A8B-AFAA-99DF-1E400477C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62654" y="4373991"/>
            <a:ext cx="1294788" cy="129478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Visual Identity…">
            <a:extLst>
              <a:ext uri="{FF2B5EF4-FFF2-40B4-BE49-F238E27FC236}">
                <a16:creationId xmlns:a16="http://schemas.microsoft.com/office/drawing/2014/main" id="{70E8373A-A3FA-ED2F-CC45-8ABFA61B5431}"/>
              </a:ext>
            </a:extLst>
          </p:cNvPr>
          <p:cNvSpPr txBox="1"/>
          <p:nvPr/>
        </p:nvSpPr>
        <p:spPr>
          <a:xfrm>
            <a:off x="1662654" y="5966944"/>
            <a:ext cx="6480000" cy="1985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4000" b="1" kern="100" dirty="0">
                <a:ea typeface="Calibri" panose="020F0502020204030204" pitchFamily="34" charset="0"/>
                <a:cs typeface="Times New Roman (Body CS)"/>
              </a:rPr>
              <a:t>Prerequisites</a:t>
            </a:r>
            <a:endParaRPr lang="en-US" sz="4000" dirty="0"/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endParaRPr lang="en-RO" sz="23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uv</a:t>
            </a:r>
            <a:r>
              <a:rPr lang="en-US" sz="23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3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for package management</a:t>
            </a:r>
          </a:p>
        </p:txBody>
      </p:sp>
      <p:sp>
        <p:nvSpPr>
          <p:cNvPr id="8" name="What is simply dummy text of the printing and typesetting industry has been the industry's standard dummy text ever since the 1500s when an unknown printer took a galley of type and scrambled it to make a type specimen book it has.…">
            <a:extLst>
              <a:ext uri="{FF2B5EF4-FFF2-40B4-BE49-F238E27FC236}">
                <a16:creationId xmlns:a16="http://schemas.microsoft.com/office/drawing/2014/main" id="{76DEB6F3-1010-E009-0FA2-B01BBA3DBCA4}"/>
              </a:ext>
            </a:extLst>
          </p:cNvPr>
          <p:cNvSpPr txBox="1"/>
          <p:nvPr/>
        </p:nvSpPr>
        <p:spPr>
          <a:xfrm>
            <a:off x="5796490" y="11339470"/>
            <a:ext cx="11196136" cy="1013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lang="en-US" b="1" i="1" kern="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 just download the sample project with already installed spec kit from:</a:t>
            </a:r>
          </a:p>
          <a:p>
            <a:pPr algn="ctr"/>
            <a:r>
              <a:rPr lang="en-US" b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https://github.com/MTrajK/engineering-notes/</a:t>
            </a:r>
            <a:r>
              <a:rPr lang="en-US" b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- TODO UPDATE THE FULL LINK</a:t>
            </a:r>
          </a:p>
        </p:txBody>
      </p:sp>
    </p:spTree>
    <p:extLst>
      <p:ext uri="{BB962C8B-B14F-4D97-AF65-F5344CB8AC3E}">
        <p14:creationId xmlns:p14="http://schemas.microsoft.com/office/powerpoint/2010/main" val="404853032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2677-2542-A714-C1BD-B441F1F2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sert chapter name">
            <a:extLst>
              <a:ext uri="{FF2B5EF4-FFF2-40B4-BE49-F238E27FC236}">
                <a16:creationId xmlns:a16="http://schemas.microsoft.com/office/drawing/2014/main" id="{BF070576-01C8-276A-FD06-082C5E9207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  <a:endParaRPr dirty="0"/>
          </a:p>
        </p:txBody>
      </p:sp>
      <p:sp>
        <p:nvSpPr>
          <p:cNvPr id="503" name="Slide Number">
            <a:extLst>
              <a:ext uri="{FF2B5EF4-FFF2-40B4-BE49-F238E27FC236}">
                <a16:creationId xmlns:a16="http://schemas.microsoft.com/office/drawing/2014/main" id="{B0492884-0DA4-1E0E-320B-79EFD3B0300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4D3B4FFC-E0BC-09AC-3889-FFA3F3CE0A1C}"/>
              </a:ext>
            </a:extLst>
          </p:cNvPr>
          <p:cNvSpPr txBox="1"/>
          <p:nvPr/>
        </p:nvSpPr>
        <p:spPr>
          <a:xfrm>
            <a:off x="609600" y="2008502"/>
            <a:ext cx="2156991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GitHub Spec Kit Folders Structure</a:t>
            </a:r>
            <a:endParaRPr lang="en-GB" dirty="0">
              <a:latin typeface="+mj-lt"/>
            </a:endParaRPr>
          </a:p>
        </p:txBody>
      </p:sp>
      <p:sp>
        <p:nvSpPr>
          <p:cNvPr id="7" name="Visual Identity…">
            <a:extLst>
              <a:ext uri="{FF2B5EF4-FFF2-40B4-BE49-F238E27FC236}">
                <a16:creationId xmlns:a16="http://schemas.microsoft.com/office/drawing/2014/main" id="{6D25FEAD-E1C6-EC17-C809-EA7ED535744E}"/>
              </a:ext>
            </a:extLst>
          </p:cNvPr>
          <p:cNvSpPr txBox="1"/>
          <p:nvPr/>
        </p:nvSpPr>
        <p:spPr>
          <a:xfrm>
            <a:off x="1707388" y="5882120"/>
            <a:ext cx="6480000" cy="2235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4000" b="1" kern="100" dirty="0">
                <a:ea typeface="Calibri" panose="020F0502020204030204" pitchFamily="34" charset="0"/>
                <a:cs typeface="Times New Roman (Body CS)"/>
              </a:rPr>
              <a:t>.specify folder</a:t>
            </a:r>
          </a:p>
          <a:p>
            <a:r>
              <a:rPr lang="en-US" sz="2300" dirty="0"/>
              <a:t>all the Spec Kit related configuration and artefacts are located here (scripts, templates, memories)</a:t>
            </a:r>
            <a:endParaRPr sz="2300" dirty="0"/>
          </a:p>
        </p:txBody>
      </p:sp>
      <p:sp>
        <p:nvSpPr>
          <p:cNvPr id="8" name="Dont’s…">
            <a:extLst>
              <a:ext uri="{FF2B5EF4-FFF2-40B4-BE49-F238E27FC236}">
                <a16:creationId xmlns:a16="http://schemas.microsoft.com/office/drawing/2014/main" id="{9484E996-25F9-A62C-B2D1-49625372239B}"/>
              </a:ext>
            </a:extLst>
          </p:cNvPr>
          <p:cNvSpPr txBox="1"/>
          <p:nvPr/>
        </p:nvSpPr>
        <p:spPr>
          <a:xfrm>
            <a:off x="13622364" y="5882120"/>
            <a:ext cx="6480000" cy="175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4000" b="1" kern="100" dirty="0">
                <a:ea typeface="Calibri" panose="020F0502020204030204" pitchFamily="34" charset="0"/>
                <a:cs typeface="Times New Roman (Body CS)"/>
              </a:rPr>
              <a:t>.windsurf folder</a:t>
            </a:r>
            <a:endParaRPr lang="en-RO" sz="40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US" sz="2300" dirty="0"/>
              <a:t>all the windsurf configuration and artefacts are located here (workflows, skills, rules)</a:t>
            </a:r>
            <a:endParaRPr sz="2300" dirty="0"/>
          </a:p>
        </p:txBody>
      </p:sp>
      <p:pic>
        <p:nvPicPr>
          <p:cNvPr id="9" name="list-96px.svg">
            <a:extLst>
              <a:ext uri="{FF2B5EF4-FFF2-40B4-BE49-F238E27FC236}">
                <a16:creationId xmlns:a16="http://schemas.microsoft.com/office/drawing/2014/main" id="{6D525086-EE73-D32C-7822-92554CDB7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644366" y="4373991"/>
            <a:ext cx="1294788" cy="129478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0" name="desktop-96px.svg">
            <a:extLst>
              <a:ext uri="{FF2B5EF4-FFF2-40B4-BE49-F238E27FC236}">
                <a16:creationId xmlns:a16="http://schemas.microsoft.com/office/drawing/2014/main" id="{EE2CC4A5-1DBE-2BF8-4013-1C89522CA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622363" y="4373991"/>
            <a:ext cx="1294788" cy="129478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04415018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5CD2-212D-4B38-943F-D0D0328C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Insert chapter name">
            <a:extLst>
              <a:ext uri="{FF2B5EF4-FFF2-40B4-BE49-F238E27FC236}">
                <a16:creationId xmlns:a16="http://schemas.microsoft.com/office/drawing/2014/main" id="{8638EC25-81DD-33AB-5A2D-959315E55E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  <a:endParaRPr dirty="0"/>
          </a:p>
        </p:txBody>
      </p:sp>
      <p:sp>
        <p:nvSpPr>
          <p:cNvPr id="487" name="Slide Number">
            <a:extLst>
              <a:ext uri="{FF2B5EF4-FFF2-40B4-BE49-F238E27FC236}">
                <a16:creationId xmlns:a16="http://schemas.microsoft.com/office/drawing/2014/main" id="{CE249ED3-153E-E3E2-3F62-D73EE3CA9D8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41F7EEAA-7841-D171-E94B-4479384DFA8C}"/>
              </a:ext>
            </a:extLst>
          </p:cNvPr>
          <p:cNvSpPr txBox="1"/>
          <p:nvPr/>
        </p:nvSpPr>
        <p:spPr>
          <a:xfrm>
            <a:off x="8530013" y="1561977"/>
            <a:ext cx="15226405" cy="8602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/</a:t>
            </a:r>
            <a:r>
              <a:rPr lang="en-GB" sz="2800" b="1" dirty="0" err="1">
                <a:solidFill>
                  <a:schemeClr val="bg1"/>
                </a:solidFill>
              </a:rPr>
              <a:t>speckit.constitution</a:t>
            </a:r>
            <a:br>
              <a:rPr lang="en-GB" sz="2400" dirty="0"/>
            </a:br>
            <a:br>
              <a:rPr lang="en-GB" sz="2400" dirty="0"/>
            </a:br>
            <a:r>
              <a:rPr lang="en-US" sz="2400" dirty="0"/>
              <a:t>The constitution should not be invented by the agent. It should be distilled from project intent, delivery standards, and quality expectations.</a:t>
            </a:r>
            <a:br>
              <a:rPr lang="en-US" sz="2400" dirty="0"/>
            </a:br>
            <a:br>
              <a:rPr lang="en-GB" sz="2400" dirty="0"/>
            </a:br>
            <a:r>
              <a:rPr lang="en-US" sz="2400" dirty="0"/>
              <a:t>The constitution is not the product brief. It is the project’s technical operating system.</a:t>
            </a:r>
            <a:endParaRPr lang="en-US" sz="24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Runs once at project start</a:t>
            </a: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Defines long-lived rules for the project</a:t>
            </a:r>
            <a:endParaRPr lang="en-RO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Should include: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architecture principles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tech stack constraints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code quality expectations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testing expectations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security/privacy rules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accessibility/logging/error handling</a:t>
            </a:r>
          </a:p>
          <a:p>
            <a:pPr marL="360000" lvl="4" indent="-360000">
              <a:buClr>
                <a:srgbClr val="FF4230"/>
              </a:buClr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 not put detailed feature requirements here</a:t>
            </a: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BB092000-303B-C273-46A0-D5EB30DD0014}"/>
              </a:ext>
            </a:extLst>
          </p:cNvPr>
          <p:cNvSpPr txBox="1"/>
          <p:nvPr/>
        </p:nvSpPr>
        <p:spPr>
          <a:xfrm>
            <a:off x="609599" y="1561977"/>
            <a:ext cx="731617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Constitution</a:t>
            </a:r>
          </a:p>
        </p:txBody>
      </p:sp>
    </p:spTree>
    <p:extLst>
      <p:ext uri="{BB962C8B-B14F-4D97-AF65-F5344CB8AC3E}">
        <p14:creationId xmlns:p14="http://schemas.microsoft.com/office/powerpoint/2010/main" val="180856013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Insert chapter name"/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</a:p>
        </p:txBody>
      </p:sp>
      <p:sp>
        <p:nvSpPr>
          <p:cNvPr id="12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1259" name="Rounded Rectangle"/>
          <p:cNvSpPr/>
          <p:nvPr/>
        </p:nvSpPr>
        <p:spPr>
          <a:xfrm>
            <a:off x="614518" y="1623893"/>
            <a:ext cx="7311134" cy="10444475"/>
          </a:xfrm>
          <a:prstGeom prst="roundRect">
            <a:avLst>
              <a:gd name="adj" fmla="val 5357"/>
            </a:avLst>
          </a:prstGeom>
          <a:solidFill>
            <a:srgbClr val="192B37"/>
          </a:solidFill>
          <a:ln w="12700">
            <a:solidFill>
              <a:srgbClr val="192B37">
                <a:alpha val="29946"/>
              </a:srgbClr>
            </a:solidFill>
            <a:miter lim="400000"/>
          </a:ln>
        </p:spPr>
        <p:txBody>
          <a:bodyPr lIns="0" tIns="0" rIns="0" bIns="0" anchor="ctr"/>
          <a:lstStyle/>
          <a:p>
            <a:pPr defTabSz="470262">
              <a:lnSpc>
                <a:spcPct val="7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260" name="01 /…"/>
          <p:cNvSpPr txBox="1"/>
          <p:nvPr/>
        </p:nvSpPr>
        <p:spPr>
          <a:xfrm>
            <a:off x="1519988" y="3462120"/>
            <a:ext cx="5500194" cy="676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/>
          <a:lstStyle/>
          <a:p>
            <a:pPr defTabSz="470262">
              <a:lnSpc>
                <a:spcPct val="150000"/>
              </a:lnSpc>
              <a:spcBef>
                <a:spcPts val="0"/>
              </a:spcBef>
              <a:spcAft>
                <a:spcPts val="8000"/>
              </a:spcAft>
              <a:defRPr sz="5600" spc="0">
                <a:solidFill>
                  <a:srgbClr val="FFFFFF"/>
                </a:solidFill>
              </a:defRPr>
            </a:pPr>
            <a:r>
              <a:rPr lang="en-US" sz="4400" dirty="0">
                <a:latin typeface="+mj-lt"/>
              </a:rPr>
              <a:t>CONSTITUTION.md</a:t>
            </a:r>
            <a:endParaRPr sz="4400" dirty="0"/>
          </a:p>
          <a:p>
            <a:pPr defTabSz="47026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rPr lang="en-US" dirty="0">
                <a:latin typeface="+mj-lt"/>
              </a:rPr>
              <a:t>Used by GitHub Spec Kit</a:t>
            </a:r>
            <a:endParaRPr dirty="0">
              <a:latin typeface="+mj-lt"/>
            </a:endParaRPr>
          </a:p>
          <a:p>
            <a:pPr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US" sz="1800" dirty="0"/>
              <a:t>Project principles and governance used by Spec Kit.</a:t>
            </a:r>
            <a:br>
              <a:rPr lang="en-GB" sz="1800" dirty="0"/>
            </a:br>
            <a:endParaRPr sz="1800" dirty="0"/>
          </a:p>
        </p:txBody>
      </p:sp>
      <p:sp>
        <p:nvSpPr>
          <p:cNvPr id="1261" name="Rounded Rectangle"/>
          <p:cNvSpPr/>
          <p:nvPr/>
        </p:nvSpPr>
        <p:spPr>
          <a:xfrm>
            <a:off x="8534400" y="1632857"/>
            <a:ext cx="7315200" cy="10450286"/>
          </a:xfrm>
          <a:prstGeom prst="roundRect">
            <a:avLst>
              <a:gd name="adj" fmla="val 5357"/>
            </a:avLst>
          </a:prstGeom>
          <a:solidFill>
            <a:srgbClr val="FF5640"/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defTabSz="470262">
              <a:lnSpc>
                <a:spcPct val="7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262" name="02 /…"/>
          <p:cNvSpPr txBox="1"/>
          <p:nvPr/>
        </p:nvSpPr>
        <p:spPr>
          <a:xfrm>
            <a:off x="9440373" y="3472106"/>
            <a:ext cx="5503254" cy="6771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/>
          <a:lstStyle/>
          <a:p>
            <a:pPr defTabSz="470262">
              <a:lnSpc>
                <a:spcPct val="150000"/>
              </a:lnSpc>
              <a:spcBef>
                <a:spcPts val="0"/>
              </a:spcBef>
              <a:spcAft>
                <a:spcPts val="8000"/>
              </a:spcAft>
              <a:defRPr sz="5600" spc="0">
                <a:solidFill>
                  <a:srgbClr val="FFFFFF"/>
                </a:solidFill>
              </a:defRPr>
            </a:pPr>
            <a:r>
              <a:rPr lang="en-US" sz="4800" dirty="0">
                <a:latin typeface="+mj-lt"/>
              </a:rPr>
              <a:t>AGENTS.md</a:t>
            </a:r>
            <a:endParaRPr sz="4800" dirty="0"/>
          </a:p>
          <a:p>
            <a:pPr defTabSz="47026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rPr lang="en-US" dirty="0">
                <a:latin typeface="+mj-lt"/>
              </a:rPr>
              <a:t>Used by AI Coding Agents (Windsurf in this case)</a:t>
            </a:r>
            <a:endParaRPr dirty="0">
              <a:latin typeface="+mj-lt"/>
            </a:endParaRPr>
          </a:p>
          <a:p>
            <a:pPr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US" sz="1800" dirty="0"/>
              <a:t>Agent behavior and project conventions used by Windsurf/Cascade.</a:t>
            </a:r>
            <a:br>
              <a:rPr lang="en-US" sz="1800" dirty="0"/>
            </a:br>
            <a:r>
              <a:rPr lang="en-US" sz="1800" dirty="0"/>
              <a:t>Use AGENTS.md if you want durable, team-shared instructions for Cascade.</a:t>
            </a:r>
            <a:br>
              <a:rPr lang="en-US" sz="1800" dirty="0"/>
            </a:br>
            <a:r>
              <a:rPr lang="en-US" sz="1800" dirty="0"/>
              <a:t>It is not where the product vision belongs.</a:t>
            </a:r>
            <a:endParaRPr lang="en-GB" sz="1800" dirty="0"/>
          </a:p>
        </p:txBody>
      </p:sp>
      <p:sp>
        <p:nvSpPr>
          <p:cNvPr id="1263" name="Rounded Rectangle"/>
          <p:cNvSpPr/>
          <p:nvPr/>
        </p:nvSpPr>
        <p:spPr>
          <a:xfrm>
            <a:off x="16471048" y="1621356"/>
            <a:ext cx="7311133" cy="10444475"/>
          </a:xfrm>
          <a:prstGeom prst="roundRect">
            <a:avLst>
              <a:gd name="adj" fmla="val 5357"/>
            </a:avLst>
          </a:prstGeom>
          <a:solidFill>
            <a:srgbClr val="5E6A73"/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defTabSz="470262">
              <a:lnSpc>
                <a:spcPct val="70000"/>
              </a:lnSpc>
              <a:spcBef>
                <a:spcPts val="3000"/>
              </a:spcBef>
              <a:defRPr sz="5600" spc="0"/>
            </a:pPr>
            <a:endParaRPr dirty="0"/>
          </a:p>
        </p:txBody>
      </p:sp>
      <p:sp>
        <p:nvSpPr>
          <p:cNvPr id="1264" name="03 /…"/>
          <p:cNvSpPr txBox="1"/>
          <p:nvPr/>
        </p:nvSpPr>
        <p:spPr>
          <a:xfrm>
            <a:off x="17376519" y="3459583"/>
            <a:ext cx="5500193" cy="6768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/>
          <a:lstStyle/>
          <a:p>
            <a:pPr defTabSz="470262">
              <a:lnSpc>
                <a:spcPct val="150000"/>
              </a:lnSpc>
              <a:spcBef>
                <a:spcPts val="0"/>
              </a:spcBef>
              <a:spcAft>
                <a:spcPts val="8000"/>
              </a:spcAft>
              <a:defRPr sz="5600" spc="0">
                <a:solidFill>
                  <a:srgbClr val="FFFFFF"/>
                </a:solidFill>
              </a:defRPr>
            </a:pPr>
            <a:r>
              <a:rPr lang="en-US" sz="4800" dirty="0">
                <a:latin typeface="+mj-lt"/>
              </a:rPr>
              <a:t>README.md</a:t>
            </a:r>
            <a:endParaRPr sz="4800" dirty="0"/>
          </a:p>
          <a:p>
            <a:pPr defTabSz="470262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pPr>
            <a:r>
              <a:rPr lang="en-US" dirty="0">
                <a:latin typeface="+mj-lt"/>
              </a:rPr>
              <a:t>Used by humans</a:t>
            </a:r>
            <a:endParaRPr dirty="0">
              <a:latin typeface="+mj-lt"/>
            </a:endParaRPr>
          </a:p>
          <a:p>
            <a:pPr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GB" sz="1800" dirty="0"/>
              <a:t>Human-facing project introduction.</a:t>
            </a:r>
            <a:br>
              <a:rPr lang="en-GB" sz="1800" dirty="0"/>
            </a:br>
            <a:r>
              <a:rPr lang="en-US" sz="1800" dirty="0"/>
              <a:t>Project’s front door for humans: quick starts, project descriptions, and contribution guidelines.</a:t>
            </a:r>
            <a:endParaRPr lang="en-GB" sz="1800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63B4B-F61E-7002-3820-88FEE0B9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Insert chapter name">
            <a:extLst>
              <a:ext uri="{FF2B5EF4-FFF2-40B4-BE49-F238E27FC236}">
                <a16:creationId xmlns:a16="http://schemas.microsoft.com/office/drawing/2014/main" id="{940ACFD8-2136-0301-719D-68BB783BAF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  <a:endParaRPr dirty="0"/>
          </a:p>
        </p:txBody>
      </p:sp>
      <p:sp>
        <p:nvSpPr>
          <p:cNvPr id="503" name="Slide Number">
            <a:extLst>
              <a:ext uri="{FF2B5EF4-FFF2-40B4-BE49-F238E27FC236}">
                <a16:creationId xmlns:a16="http://schemas.microsoft.com/office/drawing/2014/main" id="{8DF79844-11A1-7425-BA61-3FD0734BFB0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BDCB43DA-57E8-CC58-C5BB-B199F82068E5}"/>
              </a:ext>
            </a:extLst>
          </p:cNvPr>
          <p:cNvSpPr txBox="1"/>
          <p:nvPr/>
        </p:nvSpPr>
        <p:spPr>
          <a:xfrm>
            <a:off x="609600" y="2008502"/>
            <a:ext cx="21569916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GitHub Spec Kit Ceremony</a:t>
            </a:r>
            <a:endParaRPr lang="en-GB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D033D-F7AE-E718-4C81-1ED8DDC8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43" y="4041358"/>
            <a:ext cx="15052402" cy="651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869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DE66-7FE2-1C9D-5947-9B4CB811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Insert chapter name">
            <a:extLst>
              <a:ext uri="{FF2B5EF4-FFF2-40B4-BE49-F238E27FC236}">
                <a16:creationId xmlns:a16="http://schemas.microsoft.com/office/drawing/2014/main" id="{16E31AFC-2FF5-6F13-B57E-7410463C5B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  <a:endParaRPr dirty="0"/>
          </a:p>
        </p:txBody>
      </p:sp>
      <p:sp>
        <p:nvSpPr>
          <p:cNvPr id="487" name="Slide Number">
            <a:extLst>
              <a:ext uri="{FF2B5EF4-FFF2-40B4-BE49-F238E27FC236}">
                <a16:creationId xmlns:a16="http://schemas.microsoft.com/office/drawing/2014/main" id="{9899E054-B905-7553-D858-41EB07DEC1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F05F2A4F-63C8-D592-C0BF-47F99BE5CBF7}"/>
              </a:ext>
            </a:extLst>
          </p:cNvPr>
          <p:cNvSpPr txBox="1"/>
          <p:nvPr/>
        </p:nvSpPr>
        <p:spPr>
          <a:xfrm>
            <a:off x="8530013" y="1561977"/>
            <a:ext cx="15226405" cy="4504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speckit.specify</a:t>
            </a:r>
            <a:endParaRPr lang="en-US" sz="2800" b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Describe what and why</a:t>
            </a: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Focus on users, scenarios, rules, outcomes</a:t>
            </a:r>
            <a:endParaRPr lang="en-RO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lvl="0" indent="-360000">
              <a:buClr>
                <a:srgbClr val="FF4230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Avoid tech stack here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speckit.clarify</a:t>
            </a:r>
            <a:endParaRPr lang="en-US" sz="2800" b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Resolve ambiguity before planning</a:t>
            </a:r>
            <a:endParaRPr lang="en-US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61FDBF3C-C001-FB8C-CE0A-ADD52BAA7082}"/>
              </a:ext>
            </a:extLst>
          </p:cNvPr>
          <p:cNvSpPr txBox="1"/>
          <p:nvPr/>
        </p:nvSpPr>
        <p:spPr>
          <a:xfrm>
            <a:off x="609599" y="1561977"/>
            <a:ext cx="7316176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Business / Product Requirements</a:t>
            </a:r>
          </a:p>
        </p:txBody>
      </p:sp>
    </p:spTree>
    <p:extLst>
      <p:ext uri="{BB962C8B-B14F-4D97-AF65-F5344CB8AC3E}">
        <p14:creationId xmlns:p14="http://schemas.microsoft.com/office/powerpoint/2010/main" val="403284604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2862-46DE-D86B-2819-7628A120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Insert chapter name">
            <a:extLst>
              <a:ext uri="{FF2B5EF4-FFF2-40B4-BE49-F238E27FC236}">
                <a16:creationId xmlns:a16="http://schemas.microsoft.com/office/drawing/2014/main" id="{33FDDE79-4C92-C7D0-D8F8-9BEF96FEBF5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99" y="207804"/>
            <a:ext cx="4031511" cy="405189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 dirty="0"/>
              <a:t>Starting a Greenfield Project with Spec Kit</a:t>
            </a:r>
            <a:endParaRPr dirty="0"/>
          </a:p>
        </p:txBody>
      </p:sp>
      <p:sp>
        <p:nvSpPr>
          <p:cNvPr id="487" name="Slide Number">
            <a:extLst>
              <a:ext uri="{FF2B5EF4-FFF2-40B4-BE49-F238E27FC236}">
                <a16:creationId xmlns:a16="http://schemas.microsoft.com/office/drawing/2014/main" id="{34EC228C-F29C-58D1-D49E-429628625FD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 dirty="0"/>
          </a:p>
        </p:txBody>
      </p:sp>
      <p:sp>
        <p:nvSpPr>
          <p:cNvPr id="488" name="Aesthetically pleasing and professional looking materials contribute to the emotional state of their audience, and those emotions will absolutely impact their decision to chose Endava as a business partner.…">
            <a:extLst>
              <a:ext uri="{FF2B5EF4-FFF2-40B4-BE49-F238E27FC236}">
                <a16:creationId xmlns:a16="http://schemas.microsoft.com/office/drawing/2014/main" id="{347727FB-866E-026C-49A9-3AD42458356E}"/>
              </a:ext>
            </a:extLst>
          </p:cNvPr>
          <p:cNvSpPr txBox="1"/>
          <p:nvPr/>
        </p:nvSpPr>
        <p:spPr>
          <a:xfrm>
            <a:off x="8530013" y="1561977"/>
            <a:ext cx="15226405" cy="7908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speckit.plan</a:t>
            </a:r>
            <a:endParaRPr lang="en-US" sz="2800" b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Technical approach, stack, architecture</a:t>
            </a:r>
          </a:p>
          <a:p>
            <a:pPr>
              <a:buClr>
                <a:srgbClr val="FF4230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speckit.tasks</a:t>
            </a:r>
            <a:endParaRPr lang="en-US" sz="2800" b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Ordered implementation tasks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speckit.analyze</a:t>
            </a:r>
            <a:endParaRPr lang="en-US" sz="2800" b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Consistency check before coding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/</a:t>
            </a:r>
            <a:r>
              <a:rPr lang="en-US" sz="2800" b="1" dirty="0" err="1">
                <a:solidFill>
                  <a:schemeClr val="bg1"/>
                </a:solidFill>
              </a:rPr>
              <a:t>speckit.implement</a:t>
            </a:r>
            <a:endParaRPr lang="en-US" sz="2800" b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-360000">
              <a:buClr>
                <a:srgbClr val="FF4230"/>
              </a:buClr>
              <a:buFont typeface="Arial" panose="020B0604020202020204" pitchFamily="34" charset="0"/>
              <a:buChar char="•"/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Agent executes the plan</a:t>
            </a: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FF4230"/>
              </a:buClr>
            </a:pPr>
            <a:endParaRPr lang="en-US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Insert title here">
            <a:extLst>
              <a:ext uri="{FF2B5EF4-FFF2-40B4-BE49-F238E27FC236}">
                <a16:creationId xmlns:a16="http://schemas.microsoft.com/office/drawing/2014/main" id="{D12D6AB4-EC0F-0953-1212-92311FDBE257}"/>
              </a:ext>
            </a:extLst>
          </p:cNvPr>
          <p:cNvSpPr txBox="1"/>
          <p:nvPr/>
        </p:nvSpPr>
        <p:spPr>
          <a:xfrm>
            <a:off x="609599" y="1561977"/>
            <a:ext cx="7316176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70262">
              <a:lnSpc>
                <a:spcPct val="70000"/>
              </a:lnSpc>
              <a:spcBef>
                <a:spcPts val="3000"/>
              </a:spcBef>
              <a:defRPr sz="5600" spc="0"/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latin typeface="+mj-lt"/>
              </a:rPr>
              <a:t>Technical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6587205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55770" y="13109106"/>
            <a:ext cx="322174" cy="29718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1850" name="Thank you!"/>
          <p:cNvSpPr txBox="1"/>
          <p:nvPr/>
        </p:nvSpPr>
        <p:spPr>
          <a:xfrm>
            <a:off x="3240710" y="5802316"/>
            <a:ext cx="17902581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7" tIns="71437" rIns="71437" bIns="71437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pPr>
            <a:r>
              <a:rPr lang="en-US" dirty="0">
                <a:solidFill>
                  <a:srgbClr val="FFFFFF"/>
                </a:solidFill>
              </a:rPr>
              <a:t>Q</a:t>
            </a:r>
            <a:r>
              <a:rPr lang="en-US" dirty="0">
                <a:solidFill>
                  <a:srgbClr val="FF5640"/>
                </a:solidFill>
              </a:rPr>
              <a:t>&amp;</a:t>
            </a:r>
            <a:r>
              <a:rPr lang="en-US" dirty="0">
                <a:solidFill>
                  <a:srgbClr val="FFFFFF"/>
                </a:solidFill>
              </a:rPr>
              <a:t>A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07586" y="13109106"/>
            <a:ext cx="270358" cy="29718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1845" name="Thank you!"/>
          <p:cNvSpPr txBox="1"/>
          <p:nvPr/>
        </p:nvSpPr>
        <p:spPr>
          <a:xfrm>
            <a:off x="3240710" y="5802316"/>
            <a:ext cx="17902581" cy="1621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71437" tIns="71437" rIns="71437" bIns="71437">
            <a:spAutoFit/>
          </a:bodyPr>
          <a:lstStyle/>
          <a:p>
            <a:pPr algn="ctr" defTabSz="470262">
              <a:lnSpc>
                <a:spcPct val="100000"/>
              </a:lnSpc>
              <a:spcBef>
                <a:spcPts val="0"/>
              </a:spcBef>
              <a:defRPr sz="9600">
                <a:latin typeface="+mj-lt"/>
                <a:ea typeface="+mj-ea"/>
                <a:cs typeface="+mj-cs"/>
                <a:sym typeface="Poppins Medium"/>
              </a:defRPr>
            </a:pPr>
            <a:r>
              <a:rPr lang="en-US" sz="9600" dirty="0">
                <a:sym typeface="Poppins Medium"/>
              </a:rPr>
              <a:t>Thank </a:t>
            </a:r>
            <a:r>
              <a:rPr lang="en-US" sz="9600" dirty="0">
                <a:solidFill>
                  <a:schemeClr val="bg1"/>
                </a:solidFill>
                <a:sym typeface="Poppins Medium"/>
              </a:rPr>
              <a:t>you</a:t>
            </a:r>
            <a:r>
              <a:rPr lang="en-US" sz="9600" dirty="0">
                <a:sym typeface="Poppins Medium"/>
              </a:rPr>
              <a:t>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Endava 1">
      <a:dk1>
        <a:srgbClr val="122B38"/>
      </a:dk1>
      <a:lt1>
        <a:srgbClr val="FF422F"/>
      </a:lt1>
      <a:dk2>
        <a:srgbClr val="122B38"/>
      </a:dk2>
      <a:lt2>
        <a:srgbClr val="FEFFFF"/>
      </a:lt2>
      <a:accent1>
        <a:srgbClr val="00A859"/>
      </a:accent1>
      <a:accent2>
        <a:srgbClr val="3D9BC8"/>
      </a:accent2>
      <a:accent3>
        <a:srgbClr val="FF4231"/>
      </a:accent3>
      <a:accent4>
        <a:srgbClr val="DB7D00"/>
      </a:accent4>
      <a:accent5>
        <a:srgbClr val="8683C3"/>
      </a:accent5>
      <a:accent6>
        <a:srgbClr val="729A00"/>
      </a:accent6>
      <a:hlink>
        <a:srgbClr val="FF422F"/>
      </a:hlink>
      <a:folHlink>
        <a:srgbClr val="FF422F"/>
      </a:folHlink>
    </a:clrScheme>
    <a:fontScheme name="DavaSans">
      <a:majorFont>
        <a:latin typeface="Dava Sans Med"/>
        <a:ea typeface=""/>
        <a:cs typeface=""/>
      </a:majorFont>
      <a:minorFont>
        <a:latin typeface="Dava Sans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1531" rtl="0" fontAlgn="auto" latinLnBrk="0" hangingPunct="0">
          <a:lnSpc>
            <a:spcPct val="120000"/>
          </a:lnSpc>
          <a:spcBef>
            <a:spcPts val="15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oppins Medium"/>
        <a:ea typeface="Poppins Medium"/>
        <a:cs typeface="Poppins Medium"/>
      </a:majorFont>
      <a:minorFont>
        <a:latin typeface="Poppins Regular"/>
        <a:ea typeface="Poppins Regular"/>
        <a:cs typeface="Poppins Regula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1531" rtl="0" fontAlgn="auto" latinLnBrk="0" hangingPunct="0">
          <a:lnSpc>
            <a:spcPct val="120000"/>
          </a:lnSpc>
          <a:spcBef>
            <a:spcPts val="15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192B37"/>
            </a:solidFill>
            <a:effectLst/>
            <a:uFillTx/>
            <a:latin typeface="+mn-lt"/>
            <a:ea typeface="+mn-ea"/>
            <a:cs typeface="+mn-cs"/>
            <a:sym typeface="Poppi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E1A3AB7BB67645ADF34C3F66D16019" ma:contentTypeVersion="11" ma:contentTypeDescription="Create a new document." ma:contentTypeScope="" ma:versionID="d5e8625edbf3cbe113aba52c19c8cb8b">
  <xsd:schema xmlns:xsd="http://www.w3.org/2001/XMLSchema" xmlns:xs="http://www.w3.org/2001/XMLSchema" xmlns:p="http://schemas.microsoft.com/office/2006/metadata/properties" xmlns:ns2="d2f16b87-0624-477d-ba0a-750d221ab23c" xmlns:ns3="8168535b-5d60-42ad-a65e-bf2e941e3ec4" targetNamespace="http://schemas.microsoft.com/office/2006/metadata/properties" ma:root="true" ma:fieldsID="9f08ffe739e095a277a850cd7ebfb897" ns2:_="" ns3:_="">
    <xsd:import namespace="d2f16b87-0624-477d-ba0a-750d221ab23c"/>
    <xsd:import namespace="8168535b-5d60-42ad-a65e-bf2e941e3ec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16b87-0624-477d-ba0a-750d221ab23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da9fbb2-20ec-4b38-b475-624b712916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8535b-5d60-42ad-a65e-bf2e941e3ec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c2d09db-f028-4af3-897f-09bcaa6006ba}" ma:internalName="TaxCatchAll" ma:showField="CatchAllData" ma:web="8168535b-5d60-42ad-a65e-bf2e941e3e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f16b87-0624-477d-ba0a-750d221ab23c">
      <Terms xmlns="http://schemas.microsoft.com/office/infopath/2007/PartnerControls"/>
    </lcf76f155ced4ddcb4097134ff3c332f>
    <TaxCatchAll xmlns="8168535b-5d60-42ad-a65e-bf2e941e3ec4" xsi:nil="true"/>
  </documentManagement>
</p:properties>
</file>

<file path=customXml/itemProps1.xml><?xml version="1.0" encoding="utf-8"?>
<ds:datastoreItem xmlns:ds="http://schemas.openxmlformats.org/officeDocument/2006/customXml" ds:itemID="{60816B88-42CF-496F-8F60-2F1DE78448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f16b87-0624-477d-ba0a-750d221ab23c"/>
    <ds:schemaRef ds:uri="8168535b-5d60-42ad-a65e-bf2e941e3e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4546E5-6158-445B-86FA-D0CB17A6BF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3AC3B7-1DF3-4C6B-ACF9-D9E0163D9FAF}">
  <ds:schemaRefs>
    <ds:schemaRef ds:uri="http://purl.org/dc/dcmitype/"/>
    <ds:schemaRef ds:uri="8168535b-5d60-42ad-a65e-bf2e941e3ec4"/>
    <ds:schemaRef ds:uri="d2f16b87-0624-477d-ba0a-750d221ab23c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21861</TotalTime>
  <Words>909</Words>
  <Application>Microsoft Office PowerPoint</Application>
  <PresentationFormat>Custom</PresentationFormat>
  <Paragraphs>184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Poppins Medium</vt:lpstr>
      <vt:lpstr>Courier New</vt:lpstr>
      <vt:lpstr>Calibri</vt:lpstr>
      <vt:lpstr>Dava Sans Med</vt:lpstr>
      <vt:lpstr>Dava Sans</vt:lpstr>
      <vt:lpstr>Poppins SemiBold</vt:lpstr>
      <vt:lpstr>Poppins</vt:lpstr>
      <vt:lpstr>White</vt:lpstr>
      <vt:lpstr>AI Coding Agents  Need Specs, Not Vibes.</vt:lpstr>
      <vt:lpstr>PowerPoint Presentation</vt:lpstr>
      <vt:lpstr>SDD (Spec-Driven Development)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Windsurf</vt:lpstr>
      <vt:lpstr>PowerPoint Presentation</vt:lpstr>
      <vt:lpstr>Starting a Greenfield Project with Spec Kit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Meto Trajkovski</cp:lastModifiedBy>
  <cp:revision>38</cp:revision>
  <dcterms:modified xsi:type="dcterms:W3CDTF">2026-05-30T15:09:54Z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0x01010060E1A3AB7BB67645ADF34C3F66D16019</vt:lpwstr>
  </property>
</Properties>
</file>