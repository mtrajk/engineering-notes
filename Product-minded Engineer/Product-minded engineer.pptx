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4"/>
  </p:sldMasterIdLst>
  <p:notesMasterIdLst>
    <p:notesMasterId r:id="rId30"/>
  </p:notesMasterIdLst>
  <p:handoutMasterIdLst>
    <p:handoutMasterId r:id="rId31"/>
  </p:handoutMasterIdLst>
  <p:sldIdLst>
    <p:sldId id="259" r:id="rId5"/>
    <p:sldId id="265" r:id="rId6"/>
    <p:sldId id="385" r:id="rId7"/>
    <p:sldId id="374" r:id="rId8"/>
    <p:sldId id="399" r:id="rId9"/>
    <p:sldId id="400" r:id="rId10"/>
    <p:sldId id="386" r:id="rId11"/>
    <p:sldId id="401" r:id="rId12"/>
    <p:sldId id="402" r:id="rId13"/>
    <p:sldId id="403" r:id="rId14"/>
    <p:sldId id="404" r:id="rId15"/>
    <p:sldId id="387" r:id="rId16"/>
    <p:sldId id="293" r:id="rId17"/>
    <p:sldId id="405" r:id="rId18"/>
    <p:sldId id="406" r:id="rId19"/>
    <p:sldId id="407" r:id="rId20"/>
    <p:sldId id="408" r:id="rId21"/>
    <p:sldId id="388" r:id="rId22"/>
    <p:sldId id="375" r:id="rId23"/>
    <p:sldId id="389" r:id="rId24"/>
    <p:sldId id="322" r:id="rId25"/>
    <p:sldId id="409" r:id="rId26"/>
    <p:sldId id="410" r:id="rId27"/>
    <p:sldId id="411" r:id="rId28"/>
    <p:sldId id="357" r:id="rId29"/>
  </p:sldIdLst>
  <p:sldSz cx="24384000" cy="13716000"/>
  <p:notesSz cx="6858000" cy="9144000"/>
  <p:embeddedFontLst>
    <p:embeddedFont>
      <p:font typeface="Dava Sans" pitchFamily="2" charset="0"/>
      <p:regular r:id="rId32"/>
      <p:bold r:id="rId33"/>
      <p:italic r:id="rId34"/>
      <p:boldItalic r:id="rId35"/>
    </p:embeddedFont>
    <p:embeddedFont>
      <p:font typeface="Dava Sans Med" panose="020B0604020202020204" charset="0"/>
      <p:regular r:id="rId36"/>
    </p:embeddedFont>
    <p:embeddedFont>
      <p:font typeface="Poppins" panose="00000500000000000000" pitchFamily="2" charset="0"/>
      <p:regular r:id="rId37"/>
      <p:bold r:id="rId38"/>
      <p:italic r:id="rId39"/>
      <p:boldItalic r:id="rId40"/>
    </p:embeddedFont>
  </p:embeddedFontLst>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p:defaultTextStyle>
  <p:extLst>
    <p:ext uri="{521415D9-36F7-43E2-AB2F-B90AF26B5E84}">
      <p14:sectionLst xmlns:p14="http://schemas.microsoft.com/office/powerpoint/2010/main">
        <p14:section name="Intro" id="{0B8BF9D1-F636-4B99-B230-ABB36EA66E35}">
          <p14:sldIdLst>
            <p14:sldId id="259"/>
            <p14:sldId id="265"/>
          </p14:sldIdLst>
        </p14:section>
        <p14:section name="The Traditional View of Engineers" id="{E2EE463C-ECE0-4777-9D1D-B3DB99D0F977}">
          <p14:sldIdLst>
            <p14:sldId id="385"/>
            <p14:sldId id="374"/>
            <p14:sldId id="399"/>
            <p14:sldId id="400"/>
          </p14:sldIdLst>
        </p14:section>
        <p14:section name="Product-Minded Engineer" id="{1B5DB06F-B31F-450F-9B5A-693A853D4FDF}">
          <p14:sldIdLst>
            <p14:sldId id="386"/>
            <p14:sldId id="401"/>
            <p14:sldId id="402"/>
            <p14:sldId id="403"/>
            <p14:sldId id="404"/>
          </p14:sldIdLst>
        </p14:section>
        <p14:section name="Becoming a More Product-Minded Engineer" id="{B6E46DA3-8C04-4335-8AEC-7326BC3651DB}">
          <p14:sldIdLst>
            <p14:sldId id="387"/>
            <p14:sldId id="293"/>
            <p14:sldId id="405"/>
            <p14:sldId id="406"/>
            <p14:sldId id="407"/>
            <p14:sldId id="408"/>
          </p14:sldIdLst>
        </p14:section>
        <p14:section name="Common Misconceptions" id="{BAC1C1B6-3BE4-43AC-A8DF-ED8A61C43712}">
          <p14:sldIdLst>
            <p14:sldId id="388"/>
            <p14:sldId id="375"/>
          </p14:sldIdLst>
        </p14:section>
        <p14:section name="Age of AI-Driven Development" id="{25FBCB21-7696-44E8-92EB-C9B952C558C6}">
          <p14:sldIdLst>
            <p14:sldId id="389"/>
            <p14:sldId id="322"/>
            <p14:sldId id="409"/>
            <p14:sldId id="410"/>
          </p14:sldIdLst>
        </p14:section>
        <p14:section name="End" id="{F21A01D2-36A3-4066-82DD-BF592B82339D}">
          <p14:sldIdLst>
            <p14:sldId id="411"/>
            <p14:sldId id="357"/>
          </p14:sldIdLst>
        </p14:section>
      </p14:sectionLst>
    </p:ext>
    <p:ext uri="{EFAFB233-063F-42B5-8137-9DF3F51BA10A}">
      <p15:sldGuideLst xmlns:p15="http://schemas.microsoft.com/office/powerpoint/2012/main">
        <p15:guide id="1" orient="horz" pos="4320" userDrawn="1">
          <p15:clr>
            <a:srgbClr val="A4A3A4"/>
          </p15:clr>
        </p15:guide>
        <p15:guide id="2" pos="76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58087"/>
    <a:srgbClr val="BABFC3"/>
    <a:srgbClr val="FFFFFF"/>
    <a:srgbClr val="30404B"/>
    <a:srgbClr val="8C959B"/>
    <a:srgbClr val="D1D5D7"/>
    <a:srgbClr val="122B38"/>
    <a:srgbClr val="FF4230"/>
    <a:srgbClr val="FF56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D332A5-C578-714C-B97C-CD71A5874CF5}" v="567" dt="2023-11-22T14:09:38.86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Ref idx="minor">
          <a:srgbClr val="000000"/>
        </a:fontRef>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Poppins Bold"/>
          <a:ea typeface="Poppins Bold"/>
          <a:cs typeface="Poppins Bold"/>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i="off">
        <a:font>
          <a:latin typeface="Poppins Bold"/>
          <a:ea typeface="Poppins Bold"/>
          <a:cs typeface="Poppins Bold"/>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Ref idx="minor">
          <a:srgbClr val="000000"/>
        </a:fontRef>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n" i="off">
        <a:font>
          <a:latin typeface="Poppins Bold"/>
          <a:ea typeface="Poppins Bold"/>
          <a:cs typeface="Poppins Bold"/>
        </a:font>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n" i="off">
        <a:font>
          <a:latin typeface="Poppins Bold"/>
          <a:ea typeface="Poppins Bold"/>
          <a:cs typeface="Poppins Bold"/>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Poppins Bold"/>
          <a:ea typeface="Poppins Bold"/>
          <a:cs typeface="Poppins Bold"/>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Poppins Bold"/>
          <a:ea typeface="Poppins Bold"/>
          <a:cs typeface="Poppins Bold"/>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Poppins Bold"/>
          <a:ea typeface="Poppins Bold"/>
          <a:cs typeface="Poppins Bold"/>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Poppins Bold"/>
          <a:ea typeface="Poppins Bold"/>
          <a:cs typeface="Poppins Bold"/>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413" autoAdjust="0"/>
    <p:restoredTop sz="94640"/>
  </p:normalViewPr>
  <p:slideViewPr>
    <p:cSldViewPr snapToGrid="0">
      <p:cViewPr varScale="1">
        <p:scale>
          <a:sx n="56" d="100"/>
          <a:sy n="56" d="100"/>
        </p:scale>
        <p:origin x="570" y="114"/>
      </p:cViewPr>
      <p:guideLst>
        <p:guide orient="horz" pos="4320"/>
        <p:guide pos="7680"/>
      </p:guideLst>
    </p:cSldViewPr>
  </p:slideViewPr>
  <p:notesTextViewPr>
    <p:cViewPr>
      <p:scale>
        <a:sx n="1" d="1"/>
        <a:sy n="1" d="1"/>
      </p:scale>
      <p:origin x="0" y="0"/>
    </p:cViewPr>
  </p:notesTextViewPr>
  <p:notesViewPr>
    <p:cSldViewPr snapToGrid="0">
      <p:cViewPr varScale="1">
        <p:scale>
          <a:sx n="168" d="100"/>
          <a:sy n="168" d="100"/>
        </p:scale>
        <p:origin x="5432" y="21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8.fntdata"/><Relationship Id="rId21" Type="http://schemas.openxmlformats.org/officeDocument/2006/relationships/slide" Target="slides/slide17.xml"/><Relationship Id="rId34" Type="http://schemas.openxmlformats.org/officeDocument/2006/relationships/font" Target="fonts/font3.fntdata"/><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5.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handoutMaster" Target="handoutMasters/handoutMaster1.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openxmlformats.org/officeDocument/2006/relationships/font" Target="fonts/font4.fntdata"/><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2.fntdata"/><Relationship Id="rId38" Type="http://schemas.openxmlformats.org/officeDocument/2006/relationships/font" Target="fonts/font7.fntdata"/><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onut Girbea" userId="140628fa-96ce-4361-bce7-5504303d38b3" providerId="ADAL" clId="{07D332A5-C578-714C-B97C-CD71A5874CF5}"/>
    <pc:docChg chg="undo redo custSel addSld delSld modSld sldOrd addMainMaster delMainMaster modMainMaster modNotesMaster">
      <pc:chgData name="Ionut Girbea" userId="140628fa-96ce-4361-bce7-5504303d38b3" providerId="ADAL" clId="{07D332A5-C578-714C-B97C-CD71A5874CF5}" dt="2023-11-22T14:09:38.862" v="3820" actId="18331"/>
      <pc:docMkLst>
        <pc:docMk/>
      </pc:docMkLst>
      <pc:sldChg chg="addSp delSp modSp mod modNotes">
        <pc:chgData name="Ionut Girbea" userId="140628fa-96ce-4361-bce7-5504303d38b3" providerId="ADAL" clId="{07D332A5-C578-714C-B97C-CD71A5874CF5}" dt="2023-11-16T12:39:07.796" v="3080" actId="478"/>
        <pc:sldMkLst>
          <pc:docMk/>
          <pc:sldMk cId="0" sldId="257"/>
        </pc:sldMkLst>
        <pc:spChg chg="add del mod">
          <ac:chgData name="Ionut Girbea" userId="140628fa-96ce-4361-bce7-5504303d38b3" providerId="ADAL" clId="{07D332A5-C578-714C-B97C-CD71A5874CF5}" dt="2023-11-09T13:31:59.181" v="718" actId="478"/>
          <ac:spMkLst>
            <pc:docMk/>
            <pc:sldMk cId="0" sldId="257"/>
            <ac:spMk id="2" creationId="{93682646-388F-E140-0395-FF8523AF2E42}"/>
          </ac:spMkLst>
        </pc:spChg>
        <pc:spChg chg="del mod">
          <ac:chgData name="Ionut Girbea" userId="140628fa-96ce-4361-bce7-5504303d38b3" providerId="ADAL" clId="{07D332A5-C578-714C-B97C-CD71A5874CF5}" dt="2023-11-09T13:31:59.181" v="718" actId="478"/>
          <ac:spMkLst>
            <pc:docMk/>
            <pc:sldMk cId="0" sldId="257"/>
            <ac:spMk id="3" creationId="{80F152E6-DE73-9734-E1B6-977B451EA31D}"/>
          </ac:spMkLst>
        </pc:spChg>
        <pc:spChg chg="del mod">
          <ac:chgData name="Ionut Girbea" userId="140628fa-96ce-4361-bce7-5504303d38b3" providerId="ADAL" clId="{07D332A5-C578-714C-B97C-CD71A5874CF5}" dt="2023-11-09T13:31:59.181" v="718" actId="478"/>
          <ac:spMkLst>
            <pc:docMk/>
            <pc:sldMk cId="0" sldId="257"/>
            <ac:spMk id="4" creationId="{9241A881-98E8-C84E-77A2-96EE0690AF38}"/>
          </ac:spMkLst>
        </pc:spChg>
        <pc:spChg chg="del mod">
          <ac:chgData name="Ionut Girbea" userId="140628fa-96ce-4361-bce7-5504303d38b3" providerId="ADAL" clId="{07D332A5-C578-714C-B97C-CD71A5874CF5}" dt="2023-11-09T13:31:59.181" v="718" actId="478"/>
          <ac:spMkLst>
            <pc:docMk/>
            <pc:sldMk cId="0" sldId="257"/>
            <ac:spMk id="5" creationId="{C004894E-B183-0242-2D9C-E1A4826D231E}"/>
          </ac:spMkLst>
        </pc:spChg>
        <pc:spChg chg="del mod">
          <ac:chgData name="Ionut Girbea" userId="140628fa-96ce-4361-bce7-5504303d38b3" providerId="ADAL" clId="{07D332A5-C578-714C-B97C-CD71A5874CF5}" dt="2023-11-09T13:31:59.181" v="718" actId="478"/>
          <ac:spMkLst>
            <pc:docMk/>
            <pc:sldMk cId="0" sldId="257"/>
            <ac:spMk id="6" creationId="{C8674DEC-F3AB-11FA-21F7-A6EBF81A4B95}"/>
          </ac:spMkLst>
        </pc:spChg>
        <pc:spChg chg="add del mod">
          <ac:chgData name="Ionut Girbea" userId="140628fa-96ce-4361-bce7-5504303d38b3" providerId="ADAL" clId="{07D332A5-C578-714C-B97C-CD71A5874CF5}" dt="2023-11-09T08:27:51.545" v="55" actId="478"/>
          <ac:spMkLst>
            <pc:docMk/>
            <pc:sldMk cId="0" sldId="257"/>
            <ac:spMk id="7" creationId="{A7DB54E0-ECAA-129B-6CC4-01B4EC169C77}"/>
          </ac:spMkLst>
        </pc:spChg>
        <pc:spChg chg="add del mod">
          <ac:chgData name="Ionut Girbea" userId="140628fa-96ce-4361-bce7-5504303d38b3" providerId="ADAL" clId="{07D332A5-C578-714C-B97C-CD71A5874CF5}" dt="2023-11-09T13:31:59.181" v="718" actId="478"/>
          <ac:spMkLst>
            <pc:docMk/>
            <pc:sldMk cId="0" sldId="257"/>
            <ac:spMk id="8" creationId="{D9E93105-0645-9A2F-44A1-D656206665A1}"/>
          </ac:spMkLst>
        </pc:spChg>
        <pc:spChg chg="add del mod">
          <ac:chgData name="Ionut Girbea" userId="140628fa-96ce-4361-bce7-5504303d38b3" providerId="ADAL" clId="{07D332A5-C578-714C-B97C-CD71A5874CF5}" dt="2023-11-09T13:00:45.936" v="623" actId="478"/>
          <ac:spMkLst>
            <pc:docMk/>
            <pc:sldMk cId="0" sldId="257"/>
            <ac:spMk id="9" creationId="{BEB48E5F-C181-B965-EF2A-DAE4DB994E8F}"/>
          </ac:spMkLst>
        </pc:spChg>
        <pc:spChg chg="add del mod">
          <ac:chgData name="Ionut Girbea" userId="140628fa-96ce-4361-bce7-5504303d38b3" providerId="ADAL" clId="{07D332A5-C578-714C-B97C-CD71A5874CF5}" dt="2023-11-09T13:31:59.181" v="718" actId="478"/>
          <ac:spMkLst>
            <pc:docMk/>
            <pc:sldMk cId="0" sldId="257"/>
            <ac:spMk id="10" creationId="{E12C0E5E-3721-BF13-6666-5F9FC50ADFA2}"/>
          </ac:spMkLst>
        </pc:spChg>
        <pc:spChg chg="add del mod">
          <ac:chgData name="Ionut Girbea" userId="140628fa-96ce-4361-bce7-5504303d38b3" providerId="ADAL" clId="{07D332A5-C578-714C-B97C-CD71A5874CF5}" dt="2023-11-09T13:31:59.181" v="718" actId="478"/>
          <ac:spMkLst>
            <pc:docMk/>
            <pc:sldMk cId="0" sldId="257"/>
            <ac:spMk id="11" creationId="{C5A5CD20-7B47-777D-8B7A-BE47DE20A1C1}"/>
          </ac:spMkLst>
        </pc:spChg>
        <pc:spChg chg="add del mod">
          <ac:chgData name="Ionut Girbea" userId="140628fa-96ce-4361-bce7-5504303d38b3" providerId="ADAL" clId="{07D332A5-C578-714C-B97C-CD71A5874CF5}" dt="2023-11-09T13:31:59.181" v="718" actId="478"/>
          <ac:spMkLst>
            <pc:docMk/>
            <pc:sldMk cId="0" sldId="257"/>
            <ac:spMk id="12" creationId="{9E6258F9-606A-B246-C5FC-08B7A8817CC1}"/>
          </ac:spMkLst>
        </pc:spChg>
        <pc:spChg chg="add del mod">
          <ac:chgData name="Ionut Girbea" userId="140628fa-96ce-4361-bce7-5504303d38b3" providerId="ADAL" clId="{07D332A5-C578-714C-B97C-CD71A5874CF5}" dt="2023-11-09T13:31:59.181" v="718" actId="478"/>
          <ac:spMkLst>
            <pc:docMk/>
            <pc:sldMk cId="0" sldId="257"/>
            <ac:spMk id="13" creationId="{64DBB932-FDCE-EDED-4EAD-281C7E4C2BEC}"/>
          </ac:spMkLst>
        </pc:spChg>
        <pc:spChg chg="add del mod">
          <ac:chgData name="Ionut Girbea" userId="140628fa-96ce-4361-bce7-5504303d38b3" providerId="ADAL" clId="{07D332A5-C578-714C-B97C-CD71A5874CF5}" dt="2023-11-09T13:09:29.654" v="698" actId="478"/>
          <ac:spMkLst>
            <pc:docMk/>
            <pc:sldMk cId="0" sldId="257"/>
            <ac:spMk id="14" creationId="{47DA6337-BA4B-4E86-49E2-686D3BDEE100}"/>
          </ac:spMkLst>
        </pc:spChg>
        <pc:spChg chg="mod">
          <ac:chgData name="Ionut Girbea" userId="140628fa-96ce-4361-bce7-5504303d38b3" providerId="ADAL" clId="{07D332A5-C578-714C-B97C-CD71A5874CF5}" dt="2023-11-09T13:08:30.570" v="696" actId="113"/>
          <ac:spMkLst>
            <pc:docMk/>
            <pc:sldMk cId="0" sldId="257"/>
            <ac:spMk id="185" creationId="{00000000-0000-0000-0000-000000000000}"/>
          </ac:spMkLst>
        </pc:spChg>
        <pc:spChg chg="mod">
          <ac:chgData name="Ionut Girbea" userId="140628fa-96ce-4361-bce7-5504303d38b3" providerId="ADAL" clId="{07D332A5-C578-714C-B97C-CD71A5874CF5}" dt="2023-11-16T09:09:48.950" v="2514" actId="255"/>
          <ac:spMkLst>
            <pc:docMk/>
            <pc:sldMk cId="0" sldId="257"/>
            <ac:spMk id="186" creationId="{00000000-0000-0000-0000-000000000000}"/>
          </ac:spMkLst>
        </pc:spChg>
        <pc:spChg chg="mod">
          <ac:chgData name="Ionut Girbea" userId="140628fa-96ce-4361-bce7-5504303d38b3" providerId="ADAL" clId="{07D332A5-C578-714C-B97C-CD71A5874CF5}" dt="2023-11-16T09:09:53.252" v="2515" actId="255"/>
          <ac:spMkLst>
            <pc:docMk/>
            <pc:sldMk cId="0" sldId="257"/>
            <ac:spMk id="188" creationId="{00000000-0000-0000-0000-000000000000}"/>
          </ac:spMkLst>
        </pc:spChg>
        <pc:spChg chg="mod">
          <ac:chgData name="Ionut Girbea" userId="140628fa-96ce-4361-bce7-5504303d38b3" providerId="ADAL" clId="{07D332A5-C578-714C-B97C-CD71A5874CF5}" dt="2023-11-16T09:09:57.680" v="2516" actId="255"/>
          <ac:spMkLst>
            <pc:docMk/>
            <pc:sldMk cId="0" sldId="257"/>
            <ac:spMk id="190" creationId="{00000000-0000-0000-0000-000000000000}"/>
          </ac:spMkLst>
        </pc:spChg>
        <pc:picChg chg="add del mod">
          <ac:chgData name="Ionut Girbea" userId="140628fa-96ce-4361-bce7-5504303d38b3" providerId="ADAL" clId="{07D332A5-C578-714C-B97C-CD71A5874CF5}" dt="2023-11-16T12:33:29.480" v="3038" actId="478"/>
          <ac:picMkLst>
            <pc:docMk/>
            <pc:sldMk cId="0" sldId="257"/>
            <ac:picMk id="2" creationId="{83F74260-F740-BE19-14C9-822705600827}"/>
          </ac:picMkLst>
        </pc:picChg>
        <pc:picChg chg="add del mod">
          <ac:chgData name="Ionut Girbea" userId="140628fa-96ce-4361-bce7-5504303d38b3" providerId="ADAL" clId="{07D332A5-C578-714C-B97C-CD71A5874CF5}" dt="2023-11-16T12:39:07.796" v="3080" actId="478"/>
          <ac:picMkLst>
            <pc:docMk/>
            <pc:sldMk cId="0" sldId="257"/>
            <ac:picMk id="3" creationId="{2BE7AC1C-9381-3D9E-8C97-3621E7C29DB8}"/>
          </ac:picMkLst>
        </pc:picChg>
        <pc:picChg chg="mod">
          <ac:chgData name="Ionut Girbea" userId="140628fa-96ce-4361-bce7-5504303d38b3" providerId="ADAL" clId="{07D332A5-C578-714C-B97C-CD71A5874CF5}" dt="2023-11-16T11:33:18.239" v="2645" actId="14826"/>
          <ac:picMkLst>
            <pc:docMk/>
            <pc:sldMk cId="0" sldId="257"/>
            <ac:picMk id="187" creationId="{00000000-0000-0000-0000-000000000000}"/>
          </ac:picMkLst>
        </pc:picChg>
        <pc:picChg chg="mod">
          <ac:chgData name="Ionut Girbea" userId="140628fa-96ce-4361-bce7-5504303d38b3" providerId="ADAL" clId="{07D332A5-C578-714C-B97C-CD71A5874CF5}" dt="2023-11-16T11:33:37.535" v="2646" actId="14826"/>
          <ac:picMkLst>
            <pc:docMk/>
            <pc:sldMk cId="0" sldId="257"/>
            <ac:picMk id="189" creationId="{00000000-0000-0000-0000-000000000000}"/>
          </ac:picMkLst>
        </pc:picChg>
        <pc:picChg chg="mod">
          <ac:chgData name="Ionut Girbea" userId="140628fa-96ce-4361-bce7-5504303d38b3" providerId="ADAL" clId="{07D332A5-C578-714C-B97C-CD71A5874CF5}" dt="2023-11-16T11:33:57.117" v="2647" actId="14826"/>
          <ac:picMkLst>
            <pc:docMk/>
            <pc:sldMk cId="0" sldId="257"/>
            <ac:picMk id="191" creationId="{00000000-0000-0000-0000-000000000000}"/>
          </ac:picMkLst>
        </pc:picChg>
      </pc:sldChg>
      <pc:sldChg chg="setBg">
        <pc:chgData name="Ionut Girbea" userId="140628fa-96ce-4361-bce7-5504303d38b3" providerId="ADAL" clId="{07D332A5-C578-714C-B97C-CD71A5874CF5}" dt="2023-11-22T14:09:38.862" v="3820" actId="18331"/>
        <pc:sldMkLst>
          <pc:docMk/>
          <pc:sldMk cId="0" sldId="260"/>
        </pc:sldMkLst>
      </pc:sldChg>
      <pc:sldChg chg="setBg">
        <pc:chgData name="Ionut Girbea" userId="140628fa-96ce-4361-bce7-5504303d38b3" providerId="ADAL" clId="{07D332A5-C578-714C-B97C-CD71A5874CF5}" dt="2023-11-22T14:09:38.862" v="3820" actId="18331"/>
        <pc:sldMkLst>
          <pc:docMk/>
          <pc:sldMk cId="0" sldId="263"/>
        </pc:sldMkLst>
      </pc:sldChg>
      <pc:sldChg chg="modNotes">
        <pc:chgData name="Ionut Girbea" userId="140628fa-96ce-4361-bce7-5504303d38b3" providerId="ADAL" clId="{07D332A5-C578-714C-B97C-CD71A5874CF5}" dt="2023-11-09T08:39:43.427" v="58"/>
        <pc:sldMkLst>
          <pc:docMk/>
          <pc:sldMk cId="0" sldId="264"/>
        </pc:sldMkLst>
      </pc:sldChg>
      <pc:sldChg chg="modNotes">
        <pc:chgData name="Ionut Girbea" userId="140628fa-96ce-4361-bce7-5504303d38b3" providerId="ADAL" clId="{07D332A5-C578-714C-B97C-CD71A5874CF5}" dt="2023-11-09T08:39:43.427" v="58"/>
        <pc:sldMkLst>
          <pc:docMk/>
          <pc:sldMk cId="0" sldId="265"/>
        </pc:sldMkLst>
      </pc:sldChg>
      <pc:sldChg chg="modNotes">
        <pc:chgData name="Ionut Girbea" userId="140628fa-96ce-4361-bce7-5504303d38b3" providerId="ADAL" clId="{07D332A5-C578-714C-B97C-CD71A5874CF5}" dt="2023-11-09T08:39:43.427" v="58"/>
        <pc:sldMkLst>
          <pc:docMk/>
          <pc:sldMk cId="0" sldId="266"/>
        </pc:sldMkLst>
      </pc:sldChg>
      <pc:sldChg chg="setBg modNotes">
        <pc:chgData name="Ionut Girbea" userId="140628fa-96ce-4361-bce7-5504303d38b3" providerId="ADAL" clId="{07D332A5-C578-714C-B97C-CD71A5874CF5}" dt="2023-11-22T14:09:38.862" v="3820" actId="18331"/>
        <pc:sldMkLst>
          <pc:docMk/>
          <pc:sldMk cId="0" sldId="268"/>
        </pc:sldMkLst>
      </pc:sldChg>
      <pc:sldChg chg="addSp delSp modSp mod modNotes">
        <pc:chgData name="Ionut Girbea" userId="140628fa-96ce-4361-bce7-5504303d38b3" providerId="ADAL" clId="{07D332A5-C578-714C-B97C-CD71A5874CF5}" dt="2023-11-20T14:41:06.002" v="3619" actId="1038"/>
        <pc:sldMkLst>
          <pc:docMk/>
          <pc:sldMk cId="0" sldId="269"/>
        </pc:sldMkLst>
        <pc:spChg chg="mod">
          <ac:chgData name="Ionut Girbea" userId="140628fa-96ce-4361-bce7-5504303d38b3" providerId="ADAL" clId="{07D332A5-C578-714C-B97C-CD71A5874CF5}" dt="2023-11-20T14:40:58.774" v="3609" actId="20577"/>
          <ac:spMkLst>
            <pc:docMk/>
            <pc:sldMk cId="0" sldId="269"/>
            <ac:spMk id="265" creationId="{00000000-0000-0000-0000-000000000000}"/>
          </ac:spMkLst>
        </pc:spChg>
        <pc:picChg chg="add mod">
          <ac:chgData name="Ionut Girbea" userId="140628fa-96ce-4361-bce7-5504303d38b3" providerId="ADAL" clId="{07D332A5-C578-714C-B97C-CD71A5874CF5}" dt="2023-11-20T14:41:06.002" v="3619" actId="1038"/>
          <ac:picMkLst>
            <pc:docMk/>
            <pc:sldMk cId="0" sldId="269"/>
            <ac:picMk id="2" creationId="{AEE51980-3388-EF9D-9613-D4E2060829FE}"/>
          </ac:picMkLst>
        </pc:picChg>
        <pc:picChg chg="del mod">
          <ac:chgData name="Ionut Girbea" userId="140628fa-96ce-4361-bce7-5504303d38b3" providerId="ADAL" clId="{07D332A5-C578-714C-B97C-CD71A5874CF5}" dt="2023-11-16T12:38:36.339" v="3076" actId="478"/>
          <ac:picMkLst>
            <pc:docMk/>
            <pc:sldMk cId="0" sldId="269"/>
            <ac:picMk id="266" creationId="{00000000-0000-0000-0000-000000000000}"/>
          </ac:picMkLst>
        </pc:picChg>
      </pc:sldChg>
      <pc:sldChg chg="addSp delSp modSp mod">
        <pc:chgData name="Ionut Girbea" userId="140628fa-96ce-4361-bce7-5504303d38b3" providerId="ADAL" clId="{07D332A5-C578-714C-B97C-CD71A5874CF5}" dt="2023-11-20T14:41:18.666" v="3622" actId="20577"/>
        <pc:sldMkLst>
          <pc:docMk/>
          <pc:sldMk cId="0" sldId="270"/>
        </pc:sldMkLst>
        <pc:spChg chg="mod">
          <ac:chgData name="Ionut Girbea" userId="140628fa-96ce-4361-bce7-5504303d38b3" providerId="ADAL" clId="{07D332A5-C578-714C-B97C-CD71A5874CF5}" dt="2023-11-20T14:41:18.666" v="3622" actId="20577"/>
          <ac:spMkLst>
            <pc:docMk/>
            <pc:sldMk cId="0" sldId="270"/>
            <ac:spMk id="274" creationId="{00000000-0000-0000-0000-000000000000}"/>
          </ac:spMkLst>
        </pc:spChg>
        <pc:picChg chg="del">
          <ac:chgData name="Ionut Girbea" userId="140628fa-96ce-4361-bce7-5504303d38b3" providerId="ADAL" clId="{07D332A5-C578-714C-B97C-CD71A5874CF5}" dt="2023-11-16T11:35:34.169" v="2649" actId="478"/>
          <ac:picMkLst>
            <pc:docMk/>
            <pc:sldMk cId="0" sldId="270"/>
            <ac:picMk id="2" creationId="{589EE0DF-7528-91E8-C850-03CE28569EFE}"/>
          </ac:picMkLst>
        </pc:picChg>
        <pc:picChg chg="add mod">
          <ac:chgData name="Ionut Girbea" userId="140628fa-96ce-4361-bce7-5504303d38b3" providerId="ADAL" clId="{07D332A5-C578-714C-B97C-CD71A5874CF5}" dt="2023-11-20T14:41:17.006" v="3621"/>
          <ac:picMkLst>
            <pc:docMk/>
            <pc:sldMk cId="0" sldId="270"/>
            <ac:picMk id="2" creationId="{D1EF70A3-35E6-BAAD-5AF6-A46A245261E5}"/>
          </ac:picMkLst>
        </pc:picChg>
        <pc:picChg chg="add del mod">
          <ac:chgData name="Ionut Girbea" userId="140628fa-96ce-4361-bce7-5504303d38b3" providerId="ADAL" clId="{07D332A5-C578-714C-B97C-CD71A5874CF5}" dt="2023-11-20T14:41:16.689" v="3620" actId="478"/>
          <ac:picMkLst>
            <pc:docMk/>
            <pc:sldMk cId="0" sldId="270"/>
            <ac:picMk id="5" creationId="{7A584F61-B4B6-34C1-4F57-B44888BF4BA5}"/>
          </ac:picMkLst>
        </pc:picChg>
        <pc:picChg chg="add del mod">
          <ac:chgData name="Ionut Girbea" userId="140628fa-96ce-4361-bce7-5504303d38b3" providerId="ADAL" clId="{07D332A5-C578-714C-B97C-CD71A5874CF5}" dt="2023-11-16T12:38:17.806" v="3071"/>
          <ac:picMkLst>
            <pc:docMk/>
            <pc:sldMk cId="0" sldId="270"/>
            <ac:picMk id="6" creationId="{F6CAF961-63B7-1063-600D-4DF8DB344368}"/>
          </ac:picMkLst>
        </pc:picChg>
      </pc:sldChg>
      <pc:sldChg chg="modNotes">
        <pc:chgData name="Ionut Girbea" userId="140628fa-96ce-4361-bce7-5504303d38b3" providerId="ADAL" clId="{07D332A5-C578-714C-B97C-CD71A5874CF5}" dt="2023-11-09T08:39:43.427" v="58"/>
        <pc:sldMkLst>
          <pc:docMk/>
          <pc:sldMk cId="0" sldId="271"/>
        </pc:sldMkLst>
      </pc:sldChg>
      <pc:sldChg chg="modNotes">
        <pc:chgData name="Ionut Girbea" userId="140628fa-96ce-4361-bce7-5504303d38b3" providerId="ADAL" clId="{07D332A5-C578-714C-B97C-CD71A5874CF5}" dt="2023-11-09T08:39:43.427" v="58"/>
        <pc:sldMkLst>
          <pc:docMk/>
          <pc:sldMk cId="0" sldId="272"/>
        </pc:sldMkLst>
      </pc:sldChg>
      <pc:sldChg chg="modNotes">
        <pc:chgData name="Ionut Girbea" userId="140628fa-96ce-4361-bce7-5504303d38b3" providerId="ADAL" clId="{07D332A5-C578-714C-B97C-CD71A5874CF5}" dt="2023-11-09T08:39:43.427" v="58"/>
        <pc:sldMkLst>
          <pc:docMk/>
          <pc:sldMk cId="0" sldId="274"/>
        </pc:sldMkLst>
      </pc:sldChg>
      <pc:sldChg chg="modNotes">
        <pc:chgData name="Ionut Girbea" userId="140628fa-96ce-4361-bce7-5504303d38b3" providerId="ADAL" clId="{07D332A5-C578-714C-B97C-CD71A5874CF5}" dt="2023-11-09T08:39:43.427" v="58"/>
        <pc:sldMkLst>
          <pc:docMk/>
          <pc:sldMk cId="0" sldId="275"/>
        </pc:sldMkLst>
      </pc:sldChg>
      <pc:sldChg chg="modSp modNotes">
        <pc:chgData name="Ionut Girbea" userId="140628fa-96ce-4361-bce7-5504303d38b3" providerId="ADAL" clId="{07D332A5-C578-714C-B97C-CD71A5874CF5}" dt="2023-11-16T11:36:16.897" v="2653" actId="14826"/>
        <pc:sldMkLst>
          <pc:docMk/>
          <pc:sldMk cId="0" sldId="276"/>
        </pc:sldMkLst>
        <pc:picChg chg="mod">
          <ac:chgData name="Ionut Girbea" userId="140628fa-96ce-4361-bce7-5504303d38b3" providerId="ADAL" clId="{07D332A5-C578-714C-B97C-CD71A5874CF5}" dt="2023-11-16T11:36:16.897" v="2653" actId="14826"/>
          <ac:picMkLst>
            <pc:docMk/>
            <pc:sldMk cId="0" sldId="276"/>
            <ac:picMk id="361" creationId="{00000000-0000-0000-0000-000000000000}"/>
          </ac:picMkLst>
        </pc:picChg>
      </pc:sldChg>
      <pc:sldChg chg="modSp setBg modNotes">
        <pc:chgData name="Ionut Girbea" userId="140628fa-96ce-4361-bce7-5504303d38b3" providerId="ADAL" clId="{07D332A5-C578-714C-B97C-CD71A5874CF5}" dt="2023-11-22T14:09:38.862" v="3820" actId="18331"/>
        <pc:sldMkLst>
          <pc:docMk/>
          <pc:sldMk cId="0" sldId="277"/>
        </pc:sldMkLst>
        <pc:picChg chg="mod">
          <ac:chgData name="Ionut Girbea" userId="140628fa-96ce-4361-bce7-5504303d38b3" providerId="ADAL" clId="{07D332A5-C578-714C-B97C-CD71A5874CF5}" dt="2023-11-16T11:36:33.351" v="2654" actId="14826"/>
          <ac:picMkLst>
            <pc:docMk/>
            <pc:sldMk cId="0" sldId="277"/>
            <ac:picMk id="4" creationId="{9F09080D-E067-5B6E-B539-11AD9F27B700}"/>
          </ac:picMkLst>
        </pc:picChg>
      </pc:sldChg>
      <pc:sldChg chg="modSp mod setBg modNotes">
        <pc:chgData name="Ionut Girbea" userId="140628fa-96ce-4361-bce7-5504303d38b3" providerId="ADAL" clId="{07D332A5-C578-714C-B97C-CD71A5874CF5}" dt="2023-11-22T14:09:38.862" v="3820" actId="18331"/>
        <pc:sldMkLst>
          <pc:docMk/>
          <pc:sldMk cId="0" sldId="278"/>
        </pc:sldMkLst>
        <pc:spChg chg="mod">
          <ac:chgData name="Ionut Girbea" userId="140628fa-96ce-4361-bce7-5504303d38b3" providerId="ADAL" clId="{07D332A5-C578-714C-B97C-CD71A5874CF5}" dt="2023-11-16T07:24:21.536" v="1046" actId="255"/>
          <ac:spMkLst>
            <pc:docMk/>
            <pc:sldMk cId="0" sldId="278"/>
            <ac:spMk id="4" creationId="{FF798B31-A19A-69D0-5E9B-1384CF4A0D65}"/>
          </ac:spMkLst>
        </pc:spChg>
      </pc:sldChg>
      <pc:sldChg chg="addSp delSp modSp mod modClrScheme chgLayout modNotes">
        <pc:chgData name="Ionut Girbea" userId="140628fa-96ce-4361-bce7-5504303d38b3" providerId="ADAL" clId="{07D332A5-C578-714C-B97C-CD71A5874CF5}" dt="2023-11-16T14:21:39.403" v="3301" actId="20577"/>
        <pc:sldMkLst>
          <pc:docMk/>
          <pc:sldMk cId="0" sldId="279"/>
        </pc:sldMkLst>
        <pc:spChg chg="add del mod ord">
          <ac:chgData name="Ionut Girbea" userId="140628fa-96ce-4361-bce7-5504303d38b3" providerId="ADAL" clId="{07D332A5-C578-714C-B97C-CD71A5874CF5}" dt="2023-11-16T14:21:29.856" v="3281" actId="700"/>
          <ac:spMkLst>
            <pc:docMk/>
            <pc:sldMk cId="0" sldId="279"/>
            <ac:spMk id="2" creationId="{340F0602-510A-BAA6-5352-92DEBA54BC83}"/>
          </ac:spMkLst>
        </pc:spChg>
        <pc:spChg chg="add mod ord">
          <ac:chgData name="Ionut Girbea" userId="140628fa-96ce-4361-bce7-5504303d38b3" providerId="ADAL" clId="{07D332A5-C578-714C-B97C-CD71A5874CF5}" dt="2023-11-16T14:21:39.403" v="3301" actId="20577"/>
          <ac:spMkLst>
            <pc:docMk/>
            <pc:sldMk cId="0" sldId="279"/>
            <ac:spMk id="3" creationId="{4695EDCB-306B-987D-E8D2-7F9FA5296B69}"/>
          </ac:spMkLst>
        </pc:spChg>
        <pc:spChg chg="del">
          <ac:chgData name="Ionut Girbea" userId="140628fa-96ce-4361-bce7-5504303d38b3" providerId="ADAL" clId="{07D332A5-C578-714C-B97C-CD71A5874CF5}" dt="2023-11-16T14:21:24.896" v="3280" actId="700"/>
          <ac:spMkLst>
            <pc:docMk/>
            <pc:sldMk cId="0" sldId="279"/>
            <ac:spMk id="5" creationId="{7A4EFCDE-7848-2FC1-5779-6543A8D12FA3}"/>
          </ac:spMkLst>
        </pc:spChg>
        <pc:spChg chg="mod">
          <ac:chgData name="Ionut Girbea" userId="140628fa-96ce-4361-bce7-5504303d38b3" providerId="ADAL" clId="{07D332A5-C578-714C-B97C-CD71A5874CF5}" dt="2023-11-15T14:10:37.842" v="840" actId="255"/>
          <ac:spMkLst>
            <pc:docMk/>
            <pc:sldMk cId="0" sldId="279"/>
            <ac:spMk id="379" creationId="{00000000-0000-0000-0000-000000000000}"/>
          </ac:spMkLst>
        </pc:spChg>
        <pc:spChg chg="mod">
          <ac:chgData name="Ionut Girbea" userId="140628fa-96ce-4361-bce7-5504303d38b3" providerId="ADAL" clId="{07D332A5-C578-714C-B97C-CD71A5874CF5}" dt="2023-11-09T08:47:44.251" v="117" actId="113"/>
          <ac:spMkLst>
            <pc:docMk/>
            <pc:sldMk cId="0" sldId="279"/>
            <ac:spMk id="380" creationId="{00000000-0000-0000-0000-000000000000}"/>
          </ac:spMkLst>
        </pc:spChg>
      </pc:sldChg>
      <pc:sldChg chg="modSp mod modNotes">
        <pc:chgData name="Ionut Girbea" userId="140628fa-96ce-4361-bce7-5504303d38b3" providerId="ADAL" clId="{07D332A5-C578-714C-B97C-CD71A5874CF5}" dt="2023-11-16T14:21:53.123" v="3327" actId="20577"/>
        <pc:sldMkLst>
          <pc:docMk/>
          <pc:sldMk cId="0" sldId="280"/>
        </pc:sldMkLst>
        <pc:spChg chg="mod">
          <ac:chgData name="Ionut Girbea" userId="140628fa-96ce-4361-bce7-5504303d38b3" providerId="ADAL" clId="{07D332A5-C578-714C-B97C-CD71A5874CF5}" dt="2023-11-15T14:16:21.784" v="1045" actId="20577"/>
          <ac:spMkLst>
            <pc:docMk/>
            <pc:sldMk cId="0" sldId="280"/>
            <ac:spMk id="10" creationId="{A4185CF0-682E-9895-0004-223926D1EBB3}"/>
          </ac:spMkLst>
        </pc:spChg>
        <pc:spChg chg="mod">
          <ac:chgData name="Ionut Girbea" userId="140628fa-96ce-4361-bce7-5504303d38b3" providerId="ADAL" clId="{07D332A5-C578-714C-B97C-CD71A5874CF5}" dt="2023-11-09T08:47:47.471" v="118" actId="113"/>
          <ac:spMkLst>
            <pc:docMk/>
            <pc:sldMk cId="0" sldId="280"/>
            <ac:spMk id="11" creationId="{F7AB0784-263B-38B8-6CFD-1EBC66282BB1}"/>
          </ac:spMkLst>
        </pc:spChg>
        <pc:spChg chg="mod">
          <ac:chgData name="Ionut Girbea" userId="140628fa-96ce-4361-bce7-5504303d38b3" providerId="ADAL" clId="{07D332A5-C578-714C-B97C-CD71A5874CF5}" dt="2023-11-16T14:21:53.123" v="3327" actId="20577"/>
          <ac:spMkLst>
            <pc:docMk/>
            <pc:sldMk cId="0" sldId="280"/>
            <ac:spMk id="12" creationId="{B4DFB544-FD5D-238A-2801-3F58922AFC8C}"/>
          </ac:spMkLst>
        </pc:spChg>
      </pc:sldChg>
      <pc:sldChg chg="modSp mod chgLayout modNotes">
        <pc:chgData name="Ionut Girbea" userId="140628fa-96ce-4361-bce7-5504303d38b3" providerId="ADAL" clId="{07D332A5-C578-714C-B97C-CD71A5874CF5}" dt="2023-11-16T14:21:19.133" v="3279" actId="700"/>
        <pc:sldMkLst>
          <pc:docMk/>
          <pc:sldMk cId="0" sldId="281"/>
        </pc:sldMkLst>
        <pc:spChg chg="mod ord">
          <ac:chgData name="Ionut Girbea" userId="140628fa-96ce-4361-bce7-5504303d38b3" providerId="ADAL" clId="{07D332A5-C578-714C-B97C-CD71A5874CF5}" dt="2023-11-16T14:21:19.133" v="3279" actId="700"/>
          <ac:spMkLst>
            <pc:docMk/>
            <pc:sldMk cId="0" sldId="281"/>
            <ac:spMk id="394" creationId="{00000000-0000-0000-0000-000000000000}"/>
          </ac:spMkLst>
        </pc:spChg>
        <pc:picChg chg="mod">
          <ac:chgData name="Ionut Girbea" userId="140628fa-96ce-4361-bce7-5504303d38b3" providerId="ADAL" clId="{07D332A5-C578-714C-B97C-CD71A5874CF5}" dt="2023-11-16T11:37:05.419" v="2655" actId="14826"/>
          <ac:picMkLst>
            <pc:docMk/>
            <pc:sldMk cId="0" sldId="281"/>
            <ac:picMk id="397" creationId="{00000000-0000-0000-0000-000000000000}"/>
          </ac:picMkLst>
        </pc:picChg>
      </pc:sldChg>
      <pc:sldChg chg="addSp delSp modSp mod modNotes">
        <pc:chgData name="Ionut Girbea" userId="140628fa-96ce-4361-bce7-5504303d38b3" providerId="ADAL" clId="{07D332A5-C578-714C-B97C-CD71A5874CF5}" dt="2023-11-16T11:37:11.380" v="2657"/>
        <pc:sldMkLst>
          <pc:docMk/>
          <pc:sldMk cId="0" sldId="282"/>
        </pc:sldMkLst>
        <pc:picChg chg="add mod">
          <ac:chgData name="Ionut Girbea" userId="140628fa-96ce-4361-bce7-5504303d38b3" providerId="ADAL" clId="{07D332A5-C578-714C-B97C-CD71A5874CF5}" dt="2023-11-16T11:37:11.380" v="2657"/>
          <ac:picMkLst>
            <pc:docMk/>
            <pc:sldMk cId="0" sldId="282"/>
            <ac:picMk id="2" creationId="{EDBB7B75-D394-8008-2E51-E392B4CC678C}"/>
          </ac:picMkLst>
        </pc:picChg>
        <pc:picChg chg="del">
          <ac:chgData name="Ionut Girbea" userId="140628fa-96ce-4361-bce7-5504303d38b3" providerId="ADAL" clId="{07D332A5-C578-714C-B97C-CD71A5874CF5}" dt="2023-11-16T11:37:10.753" v="2656" actId="478"/>
          <ac:picMkLst>
            <pc:docMk/>
            <pc:sldMk cId="0" sldId="282"/>
            <ac:picMk id="6" creationId="{582A2588-0572-BDEF-7955-FDB0BA3F6819}"/>
          </ac:picMkLst>
        </pc:picChg>
      </pc:sldChg>
      <pc:sldChg chg="modSp modNotes">
        <pc:chgData name="Ionut Girbea" userId="140628fa-96ce-4361-bce7-5504303d38b3" providerId="ADAL" clId="{07D332A5-C578-714C-B97C-CD71A5874CF5}" dt="2023-11-16T11:37:30.315" v="2658" actId="14826"/>
        <pc:sldMkLst>
          <pc:docMk/>
          <pc:sldMk cId="0" sldId="283"/>
        </pc:sldMkLst>
        <pc:picChg chg="mod">
          <ac:chgData name="Ionut Girbea" userId="140628fa-96ce-4361-bce7-5504303d38b3" providerId="ADAL" clId="{07D332A5-C578-714C-B97C-CD71A5874CF5}" dt="2023-11-16T11:37:30.315" v="2658" actId="14826"/>
          <ac:picMkLst>
            <pc:docMk/>
            <pc:sldMk cId="0" sldId="283"/>
            <ac:picMk id="2" creationId="{D87189C0-05A4-1F12-C114-6C65F840B75E}"/>
          </ac:picMkLst>
        </pc:picChg>
      </pc:sldChg>
      <pc:sldChg chg="addSp delSp modSp mod modNotes">
        <pc:chgData name="Ionut Girbea" userId="140628fa-96ce-4361-bce7-5504303d38b3" providerId="ADAL" clId="{07D332A5-C578-714C-B97C-CD71A5874CF5}" dt="2023-11-16T11:37:45.422" v="2660"/>
        <pc:sldMkLst>
          <pc:docMk/>
          <pc:sldMk cId="0" sldId="284"/>
        </pc:sldMkLst>
        <pc:picChg chg="add mod">
          <ac:chgData name="Ionut Girbea" userId="140628fa-96ce-4361-bce7-5504303d38b3" providerId="ADAL" clId="{07D332A5-C578-714C-B97C-CD71A5874CF5}" dt="2023-11-16T11:37:45.422" v="2660"/>
          <ac:picMkLst>
            <pc:docMk/>
            <pc:sldMk cId="0" sldId="284"/>
            <ac:picMk id="2" creationId="{28D5C3B6-7964-9050-D8F3-73C0B12A1F96}"/>
          </ac:picMkLst>
        </pc:picChg>
        <pc:picChg chg="del">
          <ac:chgData name="Ionut Girbea" userId="140628fa-96ce-4361-bce7-5504303d38b3" providerId="ADAL" clId="{07D332A5-C578-714C-B97C-CD71A5874CF5}" dt="2023-11-16T11:37:44.894" v="2659" actId="478"/>
          <ac:picMkLst>
            <pc:docMk/>
            <pc:sldMk cId="0" sldId="284"/>
            <ac:picMk id="4" creationId="{79266131-015D-2725-9DEA-6E57FD2AF0C4}"/>
          </ac:picMkLst>
        </pc:picChg>
      </pc:sldChg>
      <pc:sldChg chg="modSp mod modNotes">
        <pc:chgData name="Ionut Girbea" userId="140628fa-96ce-4361-bce7-5504303d38b3" providerId="ADAL" clId="{07D332A5-C578-714C-B97C-CD71A5874CF5}" dt="2023-11-16T14:22:54.583" v="3346" actId="20577"/>
        <pc:sldMkLst>
          <pc:docMk/>
          <pc:sldMk cId="0" sldId="285"/>
        </pc:sldMkLst>
        <pc:spChg chg="mod">
          <ac:chgData name="Ionut Girbea" userId="140628fa-96ce-4361-bce7-5504303d38b3" providerId="ADAL" clId="{07D332A5-C578-714C-B97C-CD71A5874CF5}" dt="2023-11-16T14:22:54.583" v="3346" actId="20577"/>
          <ac:spMkLst>
            <pc:docMk/>
            <pc:sldMk cId="0" sldId="285"/>
            <ac:spMk id="2" creationId="{F6B78634-8C93-ABF6-23AB-B0A28571449A}"/>
          </ac:spMkLst>
        </pc:spChg>
        <pc:spChg chg="mod">
          <ac:chgData name="Ionut Girbea" userId="140628fa-96ce-4361-bce7-5504303d38b3" providerId="ADAL" clId="{07D332A5-C578-714C-B97C-CD71A5874CF5}" dt="2023-11-16T07:24:45.886" v="1047" actId="255"/>
          <ac:spMkLst>
            <pc:docMk/>
            <pc:sldMk cId="0" sldId="285"/>
            <ac:spMk id="428" creationId="{00000000-0000-0000-0000-000000000000}"/>
          </ac:spMkLst>
        </pc:spChg>
      </pc:sldChg>
      <pc:sldChg chg="modSp mod modNotes">
        <pc:chgData name="Ionut Girbea" userId="140628fa-96ce-4361-bce7-5504303d38b3" providerId="ADAL" clId="{07D332A5-C578-714C-B97C-CD71A5874CF5}" dt="2023-11-16T07:25:05.184" v="1050" actId="255"/>
        <pc:sldMkLst>
          <pc:docMk/>
          <pc:sldMk cId="0" sldId="286"/>
        </pc:sldMkLst>
        <pc:spChg chg="mod">
          <ac:chgData name="Ionut Girbea" userId="140628fa-96ce-4361-bce7-5504303d38b3" providerId="ADAL" clId="{07D332A5-C578-714C-B97C-CD71A5874CF5}" dt="2023-11-16T07:25:05.184" v="1050" actId="255"/>
          <ac:spMkLst>
            <pc:docMk/>
            <pc:sldMk cId="0" sldId="286"/>
            <ac:spMk id="8" creationId="{9867DCF5-A40D-BFAB-F9CD-BFC8AD0F3720}"/>
          </ac:spMkLst>
        </pc:spChg>
        <pc:spChg chg="mod">
          <ac:chgData name="Ionut Girbea" userId="140628fa-96ce-4361-bce7-5504303d38b3" providerId="ADAL" clId="{07D332A5-C578-714C-B97C-CD71A5874CF5}" dt="2023-11-16T07:24:58.346" v="1048" actId="255"/>
          <ac:spMkLst>
            <pc:docMk/>
            <pc:sldMk cId="0" sldId="286"/>
            <ac:spMk id="436" creationId="{00000000-0000-0000-0000-000000000000}"/>
          </ac:spMkLst>
        </pc:spChg>
      </pc:sldChg>
      <pc:sldChg chg="modSp mod modNotes">
        <pc:chgData name="Ionut Girbea" userId="140628fa-96ce-4361-bce7-5504303d38b3" providerId="ADAL" clId="{07D332A5-C578-714C-B97C-CD71A5874CF5}" dt="2023-11-16T07:25:15.009" v="1051" actId="255"/>
        <pc:sldMkLst>
          <pc:docMk/>
          <pc:sldMk cId="0" sldId="287"/>
        </pc:sldMkLst>
        <pc:spChg chg="mod">
          <ac:chgData name="Ionut Girbea" userId="140628fa-96ce-4361-bce7-5504303d38b3" providerId="ADAL" clId="{07D332A5-C578-714C-B97C-CD71A5874CF5}" dt="2023-11-16T07:25:15.009" v="1051" actId="255"/>
          <ac:spMkLst>
            <pc:docMk/>
            <pc:sldMk cId="0" sldId="287"/>
            <ac:spMk id="7" creationId="{1D2E271E-A9AC-5999-960C-DA88F1FA89F8}"/>
          </ac:spMkLst>
        </pc:spChg>
      </pc:sldChg>
      <pc:sldChg chg="modSp mod modNotes">
        <pc:chgData name="Ionut Girbea" userId="140628fa-96ce-4361-bce7-5504303d38b3" providerId="ADAL" clId="{07D332A5-C578-714C-B97C-CD71A5874CF5}" dt="2023-11-16T07:34:31.319" v="1179" actId="948"/>
        <pc:sldMkLst>
          <pc:docMk/>
          <pc:sldMk cId="0" sldId="288"/>
        </pc:sldMkLst>
        <pc:spChg chg="mod">
          <ac:chgData name="Ionut Girbea" userId="140628fa-96ce-4361-bce7-5504303d38b3" providerId="ADAL" clId="{07D332A5-C578-714C-B97C-CD71A5874CF5}" dt="2023-11-16T07:34:31.319" v="1179" actId="948"/>
          <ac:spMkLst>
            <pc:docMk/>
            <pc:sldMk cId="0" sldId="288"/>
            <ac:spMk id="3" creationId="{65E8BBDE-9F88-9C95-6C6C-49826889432D}"/>
          </ac:spMkLst>
        </pc:spChg>
      </pc:sldChg>
      <pc:sldChg chg="addSp delSp modSp mod modNotes">
        <pc:chgData name="Ionut Girbea" userId="140628fa-96ce-4361-bce7-5504303d38b3" providerId="ADAL" clId="{07D332A5-C578-714C-B97C-CD71A5874CF5}" dt="2023-11-16T07:34:21.500" v="1178" actId="948"/>
        <pc:sldMkLst>
          <pc:docMk/>
          <pc:sldMk cId="0" sldId="289"/>
        </pc:sldMkLst>
        <pc:spChg chg="del mod">
          <ac:chgData name="Ionut Girbea" userId="140628fa-96ce-4361-bce7-5504303d38b3" providerId="ADAL" clId="{07D332A5-C578-714C-B97C-CD71A5874CF5}" dt="2023-11-16T07:28:24.996" v="1093" actId="478"/>
          <ac:spMkLst>
            <pc:docMk/>
            <pc:sldMk cId="0" sldId="289"/>
            <ac:spMk id="4" creationId="{67938194-5E82-795B-43C8-0167F0B6A3F3}"/>
          </ac:spMkLst>
        </pc:spChg>
        <pc:spChg chg="add mod">
          <ac:chgData name="Ionut Girbea" userId="140628fa-96ce-4361-bce7-5504303d38b3" providerId="ADAL" clId="{07D332A5-C578-714C-B97C-CD71A5874CF5}" dt="2023-11-16T07:34:21.500" v="1178" actId="948"/>
          <ac:spMkLst>
            <pc:docMk/>
            <pc:sldMk cId="0" sldId="289"/>
            <ac:spMk id="5" creationId="{5CA84C91-0714-7436-ABE9-651137427CD3}"/>
          </ac:spMkLst>
        </pc:spChg>
      </pc:sldChg>
      <pc:sldChg chg="addSp delSp modSp mod modNotes">
        <pc:chgData name="Ionut Girbea" userId="140628fa-96ce-4361-bce7-5504303d38b3" providerId="ADAL" clId="{07D332A5-C578-714C-B97C-CD71A5874CF5}" dt="2023-11-16T07:33:57.424" v="1176" actId="948"/>
        <pc:sldMkLst>
          <pc:docMk/>
          <pc:sldMk cId="0" sldId="291"/>
        </pc:sldMkLst>
        <pc:spChg chg="add mod">
          <ac:chgData name="Ionut Girbea" userId="140628fa-96ce-4361-bce7-5504303d38b3" providerId="ADAL" clId="{07D332A5-C578-714C-B97C-CD71A5874CF5}" dt="2023-11-16T07:33:57.424" v="1176" actId="948"/>
          <ac:spMkLst>
            <pc:docMk/>
            <pc:sldMk cId="0" sldId="291"/>
            <ac:spMk id="2" creationId="{DD611CD9-C872-BC1B-867A-2F2E94E280B9}"/>
          </ac:spMkLst>
        </pc:spChg>
        <pc:spChg chg="del mod">
          <ac:chgData name="Ionut Girbea" userId="140628fa-96ce-4361-bce7-5504303d38b3" providerId="ADAL" clId="{07D332A5-C578-714C-B97C-CD71A5874CF5}" dt="2023-11-16T07:30:17.269" v="1132" actId="478"/>
          <ac:spMkLst>
            <pc:docMk/>
            <pc:sldMk cId="0" sldId="291"/>
            <ac:spMk id="4" creationId="{DBDE49F1-C9ED-9F68-938F-C42D9E05E849}"/>
          </ac:spMkLst>
        </pc:spChg>
        <pc:spChg chg="mod">
          <ac:chgData name="Ionut Girbea" userId="140628fa-96ce-4361-bce7-5504303d38b3" providerId="ADAL" clId="{07D332A5-C578-714C-B97C-CD71A5874CF5}" dt="2023-11-09T12:25:03.513" v="385" actId="113"/>
          <ac:spMkLst>
            <pc:docMk/>
            <pc:sldMk cId="0" sldId="291"/>
            <ac:spMk id="52" creationId="{35A65797-8084-4B11-59D7-B45019E33967}"/>
          </ac:spMkLst>
        </pc:spChg>
      </pc:sldChg>
      <pc:sldChg chg="modSp mod modNotes">
        <pc:chgData name="Ionut Girbea" userId="140628fa-96ce-4361-bce7-5504303d38b3" providerId="ADAL" clId="{07D332A5-C578-714C-B97C-CD71A5874CF5}" dt="2023-11-16T07:33:46.822" v="1175" actId="948"/>
        <pc:sldMkLst>
          <pc:docMk/>
          <pc:sldMk cId="0" sldId="292"/>
        </pc:sldMkLst>
        <pc:spChg chg="mod">
          <ac:chgData name="Ionut Girbea" userId="140628fa-96ce-4361-bce7-5504303d38b3" providerId="ADAL" clId="{07D332A5-C578-714C-B97C-CD71A5874CF5}" dt="2023-11-09T08:48:00.397" v="119" actId="113"/>
          <ac:spMkLst>
            <pc:docMk/>
            <pc:sldMk cId="0" sldId="292"/>
            <ac:spMk id="3" creationId="{A702DC2A-AB90-9991-63C7-29A7427752CF}"/>
          </ac:spMkLst>
        </pc:spChg>
        <pc:spChg chg="mod">
          <ac:chgData name="Ionut Girbea" userId="140628fa-96ce-4361-bce7-5504303d38b3" providerId="ADAL" clId="{07D332A5-C578-714C-B97C-CD71A5874CF5}" dt="2023-11-16T07:33:46.822" v="1175" actId="948"/>
          <ac:spMkLst>
            <pc:docMk/>
            <pc:sldMk cId="0" sldId="292"/>
            <ac:spMk id="488" creationId="{00000000-0000-0000-0000-000000000000}"/>
          </ac:spMkLst>
        </pc:spChg>
      </pc:sldChg>
      <pc:sldChg chg="addSp delSp modSp mod modNotes">
        <pc:chgData name="Ionut Girbea" userId="140628fa-96ce-4361-bce7-5504303d38b3" providerId="ADAL" clId="{07D332A5-C578-714C-B97C-CD71A5874CF5}" dt="2023-11-16T07:34:57.981" v="1184" actId="207"/>
        <pc:sldMkLst>
          <pc:docMk/>
          <pc:sldMk cId="0" sldId="293"/>
        </pc:sldMkLst>
        <pc:spChg chg="mod">
          <ac:chgData name="Ionut Girbea" userId="140628fa-96ce-4361-bce7-5504303d38b3" providerId="ADAL" clId="{07D332A5-C578-714C-B97C-CD71A5874CF5}" dt="2023-11-09T08:50:45.282" v="150" actId="113"/>
          <ac:spMkLst>
            <pc:docMk/>
            <pc:sldMk cId="0" sldId="293"/>
            <ac:spMk id="3" creationId="{B87D08E7-C483-F8FF-8A25-7CD13D411711}"/>
          </ac:spMkLst>
        </pc:spChg>
        <pc:spChg chg="add mod">
          <ac:chgData name="Ionut Girbea" userId="140628fa-96ce-4361-bce7-5504303d38b3" providerId="ADAL" clId="{07D332A5-C578-714C-B97C-CD71A5874CF5}" dt="2023-11-16T07:34:57.981" v="1184" actId="207"/>
          <ac:spMkLst>
            <pc:docMk/>
            <pc:sldMk cId="0" sldId="293"/>
            <ac:spMk id="4" creationId="{FFF63DA9-7186-302D-F615-1EF93047D2E2}"/>
          </ac:spMkLst>
        </pc:spChg>
        <pc:spChg chg="del mod">
          <ac:chgData name="Ionut Girbea" userId="140628fa-96ce-4361-bce7-5504303d38b3" providerId="ADAL" clId="{07D332A5-C578-714C-B97C-CD71A5874CF5}" dt="2023-11-16T07:34:53.285" v="1182" actId="478"/>
          <ac:spMkLst>
            <pc:docMk/>
            <pc:sldMk cId="0" sldId="293"/>
            <ac:spMk id="5" creationId="{2F1797F7-B3A0-3222-EFB2-AB08B572897A}"/>
          </ac:spMkLst>
        </pc:spChg>
      </pc:sldChg>
      <pc:sldChg chg="addSp delSp modSp mod">
        <pc:chgData name="Ionut Girbea" userId="140628fa-96ce-4361-bce7-5504303d38b3" providerId="ADAL" clId="{07D332A5-C578-714C-B97C-CD71A5874CF5}" dt="2023-11-16T11:41:30.743" v="2668" actId="165"/>
        <pc:sldMkLst>
          <pc:docMk/>
          <pc:sldMk cId="0" sldId="294"/>
        </pc:sldMkLst>
        <pc:spChg chg="add del mod">
          <ac:chgData name="Ionut Girbea" userId="140628fa-96ce-4361-bce7-5504303d38b3" providerId="ADAL" clId="{07D332A5-C578-714C-B97C-CD71A5874CF5}" dt="2023-11-16T07:35:35.089" v="1195"/>
          <ac:spMkLst>
            <pc:docMk/>
            <pc:sldMk cId="0" sldId="294"/>
            <ac:spMk id="3" creationId="{21379634-239E-C4C2-8C52-611AE1A10125}"/>
          </ac:spMkLst>
        </pc:spChg>
        <pc:spChg chg="mod">
          <ac:chgData name="Ionut Girbea" userId="140628fa-96ce-4361-bce7-5504303d38b3" providerId="ADAL" clId="{07D332A5-C578-714C-B97C-CD71A5874CF5}" dt="2023-11-09T08:50:50.236" v="151" actId="113"/>
          <ac:spMkLst>
            <pc:docMk/>
            <pc:sldMk cId="0" sldId="294"/>
            <ac:spMk id="4" creationId="{87DF8C54-B6BB-81A4-B4FE-63D6EB1D4DA5}"/>
          </ac:spMkLst>
        </pc:spChg>
        <pc:spChg chg="mod topLvl">
          <ac:chgData name="Ionut Girbea" userId="140628fa-96ce-4361-bce7-5504303d38b3" providerId="ADAL" clId="{07D332A5-C578-714C-B97C-CD71A5874CF5}" dt="2023-11-16T11:41:02.097" v="2663" actId="165"/>
          <ac:spMkLst>
            <pc:docMk/>
            <pc:sldMk cId="0" sldId="294"/>
            <ac:spMk id="5" creationId="{6A61FCCD-4104-D05B-ABAB-E8230017CF87}"/>
          </ac:spMkLst>
        </pc:spChg>
        <pc:spChg chg="add del">
          <ac:chgData name="Ionut Girbea" userId="140628fa-96ce-4361-bce7-5504303d38b3" providerId="ADAL" clId="{07D332A5-C578-714C-B97C-CD71A5874CF5}" dt="2023-11-16T07:35:42.671" v="1199" actId="22"/>
          <ac:spMkLst>
            <pc:docMk/>
            <pc:sldMk cId="0" sldId="294"/>
            <ac:spMk id="7" creationId="{E520F7E4-78DD-FE3E-A3CA-315764113C8E}"/>
          </ac:spMkLst>
        </pc:spChg>
        <pc:spChg chg="mod topLvl">
          <ac:chgData name="Ionut Girbea" userId="140628fa-96ce-4361-bce7-5504303d38b3" providerId="ADAL" clId="{07D332A5-C578-714C-B97C-CD71A5874CF5}" dt="2023-11-16T11:41:02.097" v="2663" actId="165"/>
          <ac:spMkLst>
            <pc:docMk/>
            <pc:sldMk cId="0" sldId="294"/>
            <ac:spMk id="8" creationId="{2FF00E85-448A-038F-B4D6-88A0362CE013}"/>
          </ac:spMkLst>
        </pc:spChg>
        <pc:spChg chg="add mod">
          <ac:chgData name="Ionut Girbea" userId="140628fa-96ce-4361-bce7-5504303d38b3" providerId="ADAL" clId="{07D332A5-C578-714C-B97C-CD71A5874CF5}" dt="2023-11-16T07:38:38.765" v="1264" actId="554"/>
          <ac:spMkLst>
            <pc:docMk/>
            <pc:sldMk cId="0" sldId="294"/>
            <ac:spMk id="9" creationId="{4032A1B8-2C72-2013-163C-B989555FF476}"/>
          </ac:spMkLst>
        </pc:spChg>
        <pc:spChg chg="mod topLvl">
          <ac:chgData name="Ionut Girbea" userId="140628fa-96ce-4361-bce7-5504303d38b3" providerId="ADAL" clId="{07D332A5-C578-714C-B97C-CD71A5874CF5}" dt="2023-11-16T11:41:02.097" v="2663" actId="165"/>
          <ac:spMkLst>
            <pc:docMk/>
            <pc:sldMk cId="0" sldId="294"/>
            <ac:spMk id="10" creationId="{55E1D4C1-3F81-8345-E139-A514BE199604}"/>
          </ac:spMkLst>
        </pc:spChg>
        <pc:spChg chg="add del mod">
          <ac:chgData name="Ionut Girbea" userId="140628fa-96ce-4361-bce7-5504303d38b3" providerId="ADAL" clId="{07D332A5-C578-714C-B97C-CD71A5874CF5}" dt="2023-11-16T07:38:44.089" v="1265" actId="21"/>
          <ac:spMkLst>
            <pc:docMk/>
            <pc:sldMk cId="0" sldId="294"/>
            <ac:spMk id="12" creationId="{95F1F91D-2E9E-F109-51E8-3B5414EFBEE3}"/>
          </ac:spMkLst>
        </pc:spChg>
        <pc:spChg chg="mod topLvl">
          <ac:chgData name="Ionut Girbea" userId="140628fa-96ce-4361-bce7-5504303d38b3" providerId="ADAL" clId="{07D332A5-C578-714C-B97C-CD71A5874CF5}" dt="2023-11-16T11:41:30.743" v="2668" actId="165"/>
          <ac:spMkLst>
            <pc:docMk/>
            <pc:sldMk cId="0" sldId="294"/>
            <ac:spMk id="20" creationId="{9BAAA9D0-4C7A-D29B-D51B-9FAAEA5048A5}"/>
          </ac:spMkLst>
        </pc:spChg>
        <pc:spChg chg="mod topLvl">
          <ac:chgData name="Ionut Girbea" userId="140628fa-96ce-4361-bce7-5504303d38b3" providerId="ADAL" clId="{07D332A5-C578-714C-B97C-CD71A5874CF5}" dt="2023-11-16T11:41:30.743" v="2668" actId="165"/>
          <ac:spMkLst>
            <pc:docMk/>
            <pc:sldMk cId="0" sldId="294"/>
            <ac:spMk id="21" creationId="{B1F40B72-4BE8-D2A1-F346-285FEB351855}"/>
          </ac:spMkLst>
        </pc:spChg>
        <pc:spChg chg="mod topLvl">
          <ac:chgData name="Ionut Girbea" userId="140628fa-96ce-4361-bce7-5504303d38b3" providerId="ADAL" clId="{07D332A5-C578-714C-B97C-CD71A5874CF5}" dt="2023-11-16T11:41:30.743" v="2668" actId="165"/>
          <ac:spMkLst>
            <pc:docMk/>
            <pc:sldMk cId="0" sldId="294"/>
            <ac:spMk id="23" creationId="{19ECA371-82D0-BFA7-8678-71055EE1351C}"/>
          </ac:spMkLst>
        </pc:spChg>
        <pc:spChg chg="add del mod">
          <ac:chgData name="Ionut Girbea" userId="140628fa-96ce-4361-bce7-5504303d38b3" providerId="ADAL" clId="{07D332A5-C578-714C-B97C-CD71A5874CF5}" dt="2023-11-16T07:35:41.595" v="1197" actId="478"/>
          <ac:spMkLst>
            <pc:docMk/>
            <pc:sldMk cId="0" sldId="294"/>
            <ac:spMk id="506" creationId="{00000000-0000-0000-0000-000000000000}"/>
          </ac:spMkLst>
        </pc:spChg>
        <pc:grpChg chg="del mod">
          <ac:chgData name="Ionut Girbea" userId="140628fa-96ce-4361-bce7-5504303d38b3" providerId="ADAL" clId="{07D332A5-C578-714C-B97C-CD71A5874CF5}" dt="2023-11-16T11:41:02.097" v="2663" actId="165"/>
          <ac:grpSpMkLst>
            <pc:docMk/>
            <pc:sldMk cId="0" sldId="294"/>
            <ac:grpSpMk id="17" creationId="{D3FE28AD-7A5A-4889-43E2-BA77D71A4064}"/>
          </ac:grpSpMkLst>
        </pc:grpChg>
        <pc:grpChg chg="del mod">
          <ac:chgData name="Ionut Girbea" userId="140628fa-96ce-4361-bce7-5504303d38b3" providerId="ADAL" clId="{07D332A5-C578-714C-B97C-CD71A5874CF5}" dt="2023-11-16T11:41:30.743" v="2668" actId="165"/>
          <ac:grpSpMkLst>
            <pc:docMk/>
            <pc:sldMk cId="0" sldId="294"/>
            <ac:grpSpMk id="18" creationId="{DAA5FCA1-0E0D-0ED2-7275-122F7A545B1C}"/>
          </ac:grpSpMkLst>
        </pc:grpChg>
        <pc:picChg chg="mod topLvl">
          <ac:chgData name="Ionut Girbea" userId="140628fa-96ce-4361-bce7-5504303d38b3" providerId="ADAL" clId="{07D332A5-C578-714C-B97C-CD71A5874CF5}" dt="2023-11-16T11:41:02.097" v="2663" actId="165"/>
          <ac:picMkLst>
            <pc:docMk/>
            <pc:sldMk cId="0" sldId="294"/>
            <ac:picMk id="11" creationId="{E5B0DBA6-7861-22BC-1A8B-9741C5DA2192}"/>
          </ac:picMkLst>
        </pc:picChg>
        <pc:picChg chg="mod topLvl">
          <ac:chgData name="Ionut Girbea" userId="140628fa-96ce-4361-bce7-5504303d38b3" providerId="ADAL" clId="{07D332A5-C578-714C-B97C-CD71A5874CF5}" dt="2023-11-16T11:41:30.743" v="2668" actId="165"/>
          <ac:picMkLst>
            <pc:docMk/>
            <pc:sldMk cId="0" sldId="294"/>
            <ac:picMk id="24" creationId="{9E2CD039-6C1A-3B05-81FB-92D2C112D840}"/>
          </ac:picMkLst>
        </pc:picChg>
      </pc:sldChg>
      <pc:sldChg chg="addSp delSp modSp mod">
        <pc:chgData name="Ionut Girbea" userId="140628fa-96ce-4361-bce7-5504303d38b3" providerId="ADAL" clId="{07D332A5-C578-714C-B97C-CD71A5874CF5}" dt="2023-11-16T11:41:44.372" v="2670"/>
        <pc:sldMkLst>
          <pc:docMk/>
          <pc:sldMk cId="0" sldId="295"/>
        </pc:sldMkLst>
        <pc:spChg chg="mod">
          <ac:chgData name="Ionut Girbea" userId="140628fa-96ce-4361-bce7-5504303d38b3" providerId="ADAL" clId="{07D332A5-C578-714C-B97C-CD71A5874CF5}" dt="2023-11-09T08:51:02.314" v="152" actId="113"/>
          <ac:spMkLst>
            <pc:docMk/>
            <pc:sldMk cId="0" sldId="295"/>
            <ac:spMk id="3" creationId="{DC9EA614-2D11-E0C9-8389-5037D28BF757}"/>
          </ac:spMkLst>
        </pc:spChg>
        <pc:spChg chg="mod topLvl">
          <ac:chgData name="Ionut Girbea" userId="140628fa-96ce-4361-bce7-5504303d38b3" providerId="ADAL" clId="{07D332A5-C578-714C-B97C-CD71A5874CF5}" dt="2023-11-16T11:41:14.274" v="2664" actId="165"/>
          <ac:spMkLst>
            <pc:docMk/>
            <pc:sldMk cId="0" sldId="295"/>
            <ac:spMk id="5" creationId="{B0796653-00BC-CB2E-0C3D-F3F17AC11350}"/>
          </ac:spMkLst>
        </pc:spChg>
        <pc:spChg chg="add mod">
          <ac:chgData name="Ionut Girbea" userId="140628fa-96ce-4361-bce7-5504303d38b3" providerId="ADAL" clId="{07D332A5-C578-714C-B97C-CD71A5874CF5}" dt="2023-11-16T07:38:51.672" v="1267" actId="554"/>
          <ac:spMkLst>
            <pc:docMk/>
            <pc:sldMk cId="0" sldId="295"/>
            <ac:spMk id="6" creationId="{7DCB3001-48B4-7B39-9600-704D08A851D7}"/>
          </ac:spMkLst>
        </pc:spChg>
        <pc:spChg chg="del mod">
          <ac:chgData name="Ionut Girbea" userId="140628fa-96ce-4361-bce7-5504303d38b3" providerId="ADAL" clId="{07D332A5-C578-714C-B97C-CD71A5874CF5}" dt="2023-11-09T08:45:35.443" v="100" actId="478"/>
          <ac:spMkLst>
            <pc:docMk/>
            <pc:sldMk cId="0" sldId="295"/>
            <ac:spMk id="6" creationId="{DB0F29B4-241B-03C2-AEB7-8EA27FDA9D02}"/>
          </ac:spMkLst>
        </pc:spChg>
        <pc:spChg chg="add del mod">
          <ac:chgData name="Ionut Girbea" userId="140628fa-96ce-4361-bce7-5504303d38b3" providerId="ADAL" clId="{07D332A5-C578-714C-B97C-CD71A5874CF5}" dt="2023-11-16T07:37:23.752" v="1216" actId="478"/>
          <ac:spMkLst>
            <pc:docMk/>
            <pc:sldMk cId="0" sldId="295"/>
            <ac:spMk id="7" creationId="{6085AE9E-756F-3418-2004-BC3203BB89F6}"/>
          </ac:spMkLst>
        </pc:spChg>
        <pc:spChg chg="add del mod">
          <ac:chgData name="Ionut Girbea" userId="140628fa-96ce-4361-bce7-5504303d38b3" providerId="ADAL" clId="{07D332A5-C578-714C-B97C-CD71A5874CF5}" dt="2023-11-16T07:38:54.064" v="1268" actId="478"/>
          <ac:spMkLst>
            <pc:docMk/>
            <pc:sldMk cId="0" sldId="295"/>
            <ac:spMk id="8" creationId="{9D85F49B-57DA-FC6E-C98D-CDA1450FD74B}"/>
          </ac:spMkLst>
        </pc:spChg>
        <pc:spChg chg="mod topLvl">
          <ac:chgData name="Ionut Girbea" userId="140628fa-96ce-4361-bce7-5504303d38b3" providerId="ADAL" clId="{07D332A5-C578-714C-B97C-CD71A5874CF5}" dt="2023-11-16T11:41:14.274" v="2664" actId="165"/>
          <ac:spMkLst>
            <pc:docMk/>
            <pc:sldMk cId="0" sldId="295"/>
            <ac:spMk id="17" creationId="{AD872ED8-B5C0-5098-D98F-038B5018F1D5}"/>
          </ac:spMkLst>
        </pc:spChg>
        <pc:spChg chg="mod topLvl">
          <ac:chgData name="Ionut Girbea" userId="140628fa-96ce-4361-bce7-5504303d38b3" providerId="ADAL" clId="{07D332A5-C578-714C-B97C-CD71A5874CF5}" dt="2023-11-16T11:41:14.274" v="2664" actId="165"/>
          <ac:spMkLst>
            <pc:docMk/>
            <pc:sldMk cId="0" sldId="295"/>
            <ac:spMk id="19" creationId="{8A359A26-5B33-C17A-6B40-FF550D178E7E}"/>
          </ac:spMkLst>
        </pc:spChg>
        <pc:spChg chg="mod topLvl">
          <ac:chgData name="Ionut Girbea" userId="140628fa-96ce-4361-bce7-5504303d38b3" providerId="ADAL" clId="{07D332A5-C578-714C-B97C-CD71A5874CF5}" dt="2023-11-16T11:41:24.288" v="2667" actId="165"/>
          <ac:spMkLst>
            <pc:docMk/>
            <pc:sldMk cId="0" sldId="295"/>
            <ac:spMk id="21" creationId="{D9136DB7-F711-E7FB-BFAD-24828716C908}"/>
          </ac:spMkLst>
        </pc:spChg>
        <pc:spChg chg="mod topLvl">
          <ac:chgData name="Ionut Girbea" userId="140628fa-96ce-4361-bce7-5504303d38b3" providerId="ADAL" clId="{07D332A5-C578-714C-B97C-CD71A5874CF5}" dt="2023-11-16T11:41:24.288" v="2667" actId="165"/>
          <ac:spMkLst>
            <pc:docMk/>
            <pc:sldMk cId="0" sldId="295"/>
            <ac:spMk id="22" creationId="{D3E84D52-9B93-636E-BB3B-72A79D5245A1}"/>
          </ac:spMkLst>
        </pc:spChg>
        <pc:spChg chg="mod topLvl">
          <ac:chgData name="Ionut Girbea" userId="140628fa-96ce-4361-bce7-5504303d38b3" providerId="ADAL" clId="{07D332A5-C578-714C-B97C-CD71A5874CF5}" dt="2023-11-16T11:41:24.288" v="2667" actId="165"/>
          <ac:spMkLst>
            <pc:docMk/>
            <pc:sldMk cId="0" sldId="295"/>
            <ac:spMk id="24" creationId="{FA20AE0D-D5C4-8E24-811E-754DB0EA84D3}"/>
          </ac:spMkLst>
        </pc:spChg>
        <pc:grpChg chg="del">
          <ac:chgData name="Ionut Girbea" userId="140628fa-96ce-4361-bce7-5504303d38b3" providerId="ADAL" clId="{07D332A5-C578-714C-B97C-CD71A5874CF5}" dt="2023-11-16T11:41:14.274" v="2664" actId="165"/>
          <ac:grpSpMkLst>
            <pc:docMk/>
            <pc:sldMk cId="0" sldId="295"/>
            <ac:grpSpMk id="4" creationId="{B4303559-0F75-D79E-08EC-E79A5192850E}"/>
          </ac:grpSpMkLst>
        </pc:grpChg>
        <pc:grpChg chg="del">
          <ac:chgData name="Ionut Girbea" userId="140628fa-96ce-4361-bce7-5504303d38b3" providerId="ADAL" clId="{07D332A5-C578-714C-B97C-CD71A5874CF5}" dt="2023-11-16T11:41:24.288" v="2667" actId="165"/>
          <ac:grpSpMkLst>
            <pc:docMk/>
            <pc:sldMk cId="0" sldId="295"/>
            <ac:grpSpMk id="20" creationId="{67DB2AB2-8EFF-87E8-D1FD-67473AA71C9C}"/>
          </ac:grpSpMkLst>
        </pc:grpChg>
        <pc:picChg chg="add mod">
          <ac:chgData name="Ionut Girbea" userId="140628fa-96ce-4361-bce7-5504303d38b3" providerId="ADAL" clId="{07D332A5-C578-714C-B97C-CD71A5874CF5}" dt="2023-11-16T11:41:18.501" v="2666"/>
          <ac:picMkLst>
            <pc:docMk/>
            <pc:sldMk cId="0" sldId="295"/>
            <ac:picMk id="9" creationId="{39356A8B-810B-07FE-84C4-F8C6E0A6F584}"/>
          </ac:picMkLst>
        </pc:picChg>
        <pc:picChg chg="add mod">
          <ac:chgData name="Ionut Girbea" userId="140628fa-96ce-4361-bce7-5504303d38b3" providerId="ADAL" clId="{07D332A5-C578-714C-B97C-CD71A5874CF5}" dt="2023-11-16T11:41:44.372" v="2670"/>
          <ac:picMkLst>
            <pc:docMk/>
            <pc:sldMk cId="0" sldId="295"/>
            <ac:picMk id="10" creationId="{09756D57-2BE9-EB47-5268-01B7EEB550EA}"/>
          </ac:picMkLst>
        </pc:picChg>
        <pc:picChg chg="del mod topLvl">
          <ac:chgData name="Ionut Girbea" userId="140628fa-96ce-4361-bce7-5504303d38b3" providerId="ADAL" clId="{07D332A5-C578-714C-B97C-CD71A5874CF5}" dt="2023-11-16T11:41:17.767" v="2665" actId="478"/>
          <ac:picMkLst>
            <pc:docMk/>
            <pc:sldMk cId="0" sldId="295"/>
            <ac:picMk id="18" creationId="{21907E98-14F2-0E81-8C76-2EA9EDD0148D}"/>
          </ac:picMkLst>
        </pc:picChg>
        <pc:picChg chg="del mod topLvl">
          <ac:chgData name="Ionut Girbea" userId="140628fa-96ce-4361-bce7-5504303d38b3" providerId="ADAL" clId="{07D332A5-C578-714C-B97C-CD71A5874CF5}" dt="2023-11-16T11:41:43.775" v="2669" actId="478"/>
          <ac:picMkLst>
            <pc:docMk/>
            <pc:sldMk cId="0" sldId="295"/>
            <ac:picMk id="23" creationId="{E3A190D9-2D73-3964-F5E9-55DF962B5C1F}"/>
          </ac:picMkLst>
        </pc:picChg>
      </pc:sldChg>
      <pc:sldChg chg="modSp mod">
        <pc:chgData name="Ionut Girbea" userId="140628fa-96ce-4361-bce7-5504303d38b3" providerId="ADAL" clId="{07D332A5-C578-714C-B97C-CD71A5874CF5}" dt="2023-11-16T07:42:39.679" v="1284" actId="20577"/>
        <pc:sldMkLst>
          <pc:docMk/>
          <pc:sldMk cId="0" sldId="296"/>
        </pc:sldMkLst>
        <pc:spChg chg="mod">
          <ac:chgData name="Ionut Girbea" userId="140628fa-96ce-4361-bce7-5504303d38b3" providerId="ADAL" clId="{07D332A5-C578-714C-B97C-CD71A5874CF5}" dt="2023-11-09T08:51:11.188" v="154" actId="113"/>
          <ac:spMkLst>
            <pc:docMk/>
            <pc:sldMk cId="0" sldId="296"/>
            <ac:spMk id="3" creationId="{4673BC14-B872-D3D3-AC9B-366EDBC4B494}"/>
          </ac:spMkLst>
        </pc:spChg>
        <pc:spChg chg="mod">
          <ac:chgData name="Ionut Girbea" userId="140628fa-96ce-4361-bce7-5504303d38b3" providerId="ADAL" clId="{07D332A5-C578-714C-B97C-CD71A5874CF5}" dt="2023-11-16T07:42:39.679" v="1284" actId="20577"/>
          <ac:spMkLst>
            <pc:docMk/>
            <pc:sldMk cId="0" sldId="296"/>
            <ac:spMk id="516" creationId="{00000000-0000-0000-0000-000000000000}"/>
          </ac:spMkLst>
        </pc:spChg>
      </pc:sldChg>
      <pc:sldChg chg="modSp mod modNotes">
        <pc:chgData name="Ionut Girbea" userId="140628fa-96ce-4361-bce7-5504303d38b3" providerId="ADAL" clId="{07D332A5-C578-714C-B97C-CD71A5874CF5}" dt="2023-11-16T07:43:00.850" v="1287" actId="255"/>
        <pc:sldMkLst>
          <pc:docMk/>
          <pc:sldMk cId="0" sldId="297"/>
        </pc:sldMkLst>
        <pc:spChg chg="mod">
          <ac:chgData name="Ionut Girbea" userId="140628fa-96ce-4361-bce7-5504303d38b3" providerId="ADAL" clId="{07D332A5-C578-714C-B97C-CD71A5874CF5}" dt="2023-11-09T08:51:15.605" v="155" actId="113"/>
          <ac:spMkLst>
            <pc:docMk/>
            <pc:sldMk cId="0" sldId="297"/>
            <ac:spMk id="3" creationId="{03D66C13-F2DC-552D-4F43-CC3BF27BEE80}"/>
          </ac:spMkLst>
        </pc:spChg>
        <pc:spChg chg="mod">
          <ac:chgData name="Ionut Girbea" userId="140628fa-96ce-4361-bce7-5504303d38b3" providerId="ADAL" clId="{07D332A5-C578-714C-B97C-CD71A5874CF5}" dt="2023-11-16T07:43:00.850" v="1287" actId="255"/>
          <ac:spMkLst>
            <pc:docMk/>
            <pc:sldMk cId="0" sldId="297"/>
            <ac:spMk id="522" creationId="{00000000-0000-0000-0000-000000000000}"/>
          </ac:spMkLst>
        </pc:spChg>
      </pc:sldChg>
      <pc:sldChg chg="modSp mod">
        <pc:chgData name="Ionut Girbea" userId="140628fa-96ce-4361-bce7-5504303d38b3" providerId="ADAL" clId="{07D332A5-C578-714C-B97C-CD71A5874CF5}" dt="2023-11-16T07:43:33.869" v="1289" actId="255"/>
        <pc:sldMkLst>
          <pc:docMk/>
          <pc:sldMk cId="0" sldId="298"/>
        </pc:sldMkLst>
        <pc:spChg chg="mod">
          <ac:chgData name="Ionut Girbea" userId="140628fa-96ce-4361-bce7-5504303d38b3" providerId="ADAL" clId="{07D332A5-C578-714C-B97C-CD71A5874CF5}" dt="2023-11-09T08:51:39.542" v="170" actId="1035"/>
          <ac:spMkLst>
            <pc:docMk/>
            <pc:sldMk cId="0" sldId="298"/>
            <ac:spMk id="3" creationId="{6B48A957-5371-7876-7B08-C7872E1D264C}"/>
          </ac:spMkLst>
        </pc:spChg>
        <pc:spChg chg="mod">
          <ac:chgData name="Ionut Girbea" userId="140628fa-96ce-4361-bce7-5504303d38b3" providerId="ADAL" clId="{07D332A5-C578-714C-B97C-CD71A5874CF5}" dt="2023-11-16T07:43:33.869" v="1289" actId="255"/>
          <ac:spMkLst>
            <pc:docMk/>
            <pc:sldMk cId="0" sldId="298"/>
            <ac:spMk id="528" creationId="{00000000-0000-0000-0000-000000000000}"/>
          </ac:spMkLst>
        </pc:spChg>
      </pc:sldChg>
      <pc:sldChg chg="modSp mod">
        <pc:chgData name="Ionut Girbea" userId="140628fa-96ce-4361-bce7-5504303d38b3" providerId="ADAL" clId="{07D332A5-C578-714C-B97C-CD71A5874CF5}" dt="2023-11-16T07:43:54.719" v="1291" actId="255"/>
        <pc:sldMkLst>
          <pc:docMk/>
          <pc:sldMk cId="0" sldId="299"/>
        </pc:sldMkLst>
        <pc:spChg chg="mod">
          <ac:chgData name="Ionut Girbea" userId="140628fa-96ce-4361-bce7-5504303d38b3" providerId="ADAL" clId="{07D332A5-C578-714C-B97C-CD71A5874CF5}" dt="2023-11-09T08:52:10.721" v="171" actId="113"/>
          <ac:spMkLst>
            <pc:docMk/>
            <pc:sldMk cId="0" sldId="299"/>
            <ac:spMk id="5" creationId="{3AB7169E-7DCD-7572-D502-56CEF4806BD2}"/>
          </ac:spMkLst>
        </pc:spChg>
        <pc:spChg chg="mod">
          <ac:chgData name="Ionut Girbea" userId="140628fa-96ce-4361-bce7-5504303d38b3" providerId="ADAL" clId="{07D332A5-C578-714C-B97C-CD71A5874CF5}" dt="2023-11-16T07:43:54.719" v="1291" actId="255"/>
          <ac:spMkLst>
            <pc:docMk/>
            <pc:sldMk cId="0" sldId="299"/>
            <ac:spMk id="8" creationId="{7FF0D069-C83B-A60E-E6CF-74652BD21881}"/>
          </ac:spMkLst>
        </pc:spChg>
      </pc:sldChg>
      <pc:sldChg chg="addSp delSp modSp mod modNotes">
        <pc:chgData name="Ionut Girbea" userId="140628fa-96ce-4361-bce7-5504303d38b3" providerId="ADAL" clId="{07D332A5-C578-714C-B97C-CD71A5874CF5}" dt="2023-11-16T07:45:51.347" v="1443" actId="1036"/>
        <pc:sldMkLst>
          <pc:docMk/>
          <pc:sldMk cId="0" sldId="300"/>
        </pc:sldMkLst>
        <pc:spChg chg="add del mod">
          <ac:chgData name="Ionut Girbea" userId="140628fa-96ce-4361-bce7-5504303d38b3" providerId="ADAL" clId="{07D332A5-C578-714C-B97C-CD71A5874CF5}" dt="2023-11-16T07:45:10.665" v="1360" actId="478"/>
          <ac:spMkLst>
            <pc:docMk/>
            <pc:sldMk cId="0" sldId="300"/>
            <ac:spMk id="2" creationId="{540D9D01-32B6-B9B8-D854-E4A0E9089DF0}"/>
          </ac:spMkLst>
        </pc:spChg>
        <pc:spChg chg="mod">
          <ac:chgData name="Ionut Girbea" userId="140628fa-96ce-4361-bce7-5504303d38b3" providerId="ADAL" clId="{07D332A5-C578-714C-B97C-CD71A5874CF5}" dt="2023-11-16T07:45:08.824" v="1359" actId="554"/>
          <ac:spMkLst>
            <pc:docMk/>
            <pc:sldMk cId="0" sldId="300"/>
            <ac:spMk id="4" creationId="{88B0F8BC-B12B-7C4E-B537-1A80261626AC}"/>
          </ac:spMkLst>
        </pc:spChg>
        <pc:spChg chg="mod">
          <ac:chgData name="Ionut Girbea" userId="140628fa-96ce-4361-bce7-5504303d38b3" providerId="ADAL" clId="{07D332A5-C578-714C-B97C-CD71A5874CF5}" dt="2023-11-16T07:44:21.614" v="1293" actId="255"/>
          <ac:spMkLst>
            <pc:docMk/>
            <pc:sldMk cId="0" sldId="300"/>
            <ac:spMk id="5" creationId="{C515F9EA-C445-945C-A39F-34BEA570CCFD}"/>
          </ac:spMkLst>
        </pc:spChg>
        <pc:spChg chg="mod">
          <ac:chgData name="Ionut Girbea" userId="140628fa-96ce-4361-bce7-5504303d38b3" providerId="ADAL" clId="{07D332A5-C578-714C-B97C-CD71A5874CF5}" dt="2023-11-16T07:44:21.614" v="1293" actId="255"/>
          <ac:spMkLst>
            <pc:docMk/>
            <pc:sldMk cId="0" sldId="300"/>
            <ac:spMk id="6" creationId="{224C61D0-B128-BC4A-AD67-18C4F94A8889}"/>
          </ac:spMkLst>
        </pc:spChg>
        <pc:spChg chg="mod">
          <ac:chgData name="Ionut Girbea" userId="140628fa-96ce-4361-bce7-5504303d38b3" providerId="ADAL" clId="{07D332A5-C578-714C-B97C-CD71A5874CF5}" dt="2023-11-09T08:52:16.075" v="172" actId="113"/>
          <ac:spMkLst>
            <pc:docMk/>
            <pc:sldMk cId="0" sldId="300"/>
            <ac:spMk id="7" creationId="{50D63211-99FC-1A11-5A79-6CB06CB3CD26}"/>
          </ac:spMkLst>
        </pc:spChg>
        <pc:spChg chg="mod">
          <ac:chgData name="Ionut Girbea" userId="140628fa-96ce-4361-bce7-5504303d38b3" providerId="ADAL" clId="{07D332A5-C578-714C-B97C-CD71A5874CF5}" dt="2023-11-16T07:45:34.391" v="1409" actId="1036"/>
          <ac:spMkLst>
            <pc:docMk/>
            <pc:sldMk cId="0" sldId="300"/>
            <ac:spMk id="540" creationId="{00000000-0000-0000-0000-000000000000}"/>
          </ac:spMkLst>
        </pc:spChg>
        <pc:spChg chg="mod">
          <ac:chgData name="Ionut Girbea" userId="140628fa-96ce-4361-bce7-5504303d38b3" providerId="ADAL" clId="{07D332A5-C578-714C-B97C-CD71A5874CF5}" dt="2023-11-16T07:45:08.824" v="1359" actId="554"/>
          <ac:spMkLst>
            <pc:docMk/>
            <pc:sldMk cId="0" sldId="300"/>
            <ac:spMk id="541" creationId="{00000000-0000-0000-0000-000000000000}"/>
          </ac:spMkLst>
        </pc:spChg>
        <pc:spChg chg="mod">
          <ac:chgData name="Ionut Girbea" userId="140628fa-96ce-4361-bce7-5504303d38b3" providerId="ADAL" clId="{07D332A5-C578-714C-B97C-CD71A5874CF5}" dt="2023-11-16T07:45:34.391" v="1409" actId="1036"/>
          <ac:spMkLst>
            <pc:docMk/>
            <pc:sldMk cId="0" sldId="300"/>
            <ac:spMk id="543" creationId="{00000000-0000-0000-0000-000000000000}"/>
          </ac:spMkLst>
        </pc:spChg>
        <pc:spChg chg="mod">
          <ac:chgData name="Ionut Girbea" userId="140628fa-96ce-4361-bce7-5504303d38b3" providerId="ADAL" clId="{07D332A5-C578-714C-B97C-CD71A5874CF5}" dt="2023-11-16T07:45:51.347" v="1443" actId="1036"/>
          <ac:spMkLst>
            <pc:docMk/>
            <pc:sldMk cId="0" sldId="300"/>
            <ac:spMk id="546" creationId="{00000000-0000-0000-0000-000000000000}"/>
          </ac:spMkLst>
        </pc:spChg>
        <pc:spChg chg="mod">
          <ac:chgData name="Ionut Girbea" userId="140628fa-96ce-4361-bce7-5504303d38b3" providerId="ADAL" clId="{07D332A5-C578-714C-B97C-CD71A5874CF5}" dt="2023-11-16T07:45:51.347" v="1443" actId="1036"/>
          <ac:spMkLst>
            <pc:docMk/>
            <pc:sldMk cId="0" sldId="300"/>
            <ac:spMk id="549" creationId="{00000000-0000-0000-0000-000000000000}"/>
          </ac:spMkLst>
        </pc:spChg>
      </pc:sldChg>
      <pc:sldChg chg="addSp delSp modSp mod modNotes">
        <pc:chgData name="Ionut Girbea" userId="140628fa-96ce-4361-bce7-5504303d38b3" providerId="ADAL" clId="{07D332A5-C578-714C-B97C-CD71A5874CF5}" dt="2023-11-16T12:39:35.529" v="3083" actId="478"/>
        <pc:sldMkLst>
          <pc:docMk/>
          <pc:sldMk cId="0" sldId="302"/>
        </pc:sldMkLst>
        <pc:spChg chg="mod">
          <ac:chgData name="Ionut Girbea" userId="140628fa-96ce-4361-bce7-5504303d38b3" providerId="ADAL" clId="{07D332A5-C578-714C-B97C-CD71A5874CF5}" dt="2023-11-09T08:52:37.291" v="174" actId="113"/>
          <ac:spMkLst>
            <pc:docMk/>
            <pc:sldMk cId="0" sldId="302"/>
            <ac:spMk id="2" creationId="{CB0DA6A9-D8CB-2FC3-E731-C51ED13B3DE7}"/>
          </ac:spMkLst>
        </pc:spChg>
        <pc:spChg chg="mod">
          <ac:chgData name="Ionut Girbea" userId="140628fa-96ce-4361-bce7-5504303d38b3" providerId="ADAL" clId="{07D332A5-C578-714C-B97C-CD71A5874CF5}" dt="2023-11-16T07:47:29.990" v="1496" actId="255"/>
          <ac:spMkLst>
            <pc:docMk/>
            <pc:sldMk cId="0" sldId="302"/>
            <ac:spMk id="578" creationId="{00000000-0000-0000-0000-000000000000}"/>
          </ac:spMkLst>
        </pc:spChg>
        <pc:spChg chg="mod">
          <ac:chgData name="Ionut Girbea" userId="140628fa-96ce-4361-bce7-5504303d38b3" providerId="ADAL" clId="{07D332A5-C578-714C-B97C-CD71A5874CF5}" dt="2023-11-16T07:47:29.990" v="1496" actId="255"/>
          <ac:spMkLst>
            <pc:docMk/>
            <pc:sldMk cId="0" sldId="302"/>
            <ac:spMk id="583" creationId="{00000000-0000-0000-0000-000000000000}"/>
          </ac:spMkLst>
        </pc:spChg>
        <pc:spChg chg="mod">
          <ac:chgData name="Ionut Girbea" userId="140628fa-96ce-4361-bce7-5504303d38b3" providerId="ADAL" clId="{07D332A5-C578-714C-B97C-CD71A5874CF5}" dt="2023-11-16T07:47:46.926" v="1518"/>
          <ac:spMkLst>
            <pc:docMk/>
            <pc:sldMk cId="0" sldId="302"/>
            <ac:spMk id="584" creationId="{00000000-0000-0000-0000-000000000000}"/>
          </ac:spMkLst>
        </pc:spChg>
        <pc:spChg chg="mod">
          <ac:chgData name="Ionut Girbea" userId="140628fa-96ce-4361-bce7-5504303d38b3" providerId="ADAL" clId="{07D332A5-C578-714C-B97C-CD71A5874CF5}" dt="2023-11-16T07:47:42.356" v="1516" actId="113"/>
          <ac:spMkLst>
            <pc:docMk/>
            <pc:sldMk cId="0" sldId="302"/>
            <ac:spMk id="585" creationId="{00000000-0000-0000-0000-000000000000}"/>
          </ac:spMkLst>
        </pc:spChg>
        <pc:picChg chg="add del mod">
          <ac:chgData name="Ionut Girbea" userId="140628fa-96ce-4361-bce7-5504303d38b3" providerId="ADAL" clId="{07D332A5-C578-714C-B97C-CD71A5874CF5}" dt="2023-11-16T12:39:35.529" v="3083" actId="478"/>
          <ac:picMkLst>
            <pc:docMk/>
            <pc:sldMk cId="0" sldId="302"/>
            <ac:picMk id="4" creationId="{97E9A089-E6B2-25BD-91B5-9040CF82CD38}"/>
          </ac:picMkLst>
        </pc:picChg>
        <pc:picChg chg="mod">
          <ac:chgData name="Ionut Girbea" userId="140628fa-96ce-4361-bce7-5504303d38b3" providerId="ADAL" clId="{07D332A5-C578-714C-B97C-CD71A5874CF5}" dt="2023-11-16T11:43:11.783" v="2672" actId="14826"/>
          <ac:picMkLst>
            <pc:docMk/>
            <pc:sldMk cId="0" sldId="302"/>
            <ac:picMk id="579" creationId="{00000000-0000-0000-0000-000000000000}"/>
          </ac:picMkLst>
        </pc:picChg>
        <pc:picChg chg="mod">
          <ac:chgData name="Ionut Girbea" userId="140628fa-96ce-4361-bce7-5504303d38b3" providerId="ADAL" clId="{07D332A5-C578-714C-B97C-CD71A5874CF5}" dt="2023-11-16T11:43:37.157" v="2673" actId="14826"/>
          <ac:picMkLst>
            <pc:docMk/>
            <pc:sldMk cId="0" sldId="302"/>
            <ac:picMk id="580" creationId="{00000000-0000-0000-0000-000000000000}"/>
          </ac:picMkLst>
        </pc:picChg>
        <pc:picChg chg="mod">
          <ac:chgData name="Ionut Girbea" userId="140628fa-96ce-4361-bce7-5504303d38b3" providerId="ADAL" clId="{07D332A5-C578-714C-B97C-CD71A5874CF5}" dt="2023-11-16T11:43:42.924" v="2674" actId="14826"/>
          <ac:picMkLst>
            <pc:docMk/>
            <pc:sldMk cId="0" sldId="302"/>
            <ac:picMk id="581" creationId="{00000000-0000-0000-0000-000000000000}"/>
          </ac:picMkLst>
        </pc:picChg>
        <pc:picChg chg="mod">
          <ac:chgData name="Ionut Girbea" userId="140628fa-96ce-4361-bce7-5504303d38b3" providerId="ADAL" clId="{07D332A5-C578-714C-B97C-CD71A5874CF5}" dt="2023-11-16T11:43:59.133" v="2675" actId="14826"/>
          <ac:picMkLst>
            <pc:docMk/>
            <pc:sldMk cId="0" sldId="302"/>
            <ac:picMk id="582" creationId="{00000000-0000-0000-0000-000000000000}"/>
          </ac:picMkLst>
        </pc:picChg>
      </pc:sldChg>
      <pc:sldChg chg="modSp mod modNotes">
        <pc:chgData name="Ionut Girbea" userId="140628fa-96ce-4361-bce7-5504303d38b3" providerId="ADAL" clId="{07D332A5-C578-714C-B97C-CD71A5874CF5}" dt="2023-11-16T07:50:52.138" v="1544" actId="14100"/>
        <pc:sldMkLst>
          <pc:docMk/>
          <pc:sldMk cId="0" sldId="303"/>
        </pc:sldMkLst>
        <pc:spChg chg="mod">
          <ac:chgData name="Ionut Girbea" userId="140628fa-96ce-4361-bce7-5504303d38b3" providerId="ADAL" clId="{07D332A5-C578-714C-B97C-CD71A5874CF5}" dt="2023-11-16T07:48:21.229" v="1519" actId="255"/>
          <ac:spMkLst>
            <pc:docMk/>
            <pc:sldMk cId="0" sldId="303"/>
            <ac:spMk id="2" creationId="{1664A0EB-3FD1-9161-2869-AE5ABBF76BDA}"/>
          </ac:spMkLst>
        </pc:spChg>
        <pc:spChg chg="mod">
          <ac:chgData name="Ionut Girbea" userId="140628fa-96ce-4361-bce7-5504303d38b3" providerId="ADAL" clId="{07D332A5-C578-714C-B97C-CD71A5874CF5}" dt="2023-11-16T07:48:21.229" v="1519" actId="255"/>
          <ac:spMkLst>
            <pc:docMk/>
            <pc:sldMk cId="0" sldId="303"/>
            <ac:spMk id="3" creationId="{4FF7007F-9F5D-382D-9925-9F1D072C7D0A}"/>
          </ac:spMkLst>
        </pc:spChg>
        <pc:spChg chg="mod">
          <ac:chgData name="Ionut Girbea" userId="140628fa-96ce-4361-bce7-5504303d38b3" providerId="ADAL" clId="{07D332A5-C578-714C-B97C-CD71A5874CF5}" dt="2023-11-16T07:48:21.229" v="1519" actId="255"/>
          <ac:spMkLst>
            <pc:docMk/>
            <pc:sldMk cId="0" sldId="303"/>
            <ac:spMk id="4" creationId="{56AB9330-2950-63F1-D543-36C32F2A14E3}"/>
          </ac:spMkLst>
        </pc:spChg>
        <pc:spChg chg="mod">
          <ac:chgData name="Ionut Girbea" userId="140628fa-96ce-4361-bce7-5504303d38b3" providerId="ADAL" clId="{07D332A5-C578-714C-B97C-CD71A5874CF5}" dt="2023-11-16T07:48:21.229" v="1519" actId="255"/>
          <ac:spMkLst>
            <pc:docMk/>
            <pc:sldMk cId="0" sldId="303"/>
            <ac:spMk id="6" creationId="{ABBA96A3-D965-E380-8AC4-CF845154FD0B}"/>
          </ac:spMkLst>
        </pc:spChg>
        <pc:spChg chg="mod">
          <ac:chgData name="Ionut Girbea" userId="140628fa-96ce-4361-bce7-5504303d38b3" providerId="ADAL" clId="{07D332A5-C578-714C-B97C-CD71A5874CF5}" dt="2023-11-16T07:48:42.240" v="1521" actId="255"/>
          <ac:spMkLst>
            <pc:docMk/>
            <pc:sldMk cId="0" sldId="303"/>
            <ac:spMk id="592" creationId="{00000000-0000-0000-0000-000000000000}"/>
          </ac:spMkLst>
        </pc:spChg>
        <pc:spChg chg="mod">
          <ac:chgData name="Ionut Girbea" userId="140628fa-96ce-4361-bce7-5504303d38b3" providerId="ADAL" clId="{07D332A5-C578-714C-B97C-CD71A5874CF5}" dt="2023-11-16T07:50:52.138" v="1544" actId="14100"/>
          <ac:spMkLst>
            <pc:docMk/>
            <pc:sldMk cId="0" sldId="303"/>
            <ac:spMk id="593" creationId="{00000000-0000-0000-0000-000000000000}"/>
          </ac:spMkLst>
        </pc:spChg>
        <pc:spChg chg="mod">
          <ac:chgData name="Ionut Girbea" userId="140628fa-96ce-4361-bce7-5504303d38b3" providerId="ADAL" clId="{07D332A5-C578-714C-B97C-CD71A5874CF5}" dt="2023-11-16T07:50:45.986" v="1543" actId="14100"/>
          <ac:spMkLst>
            <pc:docMk/>
            <pc:sldMk cId="0" sldId="303"/>
            <ac:spMk id="596" creationId="{00000000-0000-0000-0000-000000000000}"/>
          </ac:spMkLst>
        </pc:spChg>
        <pc:spChg chg="mod">
          <ac:chgData name="Ionut Girbea" userId="140628fa-96ce-4361-bce7-5504303d38b3" providerId="ADAL" clId="{07D332A5-C578-714C-B97C-CD71A5874CF5}" dt="2023-11-16T07:50:52.138" v="1544" actId="14100"/>
          <ac:spMkLst>
            <pc:docMk/>
            <pc:sldMk cId="0" sldId="303"/>
            <ac:spMk id="599" creationId="{00000000-0000-0000-0000-000000000000}"/>
          </ac:spMkLst>
        </pc:spChg>
        <pc:spChg chg="mod">
          <ac:chgData name="Ionut Girbea" userId="140628fa-96ce-4361-bce7-5504303d38b3" providerId="ADAL" clId="{07D332A5-C578-714C-B97C-CD71A5874CF5}" dt="2023-11-16T07:50:45.986" v="1543" actId="14100"/>
          <ac:spMkLst>
            <pc:docMk/>
            <pc:sldMk cId="0" sldId="303"/>
            <ac:spMk id="602" creationId="{00000000-0000-0000-0000-000000000000}"/>
          </ac:spMkLst>
        </pc:spChg>
      </pc:sldChg>
      <pc:sldChg chg="modSp mod modNotes">
        <pc:chgData name="Ionut Girbea" userId="140628fa-96ce-4361-bce7-5504303d38b3" providerId="ADAL" clId="{07D332A5-C578-714C-B97C-CD71A5874CF5}" dt="2023-11-16T11:45:02.443" v="2681" actId="14826"/>
        <pc:sldMkLst>
          <pc:docMk/>
          <pc:sldMk cId="0" sldId="304"/>
        </pc:sldMkLst>
        <pc:spChg chg="mod">
          <ac:chgData name="Ionut Girbea" userId="140628fa-96ce-4361-bce7-5504303d38b3" providerId="ADAL" clId="{07D332A5-C578-714C-B97C-CD71A5874CF5}" dt="2023-11-16T07:48:52.263" v="1522" actId="255"/>
          <ac:spMkLst>
            <pc:docMk/>
            <pc:sldMk cId="0" sldId="304"/>
            <ac:spMk id="2" creationId="{558C027B-A404-2709-2D17-EE08A6EC669A}"/>
          </ac:spMkLst>
        </pc:spChg>
        <pc:spChg chg="mod">
          <ac:chgData name="Ionut Girbea" userId="140628fa-96ce-4361-bce7-5504303d38b3" providerId="ADAL" clId="{07D332A5-C578-714C-B97C-CD71A5874CF5}" dt="2023-11-16T07:51:19.879" v="1545"/>
          <ac:spMkLst>
            <pc:docMk/>
            <pc:sldMk cId="0" sldId="304"/>
            <ac:spMk id="610" creationId="{00000000-0000-0000-0000-000000000000}"/>
          </ac:spMkLst>
        </pc:spChg>
        <pc:spChg chg="mod">
          <ac:chgData name="Ionut Girbea" userId="140628fa-96ce-4361-bce7-5504303d38b3" providerId="ADAL" clId="{07D332A5-C578-714C-B97C-CD71A5874CF5}" dt="2023-11-16T07:51:21.822" v="1546"/>
          <ac:spMkLst>
            <pc:docMk/>
            <pc:sldMk cId="0" sldId="304"/>
            <ac:spMk id="615" creationId="{00000000-0000-0000-0000-000000000000}"/>
          </ac:spMkLst>
        </pc:spChg>
        <pc:spChg chg="mod">
          <ac:chgData name="Ionut Girbea" userId="140628fa-96ce-4361-bce7-5504303d38b3" providerId="ADAL" clId="{07D332A5-C578-714C-B97C-CD71A5874CF5}" dt="2023-11-16T07:51:25.030" v="1548"/>
          <ac:spMkLst>
            <pc:docMk/>
            <pc:sldMk cId="0" sldId="304"/>
            <ac:spMk id="616" creationId="{00000000-0000-0000-0000-000000000000}"/>
          </ac:spMkLst>
        </pc:spChg>
        <pc:spChg chg="mod">
          <ac:chgData name="Ionut Girbea" userId="140628fa-96ce-4361-bce7-5504303d38b3" providerId="ADAL" clId="{07D332A5-C578-714C-B97C-CD71A5874CF5}" dt="2023-11-16T07:51:23.276" v="1547"/>
          <ac:spMkLst>
            <pc:docMk/>
            <pc:sldMk cId="0" sldId="304"/>
            <ac:spMk id="617" creationId="{00000000-0000-0000-0000-000000000000}"/>
          </ac:spMkLst>
        </pc:spChg>
        <pc:picChg chg="mod">
          <ac:chgData name="Ionut Girbea" userId="140628fa-96ce-4361-bce7-5504303d38b3" providerId="ADAL" clId="{07D332A5-C578-714C-B97C-CD71A5874CF5}" dt="2023-11-16T11:44:52.595" v="2680" actId="14826"/>
          <ac:picMkLst>
            <pc:docMk/>
            <pc:sldMk cId="0" sldId="304"/>
            <ac:picMk id="611" creationId="{00000000-0000-0000-0000-000000000000}"/>
          </ac:picMkLst>
        </pc:picChg>
        <pc:picChg chg="mod">
          <ac:chgData name="Ionut Girbea" userId="140628fa-96ce-4361-bce7-5504303d38b3" providerId="ADAL" clId="{07D332A5-C578-714C-B97C-CD71A5874CF5}" dt="2023-11-16T11:45:02.443" v="2681" actId="14826"/>
          <ac:picMkLst>
            <pc:docMk/>
            <pc:sldMk cId="0" sldId="304"/>
            <ac:picMk id="612" creationId="{00000000-0000-0000-0000-000000000000}"/>
          </ac:picMkLst>
        </pc:picChg>
        <pc:picChg chg="mod">
          <ac:chgData name="Ionut Girbea" userId="140628fa-96ce-4361-bce7-5504303d38b3" providerId="ADAL" clId="{07D332A5-C578-714C-B97C-CD71A5874CF5}" dt="2023-11-16T11:44:43.221" v="2679" actId="14826"/>
          <ac:picMkLst>
            <pc:docMk/>
            <pc:sldMk cId="0" sldId="304"/>
            <ac:picMk id="613" creationId="{00000000-0000-0000-0000-000000000000}"/>
          </ac:picMkLst>
        </pc:picChg>
        <pc:picChg chg="mod">
          <ac:chgData name="Ionut Girbea" userId="140628fa-96ce-4361-bce7-5504303d38b3" providerId="ADAL" clId="{07D332A5-C578-714C-B97C-CD71A5874CF5}" dt="2023-11-16T11:44:38.262" v="2678" actId="14826"/>
          <ac:picMkLst>
            <pc:docMk/>
            <pc:sldMk cId="0" sldId="304"/>
            <ac:picMk id="614" creationId="{00000000-0000-0000-0000-000000000000}"/>
          </ac:picMkLst>
        </pc:picChg>
      </pc:sldChg>
      <pc:sldChg chg="modSp mod modNotes">
        <pc:chgData name="Ionut Girbea" userId="140628fa-96ce-4361-bce7-5504303d38b3" providerId="ADAL" clId="{07D332A5-C578-714C-B97C-CD71A5874CF5}" dt="2023-11-16T07:52:38.094" v="1562" actId="14100"/>
        <pc:sldMkLst>
          <pc:docMk/>
          <pc:sldMk cId="0" sldId="305"/>
        </pc:sldMkLst>
        <pc:spChg chg="mod">
          <ac:chgData name="Ionut Girbea" userId="140628fa-96ce-4361-bce7-5504303d38b3" providerId="ADAL" clId="{07D332A5-C578-714C-B97C-CD71A5874CF5}" dt="2023-11-16T07:51:41.955" v="1550" actId="255"/>
          <ac:spMkLst>
            <pc:docMk/>
            <pc:sldMk cId="0" sldId="305"/>
            <ac:spMk id="2" creationId="{AC7AFF7F-1233-EA24-B724-0931CACFA46A}"/>
          </ac:spMkLst>
        </pc:spChg>
        <pc:spChg chg="mod">
          <ac:chgData name="Ionut Girbea" userId="140628fa-96ce-4361-bce7-5504303d38b3" providerId="ADAL" clId="{07D332A5-C578-714C-B97C-CD71A5874CF5}" dt="2023-11-16T07:51:41.955" v="1550" actId="255"/>
          <ac:spMkLst>
            <pc:docMk/>
            <pc:sldMk cId="0" sldId="305"/>
            <ac:spMk id="3" creationId="{F4E6C4AC-678A-0D97-CB43-670CAA92B36B}"/>
          </ac:spMkLst>
        </pc:spChg>
        <pc:spChg chg="mod">
          <ac:chgData name="Ionut Girbea" userId="140628fa-96ce-4361-bce7-5504303d38b3" providerId="ADAL" clId="{07D332A5-C578-714C-B97C-CD71A5874CF5}" dt="2023-11-16T07:51:41.955" v="1550" actId="255"/>
          <ac:spMkLst>
            <pc:docMk/>
            <pc:sldMk cId="0" sldId="305"/>
            <ac:spMk id="4" creationId="{25937F65-8F7F-E93B-161E-EE1A7B13ED24}"/>
          </ac:spMkLst>
        </pc:spChg>
        <pc:spChg chg="mod">
          <ac:chgData name="Ionut Girbea" userId="140628fa-96ce-4361-bce7-5504303d38b3" providerId="ADAL" clId="{07D332A5-C578-714C-B97C-CD71A5874CF5}" dt="2023-11-16T07:51:41.955" v="1550" actId="255"/>
          <ac:spMkLst>
            <pc:docMk/>
            <pc:sldMk cId="0" sldId="305"/>
            <ac:spMk id="5" creationId="{2F015008-9B8F-A234-B7A6-134B3559E52A}"/>
          </ac:spMkLst>
        </pc:spChg>
        <pc:spChg chg="mod">
          <ac:chgData name="Ionut Girbea" userId="140628fa-96ce-4361-bce7-5504303d38b3" providerId="ADAL" clId="{07D332A5-C578-714C-B97C-CD71A5874CF5}" dt="2023-11-16T07:52:38.094" v="1562" actId="14100"/>
          <ac:spMkLst>
            <pc:docMk/>
            <pc:sldMk cId="0" sldId="305"/>
            <ac:spMk id="624" creationId="{00000000-0000-0000-0000-000000000000}"/>
          </ac:spMkLst>
        </pc:spChg>
        <pc:spChg chg="mod">
          <ac:chgData name="Ionut Girbea" userId="140628fa-96ce-4361-bce7-5504303d38b3" providerId="ADAL" clId="{07D332A5-C578-714C-B97C-CD71A5874CF5}" dt="2023-11-16T07:52:38.094" v="1562" actId="14100"/>
          <ac:spMkLst>
            <pc:docMk/>
            <pc:sldMk cId="0" sldId="305"/>
            <ac:spMk id="627" creationId="{00000000-0000-0000-0000-000000000000}"/>
          </ac:spMkLst>
        </pc:spChg>
        <pc:spChg chg="mod">
          <ac:chgData name="Ionut Girbea" userId="140628fa-96ce-4361-bce7-5504303d38b3" providerId="ADAL" clId="{07D332A5-C578-714C-B97C-CD71A5874CF5}" dt="2023-11-16T07:52:38.094" v="1562" actId="14100"/>
          <ac:spMkLst>
            <pc:docMk/>
            <pc:sldMk cId="0" sldId="305"/>
            <ac:spMk id="630" creationId="{00000000-0000-0000-0000-000000000000}"/>
          </ac:spMkLst>
        </pc:spChg>
        <pc:spChg chg="mod">
          <ac:chgData name="Ionut Girbea" userId="140628fa-96ce-4361-bce7-5504303d38b3" providerId="ADAL" clId="{07D332A5-C578-714C-B97C-CD71A5874CF5}" dt="2023-11-16T07:52:38.094" v="1562" actId="14100"/>
          <ac:spMkLst>
            <pc:docMk/>
            <pc:sldMk cId="0" sldId="305"/>
            <ac:spMk id="633" creationId="{00000000-0000-0000-0000-000000000000}"/>
          </ac:spMkLst>
        </pc:spChg>
      </pc:sldChg>
      <pc:sldChg chg="modSp mod modNotes">
        <pc:chgData name="Ionut Girbea" userId="140628fa-96ce-4361-bce7-5504303d38b3" providerId="ADAL" clId="{07D332A5-C578-714C-B97C-CD71A5874CF5}" dt="2023-11-16T11:46:02.959" v="2685" actId="14826"/>
        <pc:sldMkLst>
          <pc:docMk/>
          <pc:sldMk cId="0" sldId="306"/>
        </pc:sldMkLst>
        <pc:spChg chg="mod">
          <ac:chgData name="Ionut Girbea" userId="140628fa-96ce-4361-bce7-5504303d38b3" providerId="ADAL" clId="{07D332A5-C578-714C-B97C-CD71A5874CF5}" dt="2023-11-16T07:53:22.977" v="1570" actId="14100"/>
          <ac:spMkLst>
            <pc:docMk/>
            <pc:sldMk cId="0" sldId="306"/>
            <ac:spMk id="641" creationId="{00000000-0000-0000-0000-000000000000}"/>
          </ac:spMkLst>
        </pc:spChg>
        <pc:spChg chg="mod">
          <ac:chgData name="Ionut Girbea" userId="140628fa-96ce-4361-bce7-5504303d38b3" providerId="ADAL" clId="{07D332A5-C578-714C-B97C-CD71A5874CF5}" dt="2023-11-16T07:53:27.481" v="1571" actId="14100"/>
          <ac:spMkLst>
            <pc:docMk/>
            <pc:sldMk cId="0" sldId="306"/>
            <ac:spMk id="646" creationId="{00000000-0000-0000-0000-000000000000}"/>
          </ac:spMkLst>
        </pc:spChg>
        <pc:spChg chg="mod">
          <ac:chgData name="Ionut Girbea" userId="140628fa-96ce-4361-bce7-5504303d38b3" providerId="ADAL" clId="{07D332A5-C578-714C-B97C-CD71A5874CF5}" dt="2023-11-16T07:53:32.047" v="1572" actId="14100"/>
          <ac:spMkLst>
            <pc:docMk/>
            <pc:sldMk cId="0" sldId="306"/>
            <ac:spMk id="647" creationId="{00000000-0000-0000-0000-000000000000}"/>
          </ac:spMkLst>
        </pc:spChg>
        <pc:spChg chg="mod">
          <ac:chgData name="Ionut Girbea" userId="140628fa-96ce-4361-bce7-5504303d38b3" providerId="ADAL" clId="{07D332A5-C578-714C-B97C-CD71A5874CF5}" dt="2023-11-16T07:53:32.047" v="1572" actId="14100"/>
          <ac:spMkLst>
            <pc:docMk/>
            <pc:sldMk cId="0" sldId="306"/>
            <ac:spMk id="648" creationId="{00000000-0000-0000-0000-000000000000}"/>
          </ac:spMkLst>
        </pc:spChg>
        <pc:picChg chg="mod">
          <ac:chgData name="Ionut Girbea" userId="140628fa-96ce-4361-bce7-5504303d38b3" providerId="ADAL" clId="{07D332A5-C578-714C-B97C-CD71A5874CF5}" dt="2023-11-16T11:45:20.217" v="2682" actId="14826"/>
          <ac:picMkLst>
            <pc:docMk/>
            <pc:sldMk cId="0" sldId="306"/>
            <ac:picMk id="642" creationId="{00000000-0000-0000-0000-000000000000}"/>
          </ac:picMkLst>
        </pc:picChg>
        <pc:picChg chg="mod">
          <ac:chgData name="Ionut Girbea" userId="140628fa-96ce-4361-bce7-5504303d38b3" providerId="ADAL" clId="{07D332A5-C578-714C-B97C-CD71A5874CF5}" dt="2023-11-16T11:45:43.166" v="2683" actId="14826"/>
          <ac:picMkLst>
            <pc:docMk/>
            <pc:sldMk cId="0" sldId="306"/>
            <ac:picMk id="643" creationId="{00000000-0000-0000-0000-000000000000}"/>
          </ac:picMkLst>
        </pc:picChg>
        <pc:picChg chg="mod">
          <ac:chgData name="Ionut Girbea" userId="140628fa-96ce-4361-bce7-5504303d38b3" providerId="ADAL" clId="{07D332A5-C578-714C-B97C-CD71A5874CF5}" dt="2023-11-16T11:45:50.185" v="2684" actId="14826"/>
          <ac:picMkLst>
            <pc:docMk/>
            <pc:sldMk cId="0" sldId="306"/>
            <ac:picMk id="644" creationId="{00000000-0000-0000-0000-000000000000}"/>
          </ac:picMkLst>
        </pc:picChg>
        <pc:picChg chg="mod">
          <ac:chgData name="Ionut Girbea" userId="140628fa-96ce-4361-bce7-5504303d38b3" providerId="ADAL" clId="{07D332A5-C578-714C-B97C-CD71A5874CF5}" dt="2023-11-16T11:46:02.959" v="2685" actId="14826"/>
          <ac:picMkLst>
            <pc:docMk/>
            <pc:sldMk cId="0" sldId="306"/>
            <ac:picMk id="645" creationId="{00000000-0000-0000-0000-000000000000}"/>
          </ac:picMkLst>
        </pc:picChg>
      </pc:sldChg>
      <pc:sldChg chg="addSp delSp modSp mod modNotes">
        <pc:chgData name="Ionut Girbea" userId="140628fa-96ce-4361-bce7-5504303d38b3" providerId="ADAL" clId="{07D332A5-C578-714C-B97C-CD71A5874CF5}" dt="2023-11-16T11:57:20.243" v="2753"/>
        <pc:sldMkLst>
          <pc:docMk/>
          <pc:sldMk cId="0" sldId="307"/>
        </pc:sldMkLst>
        <pc:spChg chg="mod">
          <ac:chgData name="Ionut Girbea" userId="140628fa-96ce-4361-bce7-5504303d38b3" providerId="ADAL" clId="{07D332A5-C578-714C-B97C-CD71A5874CF5}" dt="2023-11-16T07:53:52.189" v="1573" actId="255"/>
          <ac:spMkLst>
            <pc:docMk/>
            <pc:sldMk cId="0" sldId="307"/>
            <ac:spMk id="2" creationId="{71A0B6DC-59D7-B18A-13B9-2BAC3837EB2B}"/>
          </ac:spMkLst>
        </pc:spChg>
        <pc:spChg chg="mod">
          <ac:chgData name="Ionut Girbea" userId="140628fa-96ce-4361-bce7-5504303d38b3" providerId="ADAL" clId="{07D332A5-C578-714C-B97C-CD71A5874CF5}" dt="2023-11-09T08:53:46.346" v="180" actId="113"/>
          <ac:spMkLst>
            <pc:docMk/>
            <pc:sldMk cId="0" sldId="307"/>
            <ac:spMk id="3" creationId="{FF02599B-90DC-0675-F2C8-64EB3538A556}"/>
          </ac:spMkLst>
        </pc:spChg>
        <pc:spChg chg="mod">
          <ac:chgData name="Ionut Girbea" userId="140628fa-96ce-4361-bce7-5504303d38b3" providerId="ADAL" clId="{07D332A5-C578-714C-B97C-CD71A5874CF5}" dt="2023-11-16T11:57:05.951" v="2751" actId="403"/>
          <ac:spMkLst>
            <pc:docMk/>
            <pc:sldMk cId="0" sldId="307"/>
            <ac:spMk id="4" creationId="{D1C86EAB-E580-78F1-2548-BEC7768E93F6}"/>
          </ac:spMkLst>
        </pc:spChg>
        <pc:spChg chg="add del mod">
          <ac:chgData name="Ionut Girbea" userId="140628fa-96ce-4361-bce7-5504303d38b3" providerId="ADAL" clId="{07D332A5-C578-714C-B97C-CD71A5874CF5}" dt="2023-11-16T11:57:20.243" v="2753"/>
          <ac:spMkLst>
            <pc:docMk/>
            <pc:sldMk cId="0" sldId="307"/>
            <ac:spMk id="5" creationId="{15BFBDA0-0B72-A40B-71CD-B10CB9123E19}"/>
          </ac:spMkLst>
        </pc:spChg>
        <pc:spChg chg="mod">
          <ac:chgData name="Ionut Girbea" userId="140628fa-96ce-4361-bce7-5504303d38b3" providerId="ADAL" clId="{07D332A5-C578-714C-B97C-CD71A5874CF5}" dt="2023-11-16T11:57:05.951" v="2751" actId="403"/>
          <ac:spMkLst>
            <pc:docMk/>
            <pc:sldMk cId="0" sldId="307"/>
            <ac:spMk id="6" creationId="{9BA82BC7-44E1-2688-2C0F-8DA2075EAD4D}"/>
          </ac:spMkLst>
        </pc:spChg>
        <pc:spChg chg="mod">
          <ac:chgData name="Ionut Girbea" userId="140628fa-96ce-4361-bce7-5504303d38b3" providerId="ADAL" clId="{07D332A5-C578-714C-B97C-CD71A5874CF5}" dt="2023-11-16T11:57:05.951" v="2751" actId="403"/>
          <ac:spMkLst>
            <pc:docMk/>
            <pc:sldMk cId="0" sldId="307"/>
            <ac:spMk id="7" creationId="{1048F441-2124-FA8B-2D4A-E69CFE32E10F}"/>
          </ac:spMkLst>
        </pc:spChg>
        <pc:spChg chg="mod">
          <ac:chgData name="Ionut Girbea" userId="140628fa-96ce-4361-bce7-5504303d38b3" providerId="ADAL" clId="{07D332A5-C578-714C-B97C-CD71A5874CF5}" dt="2023-11-16T11:56:46.174" v="2750" actId="403"/>
          <ac:spMkLst>
            <pc:docMk/>
            <pc:sldMk cId="0" sldId="307"/>
            <ac:spMk id="11" creationId="{CEA2AA83-8231-F723-CCF4-ADFB85FDA2AA}"/>
          </ac:spMkLst>
        </pc:spChg>
        <pc:spChg chg="mod">
          <ac:chgData name="Ionut Girbea" userId="140628fa-96ce-4361-bce7-5504303d38b3" providerId="ADAL" clId="{07D332A5-C578-714C-B97C-CD71A5874CF5}" dt="2023-11-16T11:56:46.174" v="2750" actId="403"/>
          <ac:spMkLst>
            <pc:docMk/>
            <pc:sldMk cId="0" sldId="307"/>
            <ac:spMk id="12" creationId="{5C2473F9-4ACA-BD92-B869-349A1D4D27B6}"/>
          </ac:spMkLst>
        </pc:spChg>
        <pc:spChg chg="mod">
          <ac:chgData name="Ionut Girbea" userId="140628fa-96ce-4361-bce7-5504303d38b3" providerId="ADAL" clId="{07D332A5-C578-714C-B97C-CD71A5874CF5}" dt="2023-11-16T11:56:46.174" v="2750" actId="403"/>
          <ac:spMkLst>
            <pc:docMk/>
            <pc:sldMk cId="0" sldId="307"/>
            <ac:spMk id="13" creationId="{66A961B1-AB0C-B598-4843-18BF6EBC712B}"/>
          </ac:spMkLst>
        </pc:spChg>
        <pc:spChg chg="mod">
          <ac:chgData name="Ionut Girbea" userId="140628fa-96ce-4361-bce7-5504303d38b3" providerId="ADAL" clId="{07D332A5-C578-714C-B97C-CD71A5874CF5}" dt="2023-11-16T11:57:05.951" v="2751" actId="403"/>
          <ac:spMkLst>
            <pc:docMk/>
            <pc:sldMk cId="0" sldId="307"/>
            <ac:spMk id="14" creationId="{6A773355-F427-5C75-CE19-A438806AE365}"/>
          </ac:spMkLst>
        </pc:spChg>
        <pc:spChg chg="mod">
          <ac:chgData name="Ionut Girbea" userId="140628fa-96ce-4361-bce7-5504303d38b3" providerId="ADAL" clId="{07D332A5-C578-714C-B97C-CD71A5874CF5}" dt="2023-11-16T11:57:05.951" v="2751" actId="403"/>
          <ac:spMkLst>
            <pc:docMk/>
            <pc:sldMk cId="0" sldId="307"/>
            <ac:spMk id="15" creationId="{3ED4BFF5-7F40-1EA9-9ADE-4F9F54098CE5}"/>
          </ac:spMkLst>
        </pc:spChg>
        <pc:spChg chg="mod">
          <ac:chgData name="Ionut Girbea" userId="140628fa-96ce-4361-bce7-5504303d38b3" providerId="ADAL" clId="{07D332A5-C578-714C-B97C-CD71A5874CF5}" dt="2023-11-16T11:57:05.951" v="2751" actId="403"/>
          <ac:spMkLst>
            <pc:docMk/>
            <pc:sldMk cId="0" sldId="307"/>
            <ac:spMk id="16" creationId="{1B7488A4-EA9A-4473-5F4D-6ECAFB3A3DD3}"/>
          </ac:spMkLst>
        </pc:spChg>
        <pc:spChg chg="mod">
          <ac:chgData name="Ionut Girbea" userId="140628fa-96ce-4361-bce7-5504303d38b3" providerId="ADAL" clId="{07D332A5-C578-714C-B97C-CD71A5874CF5}" dt="2023-11-16T11:56:46.174" v="2750" actId="403"/>
          <ac:spMkLst>
            <pc:docMk/>
            <pc:sldMk cId="0" sldId="307"/>
            <ac:spMk id="17" creationId="{D4C409E5-E115-2C85-563A-D9AB60CE249C}"/>
          </ac:spMkLst>
        </pc:spChg>
        <pc:spChg chg="mod">
          <ac:chgData name="Ionut Girbea" userId="140628fa-96ce-4361-bce7-5504303d38b3" providerId="ADAL" clId="{07D332A5-C578-714C-B97C-CD71A5874CF5}" dt="2023-11-16T11:56:46.174" v="2750" actId="403"/>
          <ac:spMkLst>
            <pc:docMk/>
            <pc:sldMk cId="0" sldId="307"/>
            <ac:spMk id="18" creationId="{FAAC47E8-7C07-E881-F2B6-391F4C4F5493}"/>
          </ac:spMkLst>
        </pc:spChg>
        <pc:spChg chg="mod">
          <ac:chgData name="Ionut Girbea" userId="140628fa-96ce-4361-bce7-5504303d38b3" providerId="ADAL" clId="{07D332A5-C578-714C-B97C-CD71A5874CF5}" dt="2023-11-16T11:56:46.174" v="2750" actId="403"/>
          <ac:spMkLst>
            <pc:docMk/>
            <pc:sldMk cId="0" sldId="307"/>
            <ac:spMk id="19" creationId="{03F8C14A-5ECA-F823-1981-32CF0378EF32}"/>
          </ac:spMkLst>
        </pc:spChg>
        <pc:spChg chg="mod">
          <ac:chgData name="Ionut Girbea" userId="140628fa-96ce-4361-bce7-5504303d38b3" providerId="ADAL" clId="{07D332A5-C578-714C-B97C-CD71A5874CF5}" dt="2023-11-16T11:57:05.951" v="2751" actId="403"/>
          <ac:spMkLst>
            <pc:docMk/>
            <pc:sldMk cId="0" sldId="307"/>
            <ac:spMk id="20" creationId="{BDE0417D-FB71-395A-3507-9D60B6CA0858}"/>
          </ac:spMkLst>
        </pc:spChg>
        <pc:spChg chg="mod">
          <ac:chgData name="Ionut Girbea" userId="140628fa-96ce-4361-bce7-5504303d38b3" providerId="ADAL" clId="{07D332A5-C578-714C-B97C-CD71A5874CF5}" dt="2023-11-16T11:57:05.951" v="2751" actId="403"/>
          <ac:spMkLst>
            <pc:docMk/>
            <pc:sldMk cId="0" sldId="307"/>
            <ac:spMk id="21" creationId="{83A964AF-1D44-C126-1921-03644FB134C6}"/>
          </ac:spMkLst>
        </pc:spChg>
        <pc:spChg chg="mod">
          <ac:chgData name="Ionut Girbea" userId="140628fa-96ce-4361-bce7-5504303d38b3" providerId="ADAL" clId="{07D332A5-C578-714C-B97C-CD71A5874CF5}" dt="2023-11-16T11:57:05.951" v="2751" actId="403"/>
          <ac:spMkLst>
            <pc:docMk/>
            <pc:sldMk cId="0" sldId="307"/>
            <ac:spMk id="22" creationId="{16D0ADC4-5B8F-4CC6-F2DE-1BE1D443F62E}"/>
          </ac:spMkLst>
        </pc:spChg>
        <pc:spChg chg="mod">
          <ac:chgData name="Ionut Girbea" userId="140628fa-96ce-4361-bce7-5504303d38b3" providerId="ADAL" clId="{07D332A5-C578-714C-B97C-CD71A5874CF5}" dt="2023-11-16T11:56:46.174" v="2750" actId="403"/>
          <ac:spMkLst>
            <pc:docMk/>
            <pc:sldMk cId="0" sldId="307"/>
            <ac:spMk id="655" creationId="{00000000-0000-0000-0000-000000000000}"/>
          </ac:spMkLst>
        </pc:spChg>
        <pc:spChg chg="mod">
          <ac:chgData name="Ionut Girbea" userId="140628fa-96ce-4361-bce7-5504303d38b3" providerId="ADAL" clId="{07D332A5-C578-714C-B97C-CD71A5874CF5}" dt="2023-11-16T11:56:46.174" v="2750" actId="403"/>
          <ac:spMkLst>
            <pc:docMk/>
            <pc:sldMk cId="0" sldId="307"/>
            <ac:spMk id="658" creationId="{00000000-0000-0000-0000-000000000000}"/>
          </ac:spMkLst>
        </pc:spChg>
        <pc:spChg chg="mod">
          <ac:chgData name="Ionut Girbea" userId="140628fa-96ce-4361-bce7-5504303d38b3" providerId="ADAL" clId="{07D332A5-C578-714C-B97C-CD71A5874CF5}" dt="2023-11-16T11:56:46.174" v="2750" actId="403"/>
          <ac:spMkLst>
            <pc:docMk/>
            <pc:sldMk cId="0" sldId="307"/>
            <ac:spMk id="661" creationId="{00000000-0000-0000-0000-000000000000}"/>
          </ac:spMkLst>
        </pc:spChg>
      </pc:sldChg>
      <pc:sldChg chg="modSp mod modNotes">
        <pc:chgData name="Ionut Girbea" userId="140628fa-96ce-4361-bce7-5504303d38b3" providerId="ADAL" clId="{07D332A5-C578-714C-B97C-CD71A5874CF5}" dt="2023-11-16T11:56:31.777" v="2749" actId="1035"/>
        <pc:sldMkLst>
          <pc:docMk/>
          <pc:sldMk cId="0" sldId="308"/>
        </pc:sldMkLst>
        <pc:spChg chg="mod">
          <ac:chgData name="Ionut Girbea" userId="140628fa-96ce-4361-bce7-5504303d38b3" providerId="ADAL" clId="{07D332A5-C578-714C-B97C-CD71A5874CF5}" dt="2023-11-09T08:53:51.634" v="181" actId="113"/>
          <ac:spMkLst>
            <pc:docMk/>
            <pc:sldMk cId="0" sldId="308"/>
            <ac:spMk id="3" creationId="{DF7979B2-D854-A1E8-C333-6C2FD38D251B}"/>
          </ac:spMkLst>
        </pc:spChg>
        <pc:spChg chg="mod">
          <ac:chgData name="Ionut Girbea" userId="140628fa-96ce-4361-bce7-5504303d38b3" providerId="ADAL" clId="{07D332A5-C578-714C-B97C-CD71A5874CF5}" dt="2023-11-16T07:54:17.160" v="1574" actId="255"/>
          <ac:spMkLst>
            <pc:docMk/>
            <pc:sldMk cId="0" sldId="308"/>
            <ac:spMk id="4" creationId="{7642A647-716E-2A9A-8761-261708585CBA}"/>
          </ac:spMkLst>
        </pc:spChg>
        <pc:spChg chg="mod">
          <ac:chgData name="Ionut Girbea" userId="140628fa-96ce-4361-bce7-5504303d38b3" providerId="ADAL" clId="{07D332A5-C578-714C-B97C-CD71A5874CF5}" dt="2023-11-16T11:56:31.777" v="2749" actId="1035"/>
          <ac:spMkLst>
            <pc:docMk/>
            <pc:sldMk cId="0" sldId="308"/>
            <ac:spMk id="688"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690"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692"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694"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696"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698"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700"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702" creationId="{00000000-0000-0000-0000-000000000000}"/>
          </ac:spMkLst>
        </pc:spChg>
        <pc:spChg chg="mod">
          <ac:chgData name="Ionut Girbea" userId="140628fa-96ce-4361-bce7-5504303d38b3" providerId="ADAL" clId="{07D332A5-C578-714C-B97C-CD71A5874CF5}" dt="2023-11-16T11:56:31.777" v="2749" actId="1035"/>
          <ac:spMkLst>
            <pc:docMk/>
            <pc:sldMk cId="0" sldId="308"/>
            <ac:spMk id="704" creationId="{00000000-0000-0000-0000-000000000000}"/>
          </ac:spMkLst>
        </pc:spChg>
        <pc:picChg chg="mod">
          <ac:chgData name="Ionut Girbea" userId="140628fa-96ce-4361-bce7-5504303d38b3" providerId="ADAL" clId="{07D332A5-C578-714C-B97C-CD71A5874CF5}" dt="2023-11-16T11:46:27.172" v="2686" actId="14826"/>
          <ac:picMkLst>
            <pc:docMk/>
            <pc:sldMk cId="0" sldId="308"/>
            <ac:picMk id="689" creationId="{00000000-0000-0000-0000-000000000000}"/>
          </ac:picMkLst>
        </pc:picChg>
        <pc:picChg chg="mod">
          <ac:chgData name="Ionut Girbea" userId="140628fa-96ce-4361-bce7-5504303d38b3" providerId="ADAL" clId="{07D332A5-C578-714C-B97C-CD71A5874CF5}" dt="2023-11-16T11:46:32.708" v="2687" actId="14826"/>
          <ac:picMkLst>
            <pc:docMk/>
            <pc:sldMk cId="0" sldId="308"/>
            <ac:picMk id="691" creationId="{00000000-0000-0000-0000-000000000000}"/>
          </ac:picMkLst>
        </pc:picChg>
        <pc:picChg chg="mod">
          <ac:chgData name="Ionut Girbea" userId="140628fa-96ce-4361-bce7-5504303d38b3" providerId="ADAL" clId="{07D332A5-C578-714C-B97C-CD71A5874CF5}" dt="2023-11-16T11:46:41.386" v="2688" actId="14826"/>
          <ac:picMkLst>
            <pc:docMk/>
            <pc:sldMk cId="0" sldId="308"/>
            <ac:picMk id="693" creationId="{00000000-0000-0000-0000-000000000000}"/>
          </ac:picMkLst>
        </pc:picChg>
        <pc:picChg chg="mod">
          <ac:chgData name="Ionut Girbea" userId="140628fa-96ce-4361-bce7-5504303d38b3" providerId="ADAL" clId="{07D332A5-C578-714C-B97C-CD71A5874CF5}" dt="2023-11-16T11:46:50.760" v="2689" actId="14826"/>
          <ac:picMkLst>
            <pc:docMk/>
            <pc:sldMk cId="0" sldId="308"/>
            <ac:picMk id="695" creationId="{00000000-0000-0000-0000-000000000000}"/>
          </ac:picMkLst>
        </pc:picChg>
        <pc:picChg chg="mod">
          <ac:chgData name="Ionut Girbea" userId="140628fa-96ce-4361-bce7-5504303d38b3" providerId="ADAL" clId="{07D332A5-C578-714C-B97C-CD71A5874CF5}" dt="2023-11-16T11:46:58.581" v="2690" actId="14826"/>
          <ac:picMkLst>
            <pc:docMk/>
            <pc:sldMk cId="0" sldId="308"/>
            <ac:picMk id="697" creationId="{00000000-0000-0000-0000-000000000000}"/>
          </ac:picMkLst>
        </pc:picChg>
        <pc:picChg chg="mod">
          <ac:chgData name="Ionut Girbea" userId="140628fa-96ce-4361-bce7-5504303d38b3" providerId="ADAL" clId="{07D332A5-C578-714C-B97C-CD71A5874CF5}" dt="2023-11-16T11:47:09.120" v="2691" actId="14826"/>
          <ac:picMkLst>
            <pc:docMk/>
            <pc:sldMk cId="0" sldId="308"/>
            <ac:picMk id="699" creationId="{00000000-0000-0000-0000-000000000000}"/>
          </ac:picMkLst>
        </pc:picChg>
        <pc:picChg chg="mod">
          <ac:chgData name="Ionut Girbea" userId="140628fa-96ce-4361-bce7-5504303d38b3" providerId="ADAL" clId="{07D332A5-C578-714C-B97C-CD71A5874CF5}" dt="2023-11-16T11:47:18.312" v="2692" actId="14826"/>
          <ac:picMkLst>
            <pc:docMk/>
            <pc:sldMk cId="0" sldId="308"/>
            <ac:picMk id="701" creationId="{00000000-0000-0000-0000-000000000000}"/>
          </ac:picMkLst>
        </pc:picChg>
        <pc:picChg chg="mod">
          <ac:chgData name="Ionut Girbea" userId="140628fa-96ce-4361-bce7-5504303d38b3" providerId="ADAL" clId="{07D332A5-C578-714C-B97C-CD71A5874CF5}" dt="2023-11-16T11:49:00.874" v="2693" actId="14826"/>
          <ac:picMkLst>
            <pc:docMk/>
            <pc:sldMk cId="0" sldId="308"/>
            <ac:picMk id="703" creationId="{00000000-0000-0000-0000-000000000000}"/>
          </ac:picMkLst>
        </pc:picChg>
        <pc:picChg chg="mod">
          <ac:chgData name="Ionut Girbea" userId="140628fa-96ce-4361-bce7-5504303d38b3" providerId="ADAL" clId="{07D332A5-C578-714C-B97C-CD71A5874CF5}" dt="2023-11-16T11:49:20.166" v="2694" actId="14826"/>
          <ac:picMkLst>
            <pc:docMk/>
            <pc:sldMk cId="0" sldId="308"/>
            <ac:picMk id="705" creationId="{00000000-0000-0000-0000-000000000000}"/>
          </ac:picMkLst>
        </pc:picChg>
      </pc:sldChg>
      <pc:sldChg chg="modSp mod modNotes">
        <pc:chgData name="Ionut Girbea" userId="140628fa-96ce-4361-bce7-5504303d38b3" providerId="ADAL" clId="{07D332A5-C578-714C-B97C-CD71A5874CF5}" dt="2023-11-16T11:54:08.175" v="2729"/>
        <pc:sldMkLst>
          <pc:docMk/>
          <pc:sldMk cId="0" sldId="309"/>
        </pc:sldMkLst>
        <pc:spChg chg="mod">
          <ac:chgData name="Ionut Girbea" userId="140628fa-96ce-4361-bce7-5504303d38b3" providerId="ADAL" clId="{07D332A5-C578-714C-B97C-CD71A5874CF5}" dt="2023-11-16T07:56:31.366" v="1602" actId="255"/>
          <ac:spMkLst>
            <pc:docMk/>
            <pc:sldMk cId="0" sldId="309"/>
            <ac:spMk id="2" creationId="{F1C96FA2-3AD2-B84E-7D34-DC69A26FB7CD}"/>
          </ac:spMkLst>
        </pc:spChg>
        <pc:spChg chg="mod">
          <ac:chgData name="Ionut Girbea" userId="140628fa-96ce-4361-bce7-5504303d38b3" providerId="ADAL" clId="{07D332A5-C578-714C-B97C-CD71A5874CF5}" dt="2023-11-16T11:53:49.953" v="2723" actId="255"/>
          <ac:spMkLst>
            <pc:docMk/>
            <pc:sldMk cId="0" sldId="309"/>
            <ac:spMk id="711" creationId="{00000000-0000-0000-0000-000000000000}"/>
          </ac:spMkLst>
        </pc:spChg>
        <pc:spChg chg="mod">
          <ac:chgData name="Ionut Girbea" userId="140628fa-96ce-4361-bce7-5504303d38b3" providerId="ADAL" clId="{07D332A5-C578-714C-B97C-CD71A5874CF5}" dt="2023-11-16T11:53:55.809" v="2724"/>
          <ac:spMkLst>
            <pc:docMk/>
            <pc:sldMk cId="0" sldId="309"/>
            <ac:spMk id="714" creationId="{00000000-0000-0000-0000-000000000000}"/>
          </ac:spMkLst>
        </pc:spChg>
        <pc:spChg chg="mod">
          <ac:chgData name="Ionut Girbea" userId="140628fa-96ce-4361-bce7-5504303d38b3" providerId="ADAL" clId="{07D332A5-C578-714C-B97C-CD71A5874CF5}" dt="2023-11-16T11:53:58.446" v="2725"/>
          <ac:spMkLst>
            <pc:docMk/>
            <pc:sldMk cId="0" sldId="309"/>
            <ac:spMk id="717" creationId="{00000000-0000-0000-0000-000000000000}"/>
          </ac:spMkLst>
        </pc:spChg>
        <pc:spChg chg="mod">
          <ac:chgData name="Ionut Girbea" userId="140628fa-96ce-4361-bce7-5504303d38b3" providerId="ADAL" clId="{07D332A5-C578-714C-B97C-CD71A5874CF5}" dt="2023-11-16T11:53:49.953" v="2723" actId="255"/>
          <ac:spMkLst>
            <pc:docMk/>
            <pc:sldMk cId="0" sldId="309"/>
            <ac:spMk id="720" creationId="{00000000-0000-0000-0000-000000000000}"/>
          </ac:spMkLst>
        </pc:spChg>
        <pc:spChg chg="mod">
          <ac:chgData name="Ionut Girbea" userId="140628fa-96ce-4361-bce7-5504303d38b3" providerId="ADAL" clId="{07D332A5-C578-714C-B97C-CD71A5874CF5}" dt="2023-11-16T11:54:02.859" v="2727"/>
          <ac:spMkLst>
            <pc:docMk/>
            <pc:sldMk cId="0" sldId="309"/>
            <ac:spMk id="723" creationId="{00000000-0000-0000-0000-000000000000}"/>
          </ac:spMkLst>
        </pc:spChg>
        <pc:spChg chg="mod">
          <ac:chgData name="Ionut Girbea" userId="140628fa-96ce-4361-bce7-5504303d38b3" providerId="ADAL" clId="{07D332A5-C578-714C-B97C-CD71A5874CF5}" dt="2023-11-16T11:54:00.957" v="2726"/>
          <ac:spMkLst>
            <pc:docMk/>
            <pc:sldMk cId="0" sldId="309"/>
            <ac:spMk id="726" creationId="{00000000-0000-0000-0000-000000000000}"/>
          </ac:spMkLst>
        </pc:spChg>
        <pc:spChg chg="mod">
          <ac:chgData name="Ionut Girbea" userId="140628fa-96ce-4361-bce7-5504303d38b3" providerId="ADAL" clId="{07D332A5-C578-714C-B97C-CD71A5874CF5}" dt="2023-11-16T11:53:49.953" v="2723" actId="255"/>
          <ac:spMkLst>
            <pc:docMk/>
            <pc:sldMk cId="0" sldId="309"/>
            <ac:spMk id="729" creationId="{00000000-0000-0000-0000-000000000000}"/>
          </ac:spMkLst>
        </pc:spChg>
        <pc:spChg chg="mod">
          <ac:chgData name="Ionut Girbea" userId="140628fa-96ce-4361-bce7-5504303d38b3" providerId="ADAL" clId="{07D332A5-C578-714C-B97C-CD71A5874CF5}" dt="2023-11-16T11:54:05.852" v="2728"/>
          <ac:spMkLst>
            <pc:docMk/>
            <pc:sldMk cId="0" sldId="309"/>
            <ac:spMk id="732" creationId="{00000000-0000-0000-0000-000000000000}"/>
          </ac:spMkLst>
        </pc:spChg>
        <pc:spChg chg="mod">
          <ac:chgData name="Ionut Girbea" userId="140628fa-96ce-4361-bce7-5504303d38b3" providerId="ADAL" clId="{07D332A5-C578-714C-B97C-CD71A5874CF5}" dt="2023-11-16T11:54:08.175" v="2729"/>
          <ac:spMkLst>
            <pc:docMk/>
            <pc:sldMk cId="0" sldId="309"/>
            <ac:spMk id="735" creationId="{00000000-0000-0000-0000-000000000000}"/>
          </ac:spMkLst>
        </pc:spChg>
      </pc:sldChg>
      <pc:sldChg chg="modSp mod modNotes">
        <pc:chgData name="Ionut Girbea" userId="140628fa-96ce-4361-bce7-5504303d38b3" providerId="ADAL" clId="{07D332A5-C578-714C-B97C-CD71A5874CF5}" dt="2023-11-16T11:54:50.177" v="2738" actId="20577"/>
        <pc:sldMkLst>
          <pc:docMk/>
          <pc:sldMk cId="0" sldId="310"/>
        </pc:sldMkLst>
        <pc:spChg chg="mod">
          <ac:chgData name="Ionut Girbea" userId="140628fa-96ce-4361-bce7-5504303d38b3" providerId="ADAL" clId="{07D332A5-C578-714C-B97C-CD71A5874CF5}" dt="2023-11-16T07:56:46.046" v="1603" actId="255"/>
          <ac:spMkLst>
            <pc:docMk/>
            <pc:sldMk cId="0" sldId="310"/>
            <ac:spMk id="3" creationId="{6479A94F-3818-8C7F-4BF0-381A7AB96748}"/>
          </ac:spMkLst>
        </pc:spChg>
        <pc:spChg chg="mod">
          <ac:chgData name="Ionut Girbea" userId="140628fa-96ce-4361-bce7-5504303d38b3" providerId="ADAL" clId="{07D332A5-C578-714C-B97C-CD71A5874CF5}" dt="2023-11-16T11:54:33.116" v="2732" actId="20577"/>
          <ac:spMkLst>
            <pc:docMk/>
            <pc:sldMk cId="0" sldId="310"/>
            <ac:spMk id="745" creationId="{00000000-0000-0000-0000-000000000000}"/>
          </ac:spMkLst>
        </pc:spChg>
        <pc:spChg chg="mod">
          <ac:chgData name="Ionut Girbea" userId="140628fa-96ce-4361-bce7-5504303d38b3" providerId="ADAL" clId="{07D332A5-C578-714C-B97C-CD71A5874CF5}" dt="2023-11-16T11:54:38.630" v="2734" actId="20577"/>
          <ac:spMkLst>
            <pc:docMk/>
            <pc:sldMk cId="0" sldId="310"/>
            <ac:spMk id="748" creationId="{00000000-0000-0000-0000-000000000000}"/>
          </ac:spMkLst>
        </pc:spChg>
        <pc:spChg chg="mod">
          <ac:chgData name="Ionut Girbea" userId="140628fa-96ce-4361-bce7-5504303d38b3" providerId="ADAL" clId="{07D332A5-C578-714C-B97C-CD71A5874CF5}" dt="2023-11-16T11:54:42.095" v="2735" actId="20577"/>
          <ac:spMkLst>
            <pc:docMk/>
            <pc:sldMk cId="0" sldId="310"/>
            <ac:spMk id="751" creationId="{00000000-0000-0000-0000-000000000000}"/>
          </ac:spMkLst>
        </pc:spChg>
        <pc:spChg chg="mod">
          <ac:chgData name="Ionut Girbea" userId="140628fa-96ce-4361-bce7-5504303d38b3" providerId="ADAL" clId="{07D332A5-C578-714C-B97C-CD71A5874CF5}" dt="2023-11-16T11:54:50.177" v="2738" actId="20577"/>
          <ac:spMkLst>
            <pc:docMk/>
            <pc:sldMk cId="0" sldId="310"/>
            <ac:spMk id="754" creationId="{00000000-0000-0000-0000-000000000000}"/>
          </ac:spMkLst>
        </pc:spChg>
        <pc:spChg chg="mod">
          <ac:chgData name="Ionut Girbea" userId="140628fa-96ce-4361-bce7-5504303d38b3" providerId="ADAL" clId="{07D332A5-C578-714C-B97C-CD71A5874CF5}" dt="2023-11-16T11:54:47.494" v="2737" actId="20577"/>
          <ac:spMkLst>
            <pc:docMk/>
            <pc:sldMk cId="0" sldId="310"/>
            <ac:spMk id="757" creationId="{00000000-0000-0000-0000-000000000000}"/>
          </ac:spMkLst>
        </pc:spChg>
        <pc:spChg chg="mod">
          <ac:chgData name="Ionut Girbea" userId="140628fa-96ce-4361-bce7-5504303d38b3" providerId="ADAL" clId="{07D332A5-C578-714C-B97C-CD71A5874CF5}" dt="2023-11-16T11:54:44.826" v="2736" actId="20577"/>
          <ac:spMkLst>
            <pc:docMk/>
            <pc:sldMk cId="0" sldId="310"/>
            <ac:spMk id="760" creationId="{00000000-0000-0000-0000-000000000000}"/>
          </ac:spMkLst>
        </pc:spChg>
        <pc:picChg chg="mod">
          <ac:chgData name="Ionut Girbea" userId="140628fa-96ce-4361-bce7-5504303d38b3" providerId="ADAL" clId="{07D332A5-C578-714C-B97C-CD71A5874CF5}" dt="2023-11-16T11:49:36.492" v="2695" actId="14826"/>
          <ac:picMkLst>
            <pc:docMk/>
            <pc:sldMk cId="0" sldId="310"/>
            <ac:picMk id="746" creationId="{00000000-0000-0000-0000-000000000000}"/>
          </ac:picMkLst>
        </pc:picChg>
        <pc:picChg chg="mod">
          <ac:chgData name="Ionut Girbea" userId="140628fa-96ce-4361-bce7-5504303d38b3" providerId="ADAL" clId="{07D332A5-C578-714C-B97C-CD71A5874CF5}" dt="2023-11-16T11:49:46.242" v="2696" actId="14826"/>
          <ac:picMkLst>
            <pc:docMk/>
            <pc:sldMk cId="0" sldId="310"/>
            <ac:picMk id="749" creationId="{00000000-0000-0000-0000-000000000000}"/>
          </ac:picMkLst>
        </pc:picChg>
        <pc:picChg chg="mod">
          <ac:chgData name="Ionut Girbea" userId="140628fa-96ce-4361-bce7-5504303d38b3" providerId="ADAL" clId="{07D332A5-C578-714C-B97C-CD71A5874CF5}" dt="2023-11-16T11:49:58.328" v="2697" actId="14826"/>
          <ac:picMkLst>
            <pc:docMk/>
            <pc:sldMk cId="0" sldId="310"/>
            <ac:picMk id="752" creationId="{00000000-0000-0000-0000-000000000000}"/>
          </ac:picMkLst>
        </pc:picChg>
        <pc:picChg chg="mod">
          <ac:chgData name="Ionut Girbea" userId="140628fa-96ce-4361-bce7-5504303d38b3" providerId="ADAL" clId="{07D332A5-C578-714C-B97C-CD71A5874CF5}" dt="2023-11-16T11:50:15.850" v="2698" actId="14826"/>
          <ac:picMkLst>
            <pc:docMk/>
            <pc:sldMk cId="0" sldId="310"/>
            <ac:picMk id="755" creationId="{00000000-0000-0000-0000-000000000000}"/>
          </ac:picMkLst>
        </pc:picChg>
        <pc:picChg chg="mod">
          <ac:chgData name="Ionut Girbea" userId="140628fa-96ce-4361-bce7-5504303d38b3" providerId="ADAL" clId="{07D332A5-C578-714C-B97C-CD71A5874CF5}" dt="2023-11-16T11:50:26.616" v="2699" actId="14826"/>
          <ac:picMkLst>
            <pc:docMk/>
            <pc:sldMk cId="0" sldId="310"/>
            <ac:picMk id="758" creationId="{00000000-0000-0000-0000-000000000000}"/>
          </ac:picMkLst>
        </pc:picChg>
        <pc:picChg chg="mod">
          <ac:chgData name="Ionut Girbea" userId="140628fa-96ce-4361-bce7-5504303d38b3" providerId="ADAL" clId="{07D332A5-C578-714C-B97C-CD71A5874CF5}" dt="2023-11-16T11:50:38.544" v="2700" actId="14826"/>
          <ac:picMkLst>
            <pc:docMk/>
            <pc:sldMk cId="0" sldId="310"/>
            <ac:picMk id="761" creationId="{00000000-0000-0000-0000-000000000000}"/>
          </ac:picMkLst>
        </pc:picChg>
      </pc:sldChg>
      <pc:sldChg chg="addSp delSp modSp mod modNotes">
        <pc:chgData name="Ionut Girbea" userId="140628fa-96ce-4361-bce7-5504303d38b3" providerId="ADAL" clId="{07D332A5-C578-714C-B97C-CD71A5874CF5}" dt="2023-11-16T08:02:51.128" v="1803" actId="478"/>
        <pc:sldMkLst>
          <pc:docMk/>
          <pc:sldMk cId="0" sldId="311"/>
        </pc:sldMkLst>
        <pc:spChg chg="add del mod">
          <ac:chgData name="Ionut Girbea" userId="140628fa-96ce-4361-bce7-5504303d38b3" providerId="ADAL" clId="{07D332A5-C578-714C-B97C-CD71A5874CF5}" dt="2023-11-16T08:02:51.128" v="1803" actId="478"/>
          <ac:spMkLst>
            <pc:docMk/>
            <pc:sldMk cId="0" sldId="311"/>
            <ac:spMk id="2" creationId="{180CEE77-9F00-66FF-35CE-9EA1B92A1A3C}"/>
          </ac:spMkLst>
        </pc:spChg>
        <pc:spChg chg="mod">
          <ac:chgData name="Ionut Girbea" userId="140628fa-96ce-4361-bce7-5504303d38b3" providerId="ADAL" clId="{07D332A5-C578-714C-B97C-CD71A5874CF5}" dt="2023-11-16T08:02:42.882" v="1771" actId="1035"/>
          <ac:spMkLst>
            <pc:docMk/>
            <pc:sldMk cId="0" sldId="311"/>
            <ac:spMk id="768"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69"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71"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72"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74"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75"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77"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78"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0"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1"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3"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4"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6"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7"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89"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90"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92" creationId="{00000000-0000-0000-0000-000000000000}"/>
          </ac:spMkLst>
        </pc:spChg>
        <pc:spChg chg="mod">
          <ac:chgData name="Ionut Girbea" userId="140628fa-96ce-4361-bce7-5504303d38b3" providerId="ADAL" clId="{07D332A5-C578-714C-B97C-CD71A5874CF5}" dt="2023-11-16T08:02:42.882" v="1771" actId="1035"/>
          <ac:spMkLst>
            <pc:docMk/>
            <pc:sldMk cId="0" sldId="311"/>
            <ac:spMk id="793" creationId="{00000000-0000-0000-0000-000000000000}"/>
          </ac:spMkLst>
        </pc:spChg>
      </pc:sldChg>
      <pc:sldChg chg="addSp delSp modSp mod modNotes">
        <pc:chgData name="Ionut Girbea" userId="140628fa-96ce-4361-bce7-5504303d38b3" providerId="ADAL" clId="{07D332A5-C578-714C-B97C-CD71A5874CF5}" dt="2023-11-16T11:52:06.689" v="2713" actId="14826"/>
        <pc:sldMkLst>
          <pc:docMk/>
          <pc:sldMk cId="0" sldId="312"/>
        </pc:sldMkLst>
        <pc:spChg chg="mod">
          <ac:chgData name="Ionut Girbea" userId="140628fa-96ce-4361-bce7-5504303d38b3" providerId="ADAL" clId="{07D332A5-C578-714C-B97C-CD71A5874CF5}" dt="2023-11-16T07:59:07.830" v="1649" actId="20577"/>
          <ac:spMkLst>
            <pc:docMk/>
            <pc:sldMk cId="0" sldId="312"/>
            <ac:spMk id="800" creationId="{00000000-0000-0000-0000-000000000000}"/>
          </ac:spMkLst>
        </pc:spChg>
        <pc:spChg chg="mod">
          <ac:chgData name="Ionut Girbea" userId="140628fa-96ce-4361-bce7-5504303d38b3" providerId="ADAL" clId="{07D332A5-C578-714C-B97C-CD71A5874CF5}" dt="2023-11-16T07:59:25.760" v="1651" actId="255"/>
          <ac:spMkLst>
            <pc:docMk/>
            <pc:sldMk cId="0" sldId="312"/>
            <ac:spMk id="803" creationId="{00000000-0000-0000-0000-000000000000}"/>
          </ac:spMkLst>
        </pc:spChg>
        <pc:spChg chg="mod">
          <ac:chgData name="Ionut Girbea" userId="140628fa-96ce-4361-bce7-5504303d38b3" providerId="ADAL" clId="{07D332A5-C578-714C-B97C-CD71A5874CF5}" dt="2023-11-16T11:50:58.596" v="2705" actId="1076"/>
          <ac:spMkLst>
            <pc:docMk/>
            <pc:sldMk cId="0" sldId="312"/>
            <ac:spMk id="806" creationId="{00000000-0000-0000-0000-000000000000}"/>
          </ac:spMkLst>
        </pc:spChg>
        <pc:spChg chg="mod">
          <ac:chgData name="Ionut Girbea" userId="140628fa-96ce-4361-bce7-5504303d38b3" providerId="ADAL" clId="{07D332A5-C578-714C-B97C-CD71A5874CF5}" dt="2023-11-16T07:59:50.410" v="1657" actId="255"/>
          <ac:spMkLst>
            <pc:docMk/>
            <pc:sldMk cId="0" sldId="312"/>
            <ac:spMk id="809" creationId="{00000000-0000-0000-0000-000000000000}"/>
          </ac:spMkLst>
        </pc:spChg>
        <pc:spChg chg="mod">
          <ac:chgData name="Ionut Girbea" userId="140628fa-96ce-4361-bce7-5504303d38b3" providerId="ADAL" clId="{07D332A5-C578-714C-B97C-CD71A5874CF5}" dt="2023-11-16T07:59:54.381" v="1659" actId="255"/>
          <ac:spMkLst>
            <pc:docMk/>
            <pc:sldMk cId="0" sldId="312"/>
            <ac:spMk id="812" creationId="{00000000-0000-0000-0000-000000000000}"/>
          </ac:spMkLst>
        </pc:spChg>
        <pc:spChg chg="mod">
          <ac:chgData name="Ionut Girbea" userId="140628fa-96ce-4361-bce7-5504303d38b3" providerId="ADAL" clId="{07D332A5-C578-714C-B97C-CD71A5874CF5}" dt="2023-11-16T08:00:03.002" v="1662" actId="255"/>
          <ac:spMkLst>
            <pc:docMk/>
            <pc:sldMk cId="0" sldId="312"/>
            <ac:spMk id="815" creationId="{00000000-0000-0000-0000-000000000000}"/>
          </ac:spMkLst>
        </pc:spChg>
        <pc:picChg chg="add del mod">
          <ac:chgData name="Ionut Girbea" userId="140628fa-96ce-4361-bce7-5504303d38b3" providerId="ADAL" clId="{07D332A5-C578-714C-B97C-CD71A5874CF5}" dt="2023-11-16T11:51:06.758" v="2707" actId="478"/>
          <ac:picMkLst>
            <pc:docMk/>
            <pc:sldMk cId="0" sldId="312"/>
            <ac:picMk id="2" creationId="{31CFC2B9-5E26-F36C-CA80-573436D3C0A6}"/>
          </ac:picMkLst>
        </pc:picChg>
        <pc:picChg chg="mod">
          <ac:chgData name="Ionut Girbea" userId="140628fa-96ce-4361-bce7-5504303d38b3" providerId="ADAL" clId="{07D332A5-C578-714C-B97C-CD71A5874CF5}" dt="2023-11-16T11:51:50.771" v="2711" actId="14826"/>
          <ac:picMkLst>
            <pc:docMk/>
            <pc:sldMk cId="0" sldId="312"/>
            <ac:picMk id="801" creationId="{00000000-0000-0000-0000-000000000000}"/>
          </ac:picMkLst>
        </pc:picChg>
        <pc:picChg chg="mod">
          <ac:chgData name="Ionut Girbea" userId="140628fa-96ce-4361-bce7-5504303d38b3" providerId="ADAL" clId="{07D332A5-C578-714C-B97C-CD71A5874CF5}" dt="2023-11-16T11:51:58.373" v="2712" actId="14826"/>
          <ac:picMkLst>
            <pc:docMk/>
            <pc:sldMk cId="0" sldId="312"/>
            <ac:picMk id="804" creationId="{00000000-0000-0000-0000-000000000000}"/>
          </ac:picMkLst>
        </pc:picChg>
        <pc:picChg chg="mod">
          <ac:chgData name="Ionut Girbea" userId="140628fa-96ce-4361-bce7-5504303d38b3" providerId="ADAL" clId="{07D332A5-C578-714C-B97C-CD71A5874CF5}" dt="2023-11-16T11:52:06.689" v="2713" actId="14826"/>
          <ac:picMkLst>
            <pc:docMk/>
            <pc:sldMk cId="0" sldId="312"/>
            <ac:picMk id="807" creationId="{00000000-0000-0000-0000-000000000000}"/>
          </ac:picMkLst>
        </pc:picChg>
        <pc:picChg chg="mod">
          <ac:chgData name="Ionut Girbea" userId="140628fa-96ce-4361-bce7-5504303d38b3" providerId="ADAL" clId="{07D332A5-C578-714C-B97C-CD71A5874CF5}" dt="2023-11-16T11:51:41.674" v="2710" actId="14826"/>
          <ac:picMkLst>
            <pc:docMk/>
            <pc:sldMk cId="0" sldId="312"/>
            <ac:picMk id="810" creationId="{00000000-0000-0000-0000-000000000000}"/>
          </ac:picMkLst>
        </pc:picChg>
        <pc:picChg chg="mod">
          <ac:chgData name="Ionut Girbea" userId="140628fa-96ce-4361-bce7-5504303d38b3" providerId="ADAL" clId="{07D332A5-C578-714C-B97C-CD71A5874CF5}" dt="2023-11-16T11:51:29.273" v="2709" actId="14826"/>
          <ac:picMkLst>
            <pc:docMk/>
            <pc:sldMk cId="0" sldId="312"/>
            <ac:picMk id="813" creationId="{00000000-0000-0000-0000-000000000000}"/>
          </ac:picMkLst>
        </pc:picChg>
        <pc:picChg chg="mod">
          <ac:chgData name="Ionut Girbea" userId="140628fa-96ce-4361-bce7-5504303d38b3" providerId="ADAL" clId="{07D332A5-C578-714C-B97C-CD71A5874CF5}" dt="2023-11-16T11:51:12.927" v="2708" actId="14826"/>
          <ac:picMkLst>
            <pc:docMk/>
            <pc:sldMk cId="0" sldId="312"/>
            <ac:picMk id="816" creationId="{00000000-0000-0000-0000-000000000000}"/>
          </ac:picMkLst>
        </pc:picChg>
      </pc:sldChg>
      <pc:sldChg chg="addSp delSp modSp mod modNotes">
        <pc:chgData name="Ionut Girbea" userId="140628fa-96ce-4361-bce7-5504303d38b3" providerId="ADAL" clId="{07D332A5-C578-714C-B97C-CD71A5874CF5}" dt="2023-11-16T11:59:28.556" v="2759" actId="14826"/>
        <pc:sldMkLst>
          <pc:docMk/>
          <pc:sldMk cId="0" sldId="313"/>
        </pc:sldMkLst>
        <pc:spChg chg="mod">
          <ac:chgData name="Ionut Girbea" userId="140628fa-96ce-4361-bce7-5504303d38b3" providerId="ADAL" clId="{07D332A5-C578-714C-B97C-CD71A5874CF5}" dt="2023-11-16T11:52:35.709" v="2716" actId="403"/>
          <ac:spMkLst>
            <pc:docMk/>
            <pc:sldMk cId="0" sldId="313"/>
            <ac:spMk id="823" creationId="{00000000-0000-0000-0000-000000000000}"/>
          </ac:spMkLst>
        </pc:spChg>
        <pc:spChg chg="mod">
          <ac:chgData name="Ionut Girbea" userId="140628fa-96ce-4361-bce7-5504303d38b3" providerId="ADAL" clId="{07D332A5-C578-714C-B97C-CD71A5874CF5}" dt="2023-11-16T11:52:40.532" v="2717" actId="403"/>
          <ac:spMkLst>
            <pc:docMk/>
            <pc:sldMk cId="0" sldId="313"/>
            <ac:spMk id="826" creationId="{00000000-0000-0000-0000-000000000000}"/>
          </ac:spMkLst>
        </pc:spChg>
        <pc:spChg chg="mod">
          <ac:chgData name="Ionut Girbea" userId="140628fa-96ce-4361-bce7-5504303d38b3" providerId="ADAL" clId="{07D332A5-C578-714C-B97C-CD71A5874CF5}" dt="2023-11-16T11:52:42.900" v="2718" actId="403"/>
          <ac:spMkLst>
            <pc:docMk/>
            <pc:sldMk cId="0" sldId="313"/>
            <ac:spMk id="829" creationId="{00000000-0000-0000-0000-000000000000}"/>
          </ac:spMkLst>
        </pc:spChg>
        <pc:spChg chg="mod">
          <ac:chgData name="Ionut Girbea" userId="140628fa-96ce-4361-bce7-5504303d38b3" providerId="ADAL" clId="{07D332A5-C578-714C-B97C-CD71A5874CF5}" dt="2023-11-16T11:52:56.778" v="2719" actId="403"/>
          <ac:spMkLst>
            <pc:docMk/>
            <pc:sldMk cId="0" sldId="313"/>
            <ac:spMk id="832" creationId="{00000000-0000-0000-0000-000000000000}"/>
          </ac:spMkLst>
        </pc:spChg>
        <pc:spChg chg="mod">
          <ac:chgData name="Ionut Girbea" userId="140628fa-96ce-4361-bce7-5504303d38b3" providerId="ADAL" clId="{07D332A5-C578-714C-B97C-CD71A5874CF5}" dt="2023-11-16T11:53:04.258" v="2720" actId="403"/>
          <ac:spMkLst>
            <pc:docMk/>
            <pc:sldMk cId="0" sldId="313"/>
            <ac:spMk id="835" creationId="{00000000-0000-0000-0000-000000000000}"/>
          </ac:spMkLst>
        </pc:spChg>
        <pc:spChg chg="mod">
          <ac:chgData name="Ionut Girbea" userId="140628fa-96ce-4361-bce7-5504303d38b3" providerId="ADAL" clId="{07D332A5-C578-714C-B97C-CD71A5874CF5}" dt="2023-11-16T11:53:07.223" v="2721" actId="403"/>
          <ac:spMkLst>
            <pc:docMk/>
            <pc:sldMk cId="0" sldId="313"/>
            <ac:spMk id="838" creationId="{00000000-0000-0000-0000-000000000000}"/>
          </ac:spMkLst>
        </pc:spChg>
        <pc:spChg chg="mod">
          <ac:chgData name="Ionut Girbea" userId="140628fa-96ce-4361-bce7-5504303d38b3" providerId="ADAL" clId="{07D332A5-C578-714C-B97C-CD71A5874CF5}" dt="2023-11-16T11:53:10.679" v="2722" actId="403"/>
          <ac:spMkLst>
            <pc:docMk/>
            <pc:sldMk cId="0" sldId="313"/>
            <ac:spMk id="841" creationId="{00000000-0000-0000-0000-000000000000}"/>
          </ac:spMkLst>
        </pc:spChg>
        <pc:spChg chg="mod">
          <ac:chgData name="Ionut Girbea" userId="140628fa-96ce-4361-bce7-5504303d38b3" providerId="ADAL" clId="{07D332A5-C578-714C-B97C-CD71A5874CF5}" dt="2023-11-16T11:53:10.679" v="2722" actId="403"/>
          <ac:spMkLst>
            <pc:docMk/>
            <pc:sldMk cId="0" sldId="313"/>
            <ac:spMk id="844" creationId="{00000000-0000-0000-0000-000000000000}"/>
          </ac:spMkLst>
        </pc:spChg>
        <pc:spChg chg="mod">
          <ac:chgData name="Ionut Girbea" userId="140628fa-96ce-4361-bce7-5504303d38b3" providerId="ADAL" clId="{07D332A5-C578-714C-B97C-CD71A5874CF5}" dt="2023-11-16T11:53:10.679" v="2722" actId="403"/>
          <ac:spMkLst>
            <pc:docMk/>
            <pc:sldMk cId="0" sldId="313"/>
            <ac:spMk id="847" creationId="{00000000-0000-0000-0000-000000000000}"/>
          </ac:spMkLst>
        </pc:spChg>
        <pc:picChg chg="add mod">
          <ac:chgData name="Ionut Girbea" userId="140628fa-96ce-4361-bce7-5504303d38b3" providerId="ADAL" clId="{07D332A5-C578-714C-B97C-CD71A5874CF5}" dt="2023-11-16T11:52:25.604" v="2715"/>
          <ac:picMkLst>
            <pc:docMk/>
            <pc:sldMk cId="0" sldId="313"/>
            <ac:picMk id="2" creationId="{4F50AD10-4147-0B08-5CD5-6363F4B86A25}"/>
          </ac:picMkLst>
        </pc:picChg>
        <pc:picChg chg="add mod">
          <ac:chgData name="Ionut Girbea" userId="140628fa-96ce-4361-bce7-5504303d38b3" providerId="ADAL" clId="{07D332A5-C578-714C-B97C-CD71A5874CF5}" dt="2023-11-16T11:52:25.604" v="2715"/>
          <ac:picMkLst>
            <pc:docMk/>
            <pc:sldMk cId="0" sldId="313"/>
            <ac:picMk id="3" creationId="{AD27FADD-BA31-51D9-B148-B30EF9DCAB64}"/>
          </ac:picMkLst>
        </pc:picChg>
        <pc:picChg chg="add mod">
          <ac:chgData name="Ionut Girbea" userId="140628fa-96ce-4361-bce7-5504303d38b3" providerId="ADAL" clId="{07D332A5-C578-714C-B97C-CD71A5874CF5}" dt="2023-11-16T11:52:25.604" v="2715"/>
          <ac:picMkLst>
            <pc:docMk/>
            <pc:sldMk cId="0" sldId="313"/>
            <ac:picMk id="4" creationId="{B4CF4D58-5D2E-B8AA-17F0-845B3D977B3F}"/>
          </ac:picMkLst>
        </pc:picChg>
        <pc:picChg chg="del">
          <ac:chgData name="Ionut Girbea" userId="140628fa-96ce-4361-bce7-5504303d38b3" providerId="ADAL" clId="{07D332A5-C578-714C-B97C-CD71A5874CF5}" dt="2023-11-16T11:52:24.970" v="2714" actId="478"/>
          <ac:picMkLst>
            <pc:docMk/>
            <pc:sldMk cId="0" sldId="313"/>
            <ac:picMk id="824" creationId="{00000000-0000-0000-0000-000000000000}"/>
          </ac:picMkLst>
        </pc:picChg>
        <pc:picChg chg="del">
          <ac:chgData name="Ionut Girbea" userId="140628fa-96ce-4361-bce7-5504303d38b3" providerId="ADAL" clId="{07D332A5-C578-714C-B97C-CD71A5874CF5}" dt="2023-11-16T11:52:24.970" v="2714" actId="478"/>
          <ac:picMkLst>
            <pc:docMk/>
            <pc:sldMk cId="0" sldId="313"/>
            <ac:picMk id="827" creationId="{00000000-0000-0000-0000-000000000000}"/>
          </ac:picMkLst>
        </pc:picChg>
        <pc:picChg chg="del">
          <ac:chgData name="Ionut Girbea" userId="140628fa-96ce-4361-bce7-5504303d38b3" providerId="ADAL" clId="{07D332A5-C578-714C-B97C-CD71A5874CF5}" dt="2023-11-16T11:52:24.970" v="2714" actId="478"/>
          <ac:picMkLst>
            <pc:docMk/>
            <pc:sldMk cId="0" sldId="313"/>
            <ac:picMk id="830" creationId="{00000000-0000-0000-0000-000000000000}"/>
          </ac:picMkLst>
        </pc:picChg>
        <pc:picChg chg="mod">
          <ac:chgData name="Ionut Girbea" userId="140628fa-96ce-4361-bce7-5504303d38b3" providerId="ADAL" clId="{07D332A5-C578-714C-B97C-CD71A5874CF5}" dt="2023-11-16T11:58:29.765" v="2754" actId="14826"/>
          <ac:picMkLst>
            <pc:docMk/>
            <pc:sldMk cId="0" sldId="313"/>
            <ac:picMk id="833" creationId="{00000000-0000-0000-0000-000000000000}"/>
          </ac:picMkLst>
        </pc:picChg>
        <pc:picChg chg="mod">
          <ac:chgData name="Ionut Girbea" userId="140628fa-96ce-4361-bce7-5504303d38b3" providerId="ADAL" clId="{07D332A5-C578-714C-B97C-CD71A5874CF5}" dt="2023-11-16T11:58:40.633" v="2755" actId="14826"/>
          <ac:picMkLst>
            <pc:docMk/>
            <pc:sldMk cId="0" sldId="313"/>
            <ac:picMk id="836" creationId="{00000000-0000-0000-0000-000000000000}"/>
          </ac:picMkLst>
        </pc:picChg>
        <pc:picChg chg="mod">
          <ac:chgData name="Ionut Girbea" userId="140628fa-96ce-4361-bce7-5504303d38b3" providerId="ADAL" clId="{07D332A5-C578-714C-B97C-CD71A5874CF5}" dt="2023-11-16T11:58:51.722" v="2756" actId="14826"/>
          <ac:picMkLst>
            <pc:docMk/>
            <pc:sldMk cId="0" sldId="313"/>
            <ac:picMk id="839" creationId="{00000000-0000-0000-0000-000000000000}"/>
          </ac:picMkLst>
        </pc:picChg>
        <pc:picChg chg="mod">
          <ac:chgData name="Ionut Girbea" userId="140628fa-96ce-4361-bce7-5504303d38b3" providerId="ADAL" clId="{07D332A5-C578-714C-B97C-CD71A5874CF5}" dt="2023-11-16T11:59:07.399" v="2757" actId="14826"/>
          <ac:picMkLst>
            <pc:docMk/>
            <pc:sldMk cId="0" sldId="313"/>
            <ac:picMk id="842" creationId="{00000000-0000-0000-0000-000000000000}"/>
          </ac:picMkLst>
        </pc:picChg>
        <pc:picChg chg="mod">
          <ac:chgData name="Ionut Girbea" userId="140628fa-96ce-4361-bce7-5504303d38b3" providerId="ADAL" clId="{07D332A5-C578-714C-B97C-CD71A5874CF5}" dt="2023-11-16T11:59:14.718" v="2758" actId="14826"/>
          <ac:picMkLst>
            <pc:docMk/>
            <pc:sldMk cId="0" sldId="313"/>
            <ac:picMk id="845" creationId="{00000000-0000-0000-0000-000000000000}"/>
          </ac:picMkLst>
        </pc:picChg>
        <pc:picChg chg="mod">
          <ac:chgData name="Ionut Girbea" userId="140628fa-96ce-4361-bce7-5504303d38b3" providerId="ADAL" clId="{07D332A5-C578-714C-B97C-CD71A5874CF5}" dt="2023-11-16T11:59:28.556" v="2759" actId="14826"/>
          <ac:picMkLst>
            <pc:docMk/>
            <pc:sldMk cId="0" sldId="313"/>
            <ac:picMk id="848" creationId="{00000000-0000-0000-0000-000000000000}"/>
          </ac:picMkLst>
        </pc:picChg>
      </pc:sldChg>
      <pc:sldChg chg="modSp mod modNotes">
        <pc:chgData name="Ionut Girbea" userId="140628fa-96ce-4361-bce7-5504303d38b3" providerId="ADAL" clId="{07D332A5-C578-714C-B97C-CD71A5874CF5}" dt="2023-11-16T11:59:41.652" v="2760" actId="14826"/>
        <pc:sldMkLst>
          <pc:docMk/>
          <pc:sldMk cId="0" sldId="314"/>
        </pc:sldMkLst>
        <pc:spChg chg="mod">
          <ac:chgData name="Ionut Girbea" userId="140628fa-96ce-4361-bce7-5504303d38b3" providerId="ADAL" clId="{07D332A5-C578-714C-B97C-CD71A5874CF5}" dt="2023-11-16T08:05:01.093" v="1820" actId="255"/>
          <ac:spMkLst>
            <pc:docMk/>
            <pc:sldMk cId="0" sldId="314"/>
            <ac:spMk id="2" creationId="{8A363623-FBFA-C3D1-174A-AB0B02126281}"/>
          </ac:spMkLst>
        </pc:spChg>
        <pc:spChg chg="mod">
          <ac:chgData name="Ionut Girbea" userId="140628fa-96ce-4361-bce7-5504303d38b3" providerId="ADAL" clId="{07D332A5-C578-714C-B97C-CD71A5874CF5}" dt="2023-11-09T08:54:44.914" v="183" actId="113"/>
          <ac:spMkLst>
            <pc:docMk/>
            <pc:sldMk cId="0" sldId="314"/>
            <ac:spMk id="855" creationId="{00000000-0000-0000-0000-000000000000}"/>
          </ac:spMkLst>
        </pc:spChg>
        <pc:spChg chg="mod">
          <ac:chgData name="Ionut Girbea" userId="140628fa-96ce-4361-bce7-5504303d38b3" providerId="ADAL" clId="{07D332A5-C578-714C-B97C-CD71A5874CF5}" dt="2023-11-16T08:05:10.113" v="1821" actId="255"/>
          <ac:spMkLst>
            <pc:docMk/>
            <pc:sldMk cId="0" sldId="314"/>
            <ac:spMk id="856" creationId="{00000000-0000-0000-0000-000000000000}"/>
          </ac:spMkLst>
        </pc:spChg>
        <pc:spChg chg="mod">
          <ac:chgData name="Ionut Girbea" userId="140628fa-96ce-4361-bce7-5504303d38b3" providerId="ADAL" clId="{07D332A5-C578-714C-B97C-CD71A5874CF5}" dt="2023-11-09T08:54:57.487" v="185" actId="113"/>
          <ac:spMkLst>
            <pc:docMk/>
            <pc:sldMk cId="0" sldId="314"/>
            <ac:spMk id="859" creationId="{00000000-0000-0000-0000-000000000000}"/>
          </ac:spMkLst>
        </pc:spChg>
        <pc:spChg chg="mod">
          <ac:chgData name="Ionut Girbea" userId="140628fa-96ce-4361-bce7-5504303d38b3" providerId="ADAL" clId="{07D332A5-C578-714C-B97C-CD71A5874CF5}" dt="2023-11-16T08:05:15.618" v="1822" actId="255"/>
          <ac:spMkLst>
            <pc:docMk/>
            <pc:sldMk cId="0" sldId="314"/>
            <ac:spMk id="860" creationId="{00000000-0000-0000-0000-000000000000}"/>
          </ac:spMkLst>
        </pc:spChg>
        <pc:spChg chg="mod">
          <ac:chgData name="Ionut Girbea" userId="140628fa-96ce-4361-bce7-5504303d38b3" providerId="ADAL" clId="{07D332A5-C578-714C-B97C-CD71A5874CF5}" dt="2023-11-09T08:55:02.595" v="187" actId="2711"/>
          <ac:spMkLst>
            <pc:docMk/>
            <pc:sldMk cId="0" sldId="314"/>
            <ac:spMk id="863" creationId="{00000000-0000-0000-0000-000000000000}"/>
          </ac:spMkLst>
        </pc:spChg>
        <pc:spChg chg="mod">
          <ac:chgData name="Ionut Girbea" userId="140628fa-96ce-4361-bce7-5504303d38b3" providerId="ADAL" clId="{07D332A5-C578-714C-B97C-CD71A5874CF5}" dt="2023-11-16T08:05:19.320" v="1823" actId="255"/>
          <ac:spMkLst>
            <pc:docMk/>
            <pc:sldMk cId="0" sldId="314"/>
            <ac:spMk id="864" creationId="{00000000-0000-0000-0000-000000000000}"/>
          </ac:spMkLst>
        </pc:spChg>
        <pc:spChg chg="mod">
          <ac:chgData name="Ionut Girbea" userId="140628fa-96ce-4361-bce7-5504303d38b3" providerId="ADAL" clId="{07D332A5-C578-714C-B97C-CD71A5874CF5}" dt="2023-11-09T08:55:11.640" v="189" actId="113"/>
          <ac:spMkLst>
            <pc:docMk/>
            <pc:sldMk cId="0" sldId="314"/>
            <ac:spMk id="867" creationId="{00000000-0000-0000-0000-000000000000}"/>
          </ac:spMkLst>
        </pc:spChg>
        <pc:spChg chg="mod">
          <ac:chgData name="Ionut Girbea" userId="140628fa-96ce-4361-bce7-5504303d38b3" providerId="ADAL" clId="{07D332A5-C578-714C-B97C-CD71A5874CF5}" dt="2023-11-16T08:05:24.849" v="1824" actId="255"/>
          <ac:spMkLst>
            <pc:docMk/>
            <pc:sldMk cId="0" sldId="314"/>
            <ac:spMk id="868" creationId="{00000000-0000-0000-0000-000000000000}"/>
          </ac:spMkLst>
        </pc:spChg>
        <pc:spChg chg="mod">
          <ac:chgData name="Ionut Girbea" userId="140628fa-96ce-4361-bce7-5504303d38b3" providerId="ADAL" clId="{07D332A5-C578-714C-B97C-CD71A5874CF5}" dt="2023-11-09T08:55:16.639" v="191" actId="113"/>
          <ac:spMkLst>
            <pc:docMk/>
            <pc:sldMk cId="0" sldId="314"/>
            <ac:spMk id="871" creationId="{00000000-0000-0000-0000-000000000000}"/>
          </ac:spMkLst>
        </pc:spChg>
        <pc:spChg chg="mod">
          <ac:chgData name="Ionut Girbea" userId="140628fa-96ce-4361-bce7-5504303d38b3" providerId="ADAL" clId="{07D332A5-C578-714C-B97C-CD71A5874CF5}" dt="2023-11-16T08:05:26.913" v="1825" actId="403"/>
          <ac:spMkLst>
            <pc:docMk/>
            <pc:sldMk cId="0" sldId="314"/>
            <ac:spMk id="872" creationId="{00000000-0000-0000-0000-000000000000}"/>
          </ac:spMkLst>
        </pc:spChg>
        <pc:spChg chg="mod">
          <ac:chgData name="Ionut Girbea" userId="140628fa-96ce-4361-bce7-5504303d38b3" providerId="ADAL" clId="{07D332A5-C578-714C-B97C-CD71A5874CF5}" dt="2023-11-09T08:55:26.096" v="193" actId="113"/>
          <ac:spMkLst>
            <pc:docMk/>
            <pc:sldMk cId="0" sldId="314"/>
            <ac:spMk id="875" creationId="{00000000-0000-0000-0000-000000000000}"/>
          </ac:spMkLst>
        </pc:spChg>
        <pc:spChg chg="mod">
          <ac:chgData name="Ionut Girbea" userId="140628fa-96ce-4361-bce7-5504303d38b3" providerId="ADAL" clId="{07D332A5-C578-714C-B97C-CD71A5874CF5}" dt="2023-11-16T08:05:29.643" v="1826" actId="403"/>
          <ac:spMkLst>
            <pc:docMk/>
            <pc:sldMk cId="0" sldId="314"/>
            <ac:spMk id="876" creationId="{00000000-0000-0000-0000-000000000000}"/>
          </ac:spMkLst>
        </pc:spChg>
        <pc:spChg chg="mod">
          <ac:chgData name="Ionut Girbea" userId="140628fa-96ce-4361-bce7-5504303d38b3" providerId="ADAL" clId="{07D332A5-C578-714C-B97C-CD71A5874CF5}" dt="2023-11-09T08:55:33.704" v="195" actId="113"/>
          <ac:spMkLst>
            <pc:docMk/>
            <pc:sldMk cId="0" sldId="314"/>
            <ac:spMk id="879" creationId="{00000000-0000-0000-0000-000000000000}"/>
          </ac:spMkLst>
        </pc:spChg>
        <pc:spChg chg="mod">
          <ac:chgData name="Ionut Girbea" userId="140628fa-96ce-4361-bce7-5504303d38b3" providerId="ADAL" clId="{07D332A5-C578-714C-B97C-CD71A5874CF5}" dt="2023-11-16T08:05:32.130" v="1827" actId="403"/>
          <ac:spMkLst>
            <pc:docMk/>
            <pc:sldMk cId="0" sldId="314"/>
            <ac:spMk id="880" creationId="{00000000-0000-0000-0000-000000000000}"/>
          </ac:spMkLst>
        </pc:spChg>
        <pc:spChg chg="mod">
          <ac:chgData name="Ionut Girbea" userId="140628fa-96ce-4361-bce7-5504303d38b3" providerId="ADAL" clId="{07D332A5-C578-714C-B97C-CD71A5874CF5}" dt="2023-11-09T08:55:42.672" v="197" actId="2711"/>
          <ac:spMkLst>
            <pc:docMk/>
            <pc:sldMk cId="0" sldId="314"/>
            <ac:spMk id="883" creationId="{00000000-0000-0000-0000-000000000000}"/>
          </ac:spMkLst>
        </pc:spChg>
        <pc:spChg chg="mod">
          <ac:chgData name="Ionut Girbea" userId="140628fa-96ce-4361-bce7-5504303d38b3" providerId="ADAL" clId="{07D332A5-C578-714C-B97C-CD71A5874CF5}" dt="2023-11-16T08:05:34.600" v="1828" actId="403"/>
          <ac:spMkLst>
            <pc:docMk/>
            <pc:sldMk cId="0" sldId="314"/>
            <ac:spMk id="884" creationId="{00000000-0000-0000-0000-000000000000}"/>
          </ac:spMkLst>
        </pc:spChg>
        <pc:spChg chg="mod">
          <ac:chgData name="Ionut Girbea" userId="140628fa-96ce-4361-bce7-5504303d38b3" providerId="ADAL" clId="{07D332A5-C578-714C-B97C-CD71A5874CF5}" dt="2023-11-09T08:55:47.431" v="199" actId="113"/>
          <ac:spMkLst>
            <pc:docMk/>
            <pc:sldMk cId="0" sldId="314"/>
            <ac:spMk id="887" creationId="{00000000-0000-0000-0000-000000000000}"/>
          </ac:spMkLst>
        </pc:spChg>
        <pc:spChg chg="mod">
          <ac:chgData name="Ionut Girbea" userId="140628fa-96ce-4361-bce7-5504303d38b3" providerId="ADAL" clId="{07D332A5-C578-714C-B97C-CD71A5874CF5}" dt="2023-11-16T08:05:38.968" v="1829" actId="255"/>
          <ac:spMkLst>
            <pc:docMk/>
            <pc:sldMk cId="0" sldId="314"/>
            <ac:spMk id="888" creationId="{00000000-0000-0000-0000-000000000000}"/>
          </ac:spMkLst>
        </pc:spChg>
        <pc:picChg chg="mod">
          <ac:chgData name="Ionut Girbea" userId="140628fa-96ce-4361-bce7-5504303d38b3" providerId="ADAL" clId="{07D332A5-C578-714C-B97C-CD71A5874CF5}" dt="2023-11-16T11:59:41.652" v="2760" actId="14826"/>
          <ac:picMkLst>
            <pc:docMk/>
            <pc:sldMk cId="0" sldId="314"/>
            <ac:picMk id="3" creationId="{CEDFCAA5-0B69-67AA-4033-CB101270F3FF}"/>
          </ac:picMkLst>
        </pc:picChg>
      </pc:sldChg>
      <pc:sldChg chg="modSp mod modNotes">
        <pc:chgData name="Ionut Girbea" userId="140628fa-96ce-4361-bce7-5504303d38b3" providerId="ADAL" clId="{07D332A5-C578-714C-B97C-CD71A5874CF5}" dt="2023-11-16T08:06:30.677" v="1841" actId="403"/>
        <pc:sldMkLst>
          <pc:docMk/>
          <pc:sldMk cId="0" sldId="315"/>
        </pc:sldMkLst>
        <pc:spChg chg="mod">
          <ac:chgData name="Ionut Girbea" userId="140628fa-96ce-4361-bce7-5504303d38b3" providerId="ADAL" clId="{07D332A5-C578-714C-B97C-CD71A5874CF5}" dt="2023-11-09T08:56:08.446" v="201" actId="113"/>
          <ac:spMkLst>
            <pc:docMk/>
            <pc:sldMk cId="0" sldId="315"/>
            <ac:spMk id="899" creationId="{00000000-0000-0000-0000-000000000000}"/>
          </ac:spMkLst>
        </pc:spChg>
        <pc:spChg chg="mod">
          <ac:chgData name="Ionut Girbea" userId="140628fa-96ce-4361-bce7-5504303d38b3" providerId="ADAL" clId="{07D332A5-C578-714C-B97C-CD71A5874CF5}" dt="2023-11-16T08:05:49.063" v="1830" actId="403"/>
          <ac:spMkLst>
            <pc:docMk/>
            <pc:sldMk cId="0" sldId="315"/>
            <ac:spMk id="901" creationId="{00000000-0000-0000-0000-000000000000}"/>
          </ac:spMkLst>
        </pc:spChg>
        <pc:spChg chg="mod">
          <ac:chgData name="Ionut Girbea" userId="140628fa-96ce-4361-bce7-5504303d38b3" providerId="ADAL" clId="{07D332A5-C578-714C-B97C-CD71A5874CF5}" dt="2023-11-09T08:56:18.051" v="203" actId="113"/>
          <ac:spMkLst>
            <pc:docMk/>
            <pc:sldMk cId="0" sldId="315"/>
            <ac:spMk id="903" creationId="{00000000-0000-0000-0000-000000000000}"/>
          </ac:spMkLst>
        </pc:spChg>
        <pc:spChg chg="mod">
          <ac:chgData name="Ionut Girbea" userId="140628fa-96ce-4361-bce7-5504303d38b3" providerId="ADAL" clId="{07D332A5-C578-714C-B97C-CD71A5874CF5}" dt="2023-11-16T08:05:51.396" v="1831" actId="403"/>
          <ac:spMkLst>
            <pc:docMk/>
            <pc:sldMk cId="0" sldId="315"/>
            <ac:spMk id="905" creationId="{00000000-0000-0000-0000-000000000000}"/>
          </ac:spMkLst>
        </pc:spChg>
        <pc:spChg chg="mod">
          <ac:chgData name="Ionut Girbea" userId="140628fa-96ce-4361-bce7-5504303d38b3" providerId="ADAL" clId="{07D332A5-C578-714C-B97C-CD71A5874CF5}" dt="2023-11-09T08:56:22.626" v="205" actId="113"/>
          <ac:spMkLst>
            <pc:docMk/>
            <pc:sldMk cId="0" sldId="315"/>
            <ac:spMk id="907" creationId="{00000000-0000-0000-0000-000000000000}"/>
          </ac:spMkLst>
        </pc:spChg>
        <pc:spChg chg="mod">
          <ac:chgData name="Ionut Girbea" userId="140628fa-96ce-4361-bce7-5504303d38b3" providerId="ADAL" clId="{07D332A5-C578-714C-B97C-CD71A5874CF5}" dt="2023-11-16T08:05:53.433" v="1832" actId="403"/>
          <ac:spMkLst>
            <pc:docMk/>
            <pc:sldMk cId="0" sldId="315"/>
            <ac:spMk id="909" creationId="{00000000-0000-0000-0000-000000000000}"/>
          </ac:spMkLst>
        </pc:spChg>
        <pc:spChg chg="mod">
          <ac:chgData name="Ionut Girbea" userId="140628fa-96ce-4361-bce7-5504303d38b3" providerId="ADAL" clId="{07D332A5-C578-714C-B97C-CD71A5874CF5}" dt="2023-11-09T08:56:32.567" v="209" actId="113"/>
          <ac:spMkLst>
            <pc:docMk/>
            <pc:sldMk cId="0" sldId="315"/>
            <ac:spMk id="911" creationId="{00000000-0000-0000-0000-000000000000}"/>
          </ac:spMkLst>
        </pc:spChg>
        <pc:spChg chg="mod">
          <ac:chgData name="Ionut Girbea" userId="140628fa-96ce-4361-bce7-5504303d38b3" providerId="ADAL" clId="{07D332A5-C578-714C-B97C-CD71A5874CF5}" dt="2023-11-16T08:05:58.401" v="1834" actId="403"/>
          <ac:spMkLst>
            <pc:docMk/>
            <pc:sldMk cId="0" sldId="315"/>
            <ac:spMk id="913" creationId="{00000000-0000-0000-0000-000000000000}"/>
          </ac:spMkLst>
        </pc:spChg>
        <pc:spChg chg="mod">
          <ac:chgData name="Ionut Girbea" userId="140628fa-96ce-4361-bce7-5504303d38b3" providerId="ADAL" clId="{07D332A5-C578-714C-B97C-CD71A5874CF5}" dt="2023-11-09T08:56:36.955" v="211" actId="113"/>
          <ac:spMkLst>
            <pc:docMk/>
            <pc:sldMk cId="0" sldId="315"/>
            <ac:spMk id="915" creationId="{00000000-0000-0000-0000-000000000000}"/>
          </ac:spMkLst>
        </pc:spChg>
        <pc:spChg chg="mod">
          <ac:chgData name="Ionut Girbea" userId="140628fa-96ce-4361-bce7-5504303d38b3" providerId="ADAL" clId="{07D332A5-C578-714C-B97C-CD71A5874CF5}" dt="2023-11-16T08:06:18.682" v="1839" actId="403"/>
          <ac:spMkLst>
            <pc:docMk/>
            <pc:sldMk cId="0" sldId="315"/>
            <ac:spMk id="917" creationId="{00000000-0000-0000-0000-000000000000}"/>
          </ac:spMkLst>
        </pc:spChg>
        <pc:spChg chg="mod">
          <ac:chgData name="Ionut Girbea" userId="140628fa-96ce-4361-bce7-5504303d38b3" providerId="ADAL" clId="{07D332A5-C578-714C-B97C-CD71A5874CF5}" dt="2023-11-09T08:56:42.421" v="213" actId="113"/>
          <ac:spMkLst>
            <pc:docMk/>
            <pc:sldMk cId="0" sldId="315"/>
            <ac:spMk id="919" creationId="{00000000-0000-0000-0000-000000000000}"/>
          </ac:spMkLst>
        </pc:spChg>
        <pc:spChg chg="mod">
          <ac:chgData name="Ionut Girbea" userId="140628fa-96ce-4361-bce7-5504303d38b3" providerId="ADAL" clId="{07D332A5-C578-714C-B97C-CD71A5874CF5}" dt="2023-11-16T08:06:04.143" v="1835" actId="403"/>
          <ac:spMkLst>
            <pc:docMk/>
            <pc:sldMk cId="0" sldId="315"/>
            <ac:spMk id="921" creationId="{00000000-0000-0000-0000-000000000000}"/>
          </ac:spMkLst>
        </pc:spChg>
        <pc:spChg chg="mod">
          <ac:chgData name="Ionut Girbea" userId="140628fa-96ce-4361-bce7-5504303d38b3" providerId="ADAL" clId="{07D332A5-C578-714C-B97C-CD71A5874CF5}" dt="2023-11-09T08:56:57.330" v="217" actId="113"/>
          <ac:spMkLst>
            <pc:docMk/>
            <pc:sldMk cId="0" sldId="315"/>
            <ac:spMk id="923" creationId="{00000000-0000-0000-0000-000000000000}"/>
          </ac:spMkLst>
        </pc:spChg>
        <pc:spChg chg="mod">
          <ac:chgData name="Ionut Girbea" userId="140628fa-96ce-4361-bce7-5504303d38b3" providerId="ADAL" clId="{07D332A5-C578-714C-B97C-CD71A5874CF5}" dt="2023-11-16T08:06:10.762" v="1837" actId="403"/>
          <ac:spMkLst>
            <pc:docMk/>
            <pc:sldMk cId="0" sldId="315"/>
            <ac:spMk id="925" creationId="{00000000-0000-0000-0000-000000000000}"/>
          </ac:spMkLst>
        </pc:spChg>
        <pc:spChg chg="mod">
          <ac:chgData name="Ionut Girbea" userId="140628fa-96ce-4361-bce7-5504303d38b3" providerId="ADAL" clId="{07D332A5-C578-714C-B97C-CD71A5874CF5}" dt="2023-11-09T08:57:02.993" v="219" actId="113"/>
          <ac:spMkLst>
            <pc:docMk/>
            <pc:sldMk cId="0" sldId="315"/>
            <ac:spMk id="927" creationId="{00000000-0000-0000-0000-000000000000}"/>
          </ac:spMkLst>
        </pc:spChg>
        <pc:spChg chg="mod">
          <ac:chgData name="Ionut Girbea" userId="140628fa-96ce-4361-bce7-5504303d38b3" providerId="ADAL" clId="{07D332A5-C578-714C-B97C-CD71A5874CF5}" dt="2023-11-16T08:06:14.765" v="1838" actId="403"/>
          <ac:spMkLst>
            <pc:docMk/>
            <pc:sldMk cId="0" sldId="315"/>
            <ac:spMk id="929" creationId="{00000000-0000-0000-0000-000000000000}"/>
          </ac:spMkLst>
        </pc:spChg>
        <pc:spChg chg="mod">
          <ac:chgData name="Ionut Girbea" userId="140628fa-96ce-4361-bce7-5504303d38b3" providerId="ADAL" clId="{07D332A5-C578-714C-B97C-CD71A5874CF5}" dt="2023-11-09T08:57:07.912" v="221" actId="113"/>
          <ac:spMkLst>
            <pc:docMk/>
            <pc:sldMk cId="0" sldId="315"/>
            <ac:spMk id="931" creationId="{00000000-0000-0000-0000-000000000000}"/>
          </ac:spMkLst>
        </pc:spChg>
        <pc:spChg chg="mod">
          <ac:chgData name="Ionut Girbea" userId="140628fa-96ce-4361-bce7-5504303d38b3" providerId="ADAL" clId="{07D332A5-C578-714C-B97C-CD71A5874CF5}" dt="2023-11-16T08:06:27.641" v="1840" actId="403"/>
          <ac:spMkLst>
            <pc:docMk/>
            <pc:sldMk cId="0" sldId="315"/>
            <ac:spMk id="933" creationId="{00000000-0000-0000-0000-000000000000}"/>
          </ac:spMkLst>
        </pc:spChg>
        <pc:spChg chg="mod">
          <ac:chgData name="Ionut Girbea" userId="140628fa-96ce-4361-bce7-5504303d38b3" providerId="ADAL" clId="{07D332A5-C578-714C-B97C-CD71A5874CF5}" dt="2023-11-09T08:56:27.564" v="207" actId="113"/>
          <ac:spMkLst>
            <pc:docMk/>
            <pc:sldMk cId="0" sldId="315"/>
            <ac:spMk id="935" creationId="{00000000-0000-0000-0000-000000000000}"/>
          </ac:spMkLst>
        </pc:spChg>
        <pc:spChg chg="mod">
          <ac:chgData name="Ionut Girbea" userId="140628fa-96ce-4361-bce7-5504303d38b3" providerId="ADAL" clId="{07D332A5-C578-714C-B97C-CD71A5874CF5}" dt="2023-11-16T08:05:56.034" v="1833" actId="403"/>
          <ac:spMkLst>
            <pc:docMk/>
            <pc:sldMk cId="0" sldId="315"/>
            <ac:spMk id="937" creationId="{00000000-0000-0000-0000-000000000000}"/>
          </ac:spMkLst>
        </pc:spChg>
        <pc:spChg chg="mod">
          <ac:chgData name="Ionut Girbea" userId="140628fa-96ce-4361-bce7-5504303d38b3" providerId="ADAL" clId="{07D332A5-C578-714C-B97C-CD71A5874CF5}" dt="2023-11-09T08:56:49.748" v="215" actId="113"/>
          <ac:spMkLst>
            <pc:docMk/>
            <pc:sldMk cId="0" sldId="315"/>
            <ac:spMk id="939" creationId="{00000000-0000-0000-0000-000000000000}"/>
          </ac:spMkLst>
        </pc:spChg>
        <pc:spChg chg="mod">
          <ac:chgData name="Ionut Girbea" userId="140628fa-96ce-4361-bce7-5504303d38b3" providerId="ADAL" clId="{07D332A5-C578-714C-B97C-CD71A5874CF5}" dt="2023-11-16T08:06:07.722" v="1836" actId="403"/>
          <ac:spMkLst>
            <pc:docMk/>
            <pc:sldMk cId="0" sldId="315"/>
            <ac:spMk id="941" creationId="{00000000-0000-0000-0000-000000000000}"/>
          </ac:spMkLst>
        </pc:spChg>
        <pc:spChg chg="mod">
          <ac:chgData name="Ionut Girbea" userId="140628fa-96ce-4361-bce7-5504303d38b3" providerId="ADAL" clId="{07D332A5-C578-714C-B97C-CD71A5874CF5}" dt="2023-11-09T08:57:14.967" v="223" actId="113"/>
          <ac:spMkLst>
            <pc:docMk/>
            <pc:sldMk cId="0" sldId="315"/>
            <ac:spMk id="943" creationId="{00000000-0000-0000-0000-000000000000}"/>
          </ac:spMkLst>
        </pc:spChg>
        <pc:spChg chg="mod">
          <ac:chgData name="Ionut Girbea" userId="140628fa-96ce-4361-bce7-5504303d38b3" providerId="ADAL" clId="{07D332A5-C578-714C-B97C-CD71A5874CF5}" dt="2023-11-16T08:06:30.677" v="1841" actId="403"/>
          <ac:spMkLst>
            <pc:docMk/>
            <pc:sldMk cId="0" sldId="315"/>
            <ac:spMk id="945" creationId="{00000000-0000-0000-0000-000000000000}"/>
          </ac:spMkLst>
        </pc:spChg>
      </pc:sldChg>
      <pc:sldChg chg="modSp mod modNotes">
        <pc:chgData name="Ionut Girbea" userId="140628fa-96ce-4361-bce7-5504303d38b3" providerId="ADAL" clId="{07D332A5-C578-714C-B97C-CD71A5874CF5}" dt="2023-11-16T08:07:16.575" v="1863" actId="1036"/>
        <pc:sldMkLst>
          <pc:docMk/>
          <pc:sldMk cId="0" sldId="316"/>
        </pc:sldMkLst>
        <pc:spChg chg="mod">
          <ac:chgData name="Ionut Girbea" userId="140628fa-96ce-4361-bce7-5504303d38b3" providerId="ADAL" clId="{07D332A5-C578-714C-B97C-CD71A5874CF5}" dt="2023-11-16T08:07:09.182" v="1853" actId="1036"/>
          <ac:spMkLst>
            <pc:docMk/>
            <pc:sldMk cId="0" sldId="316"/>
            <ac:spMk id="953" creationId="{00000000-0000-0000-0000-000000000000}"/>
          </ac:spMkLst>
        </pc:spChg>
        <pc:spChg chg="mod">
          <ac:chgData name="Ionut Girbea" userId="140628fa-96ce-4361-bce7-5504303d38b3" providerId="ADAL" clId="{07D332A5-C578-714C-B97C-CD71A5874CF5}" dt="2023-11-09T08:39:34.996" v="57"/>
          <ac:spMkLst>
            <pc:docMk/>
            <pc:sldMk cId="0" sldId="316"/>
            <ac:spMk id="954" creationId="{00000000-0000-0000-0000-000000000000}"/>
          </ac:spMkLst>
        </pc:spChg>
        <pc:spChg chg="mod">
          <ac:chgData name="Ionut Girbea" userId="140628fa-96ce-4361-bce7-5504303d38b3" providerId="ADAL" clId="{07D332A5-C578-714C-B97C-CD71A5874CF5}" dt="2023-11-16T08:07:16.575" v="1863" actId="1036"/>
          <ac:spMkLst>
            <pc:docMk/>
            <pc:sldMk cId="0" sldId="316"/>
            <ac:spMk id="955" creationId="{00000000-0000-0000-0000-000000000000}"/>
          </ac:spMkLst>
        </pc:spChg>
        <pc:spChg chg="mod">
          <ac:chgData name="Ionut Girbea" userId="140628fa-96ce-4361-bce7-5504303d38b3" providerId="ADAL" clId="{07D332A5-C578-714C-B97C-CD71A5874CF5}" dt="2023-11-16T08:06:39.018" v="1842" actId="255"/>
          <ac:spMkLst>
            <pc:docMk/>
            <pc:sldMk cId="0" sldId="316"/>
            <ac:spMk id="956" creationId="{00000000-0000-0000-0000-000000000000}"/>
          </ac:spMkLst>
        </pc:spChg>
        <pc:grpChg chg="mod">
          <ac:chgData name="Ionut Girbea" userId="140628fa-96ce-4361-bce7-5504303d38b3" providerId="ADAL" clId="{07D332A5-C578-714C-B97C-CD71A5874CF5}" dt="2023-11-09T08:39:34.996" v="57"/>
          <ac:grpSpMkLst>
            <pc:docMk/>
            <pc:sldMk cId="0" sldId="316"/>
            <ac:grpSpMk id="4" creationId="{704A8B82-BB70-2ABD-FE4B-6BEBC42E3152}"/>
          </ac:grpSpMkLst>
        </pc:grpChg>
        <pc:picChg chg="mod">
          <ac:chgData name="Ionut Girbea" userId="140628fa-96ce-4361-bce7-5504303d38b3" providerId="ADAL" clId="{07D332A5-C578-714C-B97C-CD71A5874CF5}" dt="2023-11-09T08:39:34.996" v="57"/>
          <ac:picMkLst>
            <pc:docMk/>
            <pc:sldMk cId="0" sldId="316"/>
            <ac:picMk id="952" creationId="{00000000-0000-0000-0000-000000000000}"/>
          </ac:picMkLst>
        </pc:picChg>
      </pc:sldChg>
      <pc:sldChg chg="addSp delSp modSp mod modNotes">
        <pc:chgData name="Ionut Girbea" userId="140628fa-96ce-4361-bce7-5504303d38b3" providerId="ADAL" clId="{07D332A5-C578-714C-B97C-CD71A5874CF5}" dt="2023-11-16T08:07:36.549" v="1867" actId="403"/>
        <pc:sldMkLst>
          <pc:docMk/>
          <pc:sldMk cId="0" sldId="317"/>
        </pc:sldMkLst>
        <pc:spChg chg="del">
          <ac:chgData name="Ionut Girbea" userId="140628fa-96ce-4361-bce7-5504303d38b3" providerId="ADAL" clId="{07D332A5-C578-714C-B97C-CD71A5874CF5}" dt="2023-11-16T08:07:29.397" v="1864" actId="478"/>
          <ac:spMkLst>
            <pc:docMk/>
            <pc:sldMk cId="0" sldId="317"/>
            <ac:spMk id="2" creationId="{DE6825AB-3809-DC0C-32DA-66F75E726153}"/>
          </ac:spMkLst>
        </pc:spChg>
        <pc:spChg chg="del">
          <ac:chgData name="Ionut Girbea" userId="140628fa-96ce-4361-bce7-5504303d38b3" providerId="ADAL" clId="{07D332A5-C578-714C-B97C-CD71A5874CF5}" dt="2023-11-16T08:07:29.397" v="1864" actId="478"/>
          <ac:spMkLst>
            <pc:docMk/>
            <pc:sldMk cId="0" sldId="317"/>
            <ac:spMk id="3" creationId="{D66AD942-B2B1-085C-D825-D3539FF8A71E}"/>
          </ac:spMkLst>
        </pc:spChg>
        <pc:spChg chg="add mod">
          <ac:chgData name="Ionut Girbea" userId="140628fa-96ce-4361-bce7-5504303d38b3" providerId="ADAL" clId="{07D332A5-C578-714C-B97C-CD71A5874CF5}" dt="2023-11-16T08:07:32.612" v="1866" actId="207"/>
          <ac:spMkLst>
            <pc:docMk/>
            <pc:sldMk cId="0" sldId="317"/>
            <ac:spMk id="4" creationId="{B0DACC05-0CA7-7A6D-3087-DE56CADB0CA1}"/>
          </ac:spMkLst>
        </pc:spChg>
        <pc:spChg chg="add mod">
          <ac:chgData name="Ionut Girbea" userId="140628fa-96ce-4361-bce7-5504303d38b3" providerId="ADAL" clId="{07D332A5-C578-714C-B97C-CD71A5874CF5}" dt="2023-11-16T08:07:29.776" v="1865"/>
          <ac:spMkLst>
            <pc:docMk/>
            <pc:sldMk cId="0" sldId="317"/>
            <ac:spMk id="5" creationId="{7967CD05-E379-5256-89B3-CA1F0BCEAE72}"/>
          </ac:spMkLst>
        </pc:spChg>
        <pc:spChg chg="mod">
          <ac:chgData name="Ionut Girbea" userId="140628fa-96ce-4361-bce7-5504303d38b3" providerId="ADAL" clId="{07D332A5-C578-714C-B97C-CD71A5874CF5}" dt="2023-11-09T08:39:34.996" v="57"/>
          <ac:spMkLst>
            <pc:docMk/>
            <pc:sldMk cId="0" sldId="317"/>
            <ac:spMk id="11" creationId="{56850BC3-002C-3D89-B6FF-032AB3625C16}"/>
          </ac:spMkLst>
        </pc:spChg>
        <pc:spChg chg="mod">
          <ac:chgData name="Ionut Girbea" userId="140628fa-96ce-4361-bce7-5504303d38b3" providerId="ADAL" clId="{07D332A5-C578-714C-B97C-CD71A5874CF5}" dt="2023-11-16T08:07:36.549" v="1867" actId="403"/>
          <ac:spMkLst>
            <pc:docMk/>
            <pc:sldMk cId="0" sldId="317"/>
            <ac:spMk id="12" creationId="{6507D5CA-23AE-1087-9137-D0991EBC1838}"/>
          </ac:spMkLst>
        </pc:spChg>
        <pc:grpChg chg="mod">
          <ac:chgData name="Ionut Girbea" userId="140628fa-96ce-4361-bce7-5504303d38b3" providerId="ADAL" clId="{07D332A5-C578-714C-B97C-CD71A5874CF5}" dt="2023-11-09T08:39:34.996" v="57"/>
          <ac:grpSpMkLst>
            <pc:docMk/>
            <pc:sldMk cId="0" sldId="317"/>
            <ac:grpSpMk id="9" creationId="{3C04EDFB-9661-B65C-36B9-5E17094066F5}"/>
          </ac:grpSpMkLst>
        </pc:grpChg>
        <pc:picChg chg="mod">
          <ac:chgData name="Ionut Girbea" userId="140628fa-96ce-4361-bce7-5504303d38b3" providerId="ADAL" clId="{07D332A5-C578-714C-B97C-CD71A5874CF5}" dt="2023-11-09T08:39:34.996" v="57"/>
          <ac:picMkLst>
            <pc:docMk/>
            <pc:sldMk cId="0" sldId="317"/>
            <ac:picMk id="10" creationId="{56CAB080-0289-627D-3AF8-34D2BC8FF62B}"/>
          </ac:picMkLst>
        </pc:picChg>
      </pc:sldChg>
      <pc:sldChg chg="modSp mod modNotes">
        <pc:chgData name="Ionut Girbea" userId="140628fa-96ce-4361-bce7-5504303d38b3" providerId="ADAL" clId="{07D332A5-C578-714C-B97C-CD71A5874CF5}" dt="2023-11-16T08:57:48.581" v="2440" actId="404"/>
        <pc:sldMkLst>
          <pc:docMk/>
          <pc:sldMk cId="0" sldId="318"/>
        </pc:sldMkLst>
        <pc:spChg chg="mod">
          <ac:chgData name="Ionut Girbea" userId="140628fa-96ce-4361-bce7-5504303d38b3" providerId="ADAL" clId="{07D332A5-C578-714C-B97C-CD71A5874CF5}" dt="2023-11-16T08:07:51.825" v="1868" actId="255"/>
          <ac:spMkLst>
            <pc:docMk/>
            <pc:sldMk cId="0" sldId="318"/>
            <ac:spMk id="2" creationId="{91182DF3-67C2-BD97-2C72-252DF379DDC1}"/>
          </ac:spMkLst>
        </pc:spChg>
        <pc:spChg chg="mod">
          <ac:chgData name="Ionut Girbea" userId="140628fa-96ce-4361-bce7-5504303d38b3" providerId="ADAL" clId="{07D332A5-C578-714C-B97C-CD71A5874CF5}" dt="2023-11-09T08:59:49.709" v="244" actId="113"/>
          <ac:spMkLst>
            <pc:docMk/>
            <pc:sldMk cId="0" sldId="318"/>
            <ac:spMk id="3" creationId="{D62107C3-9C9B-1595-5697-8E6668C25BA5}"/>
          </ac:spMkLst>
        </pc:spChg>
        <pc:spChg chg="mod">
          <ac:chgData name="Ionut Girbea" userId="140628fa-96ce-4361-bce7-5504303d38b3" providerId="ADAL" clId="{07D332A5-C578-714C-B97C-CD71A5874CF5}" dt="2023-11-16T08:57:32.733" v="2434" actId="404"/>
          <ac:spMkLst>
            <pc:docMk/>
            <pc:sldMk cId="0" sldId="318"/>
            <ac:spMk id="972" creationId="{00000000-0000-0000-0000-000000000000}"/>
          </ac:spMkLst>
        </pc:spChg>
        <pc:spChg chg="mod">
          <ac:chgData name="Ionut Girbea" userId="140628fa-96ce-4361-bce7-5504303d38b3" providerId="ADAL" clId="{07D332A5-C578-714C-B97C-CD71A5874CF5}" dt="2023-11-16T08:57:19.925" v="2432" actId="255"/>
          <ac:spMkLst>
            <pc:docMk/>
            <pc:sldMk cId="0" sldId="318"/>
            <ac:spMk id="973" creationId="{00000000-0000-0000-0000-000000000000}"/>
          </ac:spMkLst>
        </pc:spChg>
        <pc:spChg chg="mod">
          <ac:chgData name="Ionut Girbea" userId="140628fa-96ce-4361-bce7-5504303d38b3" providerId="ADAL" clId="{07D332A5-C578-714C-B97C-CD71A5874CF5}" dt="2023-11-16T08:57:05.121" v="2430" actId="207"/>
          <ac:spMkLst>
            <pc:docMk/>
            <pc:sldMk cId="0" sldId="318"/>
            <ac:spMk id="974" creationId="{00000000-0000-0000-0000-000000000000}"/>
          </ac:spMkLst>
        </pc:spChg>
        <pc:spChg chg="mod">
          <ac:chgData name="Ionut Girbea" userId="140628fa-96ce-4361-bce7-5504303d38b3" providerId="ADAL" clId="{07D332A5-C578-714C-B97C-CD71A5874CF5}" dt="2023-11-16T08:57:48.581" v="2440" actId="404"/>
          <ac:spMkLst>
            <pc:docMk/>
            <pc:sldMk cId="0" sldId="318"/>
            <ac:spMk id="975" creationId="{00000000-0000-0000-0000-000000000000}"/>
          </ac:spMkLst>
        </pc:spChg>
        <pc:spChg chg="mod">
          <ac:chgData name="Ionut Girbea" userId="140628fa-96ce-4361-bce7-5504303d38b3" providerId="ADAL" clId="{07D332A5-C578-714C-B97C-CD71A5874CF5}" dt="2023-11-16T08:57:43.741" v="2438" actId="404"/>
          <ac:spMkLst>
            <pc:docMk/>
            <pc:sldMk cId="0" sldId="318"/>
            <ac:spMk id="976" creationId="{00000000-0000-0000-0000-000000000000}"/>
          </ac:spMkLst>
        </pc:spChg>
        <pc:spChg chg="mod">
          <ac:chgData name="Ionut Girbea" userId="140628fa-96ce-4361-bce7-5504303d38b3" providerId="ADAL" clId="{07D332A5-C578-714C-B97C-CD71A5874CF5}" dt="2023-11-16T08:57:38.221" v="2436" actId="404"/>
          <ac:spMkLst>
            <pc:docMk/>
            <pc:sldMk cId="0" sldId="318"/>
            <ac:spMk id="977" creationId="{00000000-0000-0000-0000-000000000000}"/>
          </ac:spMkLst>
        </pc:spChg>
      </pc:sldChg>
      <pc:sldChg chg="modSp mod modNotes">
        <pc:chgData name="Ionut Girbea" userId="140628fa-96ce-4361-bce7-5504303d38b3" providerId="ADAL" clId="{07D332A5-C578-714C-B97C-CD71A5874CF5}" dt="2023-11-16T08:58:49.343" v="2453" actId="404"/>
        <pc:sldMkLst>
          <pc:docMk/>
          <pc:sldMk cId="0" sldId="319"/>
        </pc:sldMkLst>
        <pc:spChg chg="mod">
          <ac:chgData name="Ionut Girbea" userId="140628fa-96ce-4361-bce7-5504303d38b3" providerId="ADAL" clId="{07D332A5-C578-714C-B97C-CD71A5874CF5}" dt="2023-11-16T08:08:48.475" v="1873" actId="255"/>
          <ac:spMkLst>
            <pc:docMk/>
            <pc:sldMk cId="0" sldId="319"/>
            <ac:spMk id="2" creationId="{BC12C84F-D4A2-9185-5163-983C6463F18B}"/>
          </ac:spMkLst>
        </pc:spChg>
        <pc:spChg chg="mod">
          <ac:chgData name="Ionut Girbea" userId="140628fa-96ce-4361-bce7-5504303d38b3" providerId="ADAL" clId="{07D332A5-C578-714C-B97C-CD71A5874CF5}" dt="2023-11-09T09:00:00.939" v="245" actId="113"/>
          <ac:spMkLst>
            <pc:docMk/>
            <pc:sldMk cId="0" sldId="319"/>
            <ac:spMk id="3" creationId="{5D03C179-A07B-D27D-B454-DB537C276B76}"/>
          </ac:spMkLst>
        </pc:spChg>
        <pc:spChg chg="mod">
          <ac:chgData name="Ionut Girbea" userId="140628fa-96ce-4361-bce7-5504303d38b3" providerId="ADAL" clId="{07D332A5-C578-714C-B97C-CD71A5874CF5}" dt="2023-11-16T08:58:26.694" v="2447" actId="404"/>
          <ac:spMkLst>
            <pc:docMk/>
            <pc:sldMk cId="0" sldId="319"/>
            <ac:spMk id="12" creationId="{BDD2CF2D-95B4-C159-71AD-F3039ABF2F80}"/>
          </ac:spMkLst>
        </pc:spChg>
        <pc:spChg chg="mod">
          <ac:chgData name="Ionut Girbea" userId="140628fa-96ce-4361-bce7-5504303d38b3" providerId="ADAL" clId="{07D332A5-C578-714C-B97C-CD71A5874CF5}" dt="2023-11-16T08:58:19.100" v="2445" actId="404"/>
          <ac:spMkLst>
            <pc:docMk/>
            <pc:sldMk cId="0" sldId="319"/>
            <ac:spMk id="13" creationId="{78C55934-9AB6-4A93-DC5D-9BD5B7E149D7}"/>
          </ac:spMkLst>
        </pc:spChg>
        <pc:spChg chg="mod">
          <ac:chgData name="Ionut Girbea" userId="140628fa-96ce-4361-bce7-5504303d38b3" providerId="ADAL" clId="{07D332A5-C578-714C-B97C-CD71A5874CF5}" dt="2023-11-16T08:58:10.297" v="2443" actId="207"/>
          <ac:spMkLst>
            <pc:docMk/>
            <pc:sldMk cId="0" sldId="319"/>
            <ac:spMk id="14" creationId="{DA189D20-58E2-0EB0-B36E-47E239A6C239}"/>
          </ac:spMkLst>
        </pc:spChg>
        <pc:spChg chg="mod">
          <ac:chgData name="Ionut Girbea" userId="140628fa-96ce-4361-bce7-5504303d38b3" providerId="ADAL" clId="{07D332A5-C578-714C-B97C-CD71A5874CF5}" dt="2023-11-16T08:58:49.343" v="2453" actId="404"/>
          <ac:spMkLst>
            <pc:docMk/>
            <pc:sldMk cId="0" sldId="319"/>
            <ac:spMk id="15" creationId="{CE871D35-4A22-44EF-3B90-C9330A62E3EC}"/>
          </ac:spMkLst>
        </pc:spChg>
        <pc:spChg chg="mod">
          <ac:chgData name="Ionut Girbea" userId="140628fa-96ce-4361-bce7-5504303d38b3" providerId="ADAL" clId="{07D332A5-C578-714C-B97C-CD71A5874CF5}" dt="2023-11-16T08:58:43.599" v="2451" actId="404"/>
          <ac:spMkLst>
            <pc:docMk/>
            <pc:sldMk cId="0" sldId="319"/>
            <ac:spMk id="16" creationId="{CCE2E546-8E77-95FC-5193-F029069E2B09}"/>
          </ac:spMkLst>
        </pc:spChg>
        <pc:spChg chg="mod">
          <ac:chgData name="Ionut Girbea" userId="140628fa-96ce-4361-bce7-5504303d38b3" providerId="ADAL" clId="{07D332A5-C578-714C-B97C-CD71A5874CF5}" dt="2023-11-16T08:58:34.750" v="2449" actId="404"/>
          <ac:spMkLst>
            <pc:docMk/>
            <pc:sldMk cId="0" sldId="319"/>
            <ac:spMk id="17" creationId="{C8918D93-730E-C49E-5A82-1A46D0A599F1}"/>
          </ac:spMkLst>
        </pc:spChg>
      </pc:sldChg>
      <pc:sldChg chg="addSp delSp modSp mod modNotes">
        <pc:chgData name="Ionut Girbea" userId="140628fa-96ce-4361-bce7-5504303d38b3" providerId="ADAL" clId="{07D332A5-C578-714C-B97C-CD71A5874CF5}" dt="2023-11-22T09:13:30.779" v="3789" actId="948"/>
        <pc:sldMkLst>
          <pc:docMk/>
          <pc:sldMk cId="0" sldId="320"/>
        </pc:sldMkLst>
        <pc:spChg chg="add mod">
          <ac:chgData name="Ionut Girbea" userId="140628fa-96ce-4361-bce7-5504303d38b3" providerId="ADAL" clId="{07D332A5-C578-714C-B97C-CD71A5874CF5}" dt="2023-11-16T08:08:54.810" v="1874" actId="255"/>
          <ac:spMkLst>
            <pc:docMk/>
            <pc:sldMk cId="0" sldId="320"/>
            <ac:spMk id="2" creationId="{0B795796-9080-33DB-21C0-65C0B20D0A01}"/>
          </ac:spMkLst>
        </pc:spChg>
        <pc:spChg chg="add mod">
          <ac:chgData name="Ionut Girbea" userId="140628fa-96ce-4361-bce7-5504303d38b3" providerId="ADAL" clId="{07D332A5-C578-714C-B97C-CD71A5874CF5}" dt="2023-11-09T09:00:51.703" v="254"/>
          <ac:spMkLst>
            <pc:docMk/>
            <pc:sldMk cId="0" sldId="320"/>
            <ac:spMk id="3" creationId="{38B382FA-CFB6-9B5F-F758-763C3881F861}"/>
          </ac:spMkLst>
        </pc:spChg>
        <pc:spChg chg="del">
          <ac:chgData name="Ionut Girbea" userId="140628fa-96ce-4361-bce7-5504303d38b3" providerId="ADAL" clId="{07D332A5-C578-714C-B97C-CD71A5874CF5}" dt="2023-11-09T09:00:51.396" v="253" actId="478"/>
          <ac:spMkLst>
            <pc:docMk/>
            <pc:sldMk cId="0" sldId="320"/>
            <ac:spMk id="4" creationId="{F9C252E3-C805-60E5-AAE4-CB9F36BF44BC}"/>
          </ac:spMkLst>
        </pc:spChg>
        <pc:spChg chg="del mod">
          <ac:chgData name="Ionut Girbea" userId="140628fa-96ce-4361-bce7-5504303d38b3" providerId="ADAL" clId="{07D332A5-C578-714C-B97C-CD71A5874CF5}" dt="2023-11-09T09:00:51.396" v="253" actId="478"/>
          <ac:spMkLst>
            <pc:docMk/>
            <pc:sldMk cId="0" sldId="320"/>
            <ac:spMk id="5" creationId="{175D8481-260A-0E48-5B26-9F6120D53727}"/>
          </ac:spMkLst>
        </pc:spChg>
        <pc:spChg chg="mod">
          <ac:chgData name="Ionut Girbea" userId="140628fa-96ce-4361-bce7-5504303d38b3" providerId="ADAL" clId="{07D332A5-C578-714C-B97C-CD71A5874CF5}" dt="2023-11-16T08:59:14.742" v="2457"/>
          <ac:spMkLst>
            <pc:docMk/>
            <pc:sldMk cId="0" sldId="320"/>
            <ac:spMk id="5" creationId="{ED2BA72F-0A62-367F-52DE-EDDE00741A02}"/>
          </ac:spMkLst>
        </pc:spChg>
        <pc:spChg chg="mod">
          <ac:chgData name="Ionut Girbea" userId="140628fa-96ce-4361-bce7-5504303d38b3" providerId="ADAL" clId="{07D332A5-C578-714C-B97C-CD71A5874CF5}" dt="2023-11-16T08:59:14.742" v="2457"/>
          <ac:spMkLst>
            <pc:docMk/>
            <pc:sldMk cId="0" sldId="320"/>
            <ac:spMk id="6" creationId="{D0D1D613-AD7D-76E4-EE7A-A297596565C5}"/>
          </ac:spMkLst>
        </pc:spChg>
        <pc:spChg chg="mod">
          <ac:chgData name="Ionut Girbea" userId="140628fa-96ce-4361-bce7-5504303d38b3" providerId="ADAL" clId="{07D332A5-C578-714C-B97C-CD71A5874CF5}" dt="2023-11-16T08:59:14.742" v="2457"/>
          <ac:spMkLst>
            <pc:docMk/>
            <pc:sldMk cId="0" sldId="320"/>
            <ac:spMk id="7" creationId="{52463E2B-B8E5-AE8D-4D4E-3F0EEF651044}"/>
          </ac:spMkLst>
        </pc:spChg>
        <pc:spChg chg="mod">
          <ac:chgData name="Ionut Girbea" userId="140628fa-96ce-4361-bce7-5504303d38b3" providerId="ADAL" clId="{07D332A5-C578-714C-B97C-CD71A5874CF5}" dt="2023-11-16T08:59:14.742" v="2457"/>
          <ac:spMkLst>
            <pc:docMk/>
            <pc:sldMk cId="0" sldId="320"/>
            <ac:spMk id="8" creationId="{B388EE34-747C-A08A-CF5D-3012C93FAC6D}"/>
          </ac:spMkLst>
        </pc:spChg>
        <pc:spChg chg="mod">
          <ac:chgData name="Ionut Girbea" userId="140628fa-96ce-4361-bce7-5504303d38b3" providerId="ADAL" clId="{07D332A5-C578-714C-B97C-CD71A5874CF5}" dt="2023-11-16T08:59:14.742" v="2457"/>
          <ac:spMkLst>
            <pc:docMk/>
            <pc:sldMk cId="0" sldId="320"/>
            <ac:spMk id="9" creationId="{E4F7C6EB-B8BC-C9B7-3725-7BBA05A36D37}"/>
          </ac:spMkLst>
        </pc:spChg>
        <pc:spChg chg="mod">
          <ac:chgData name="Ionut Girbea" userId="140628fa-96ce-4361-bce7-5504303d38b3" providerId="ADAL" clId="{07D332A5-C578-714C-B97C-CD71A5874CF5}" dt="2023-11-16T08:59:14.742" v="2457"/>
          <ac:spMkLst>
            <pc:docMk/>
            <pc:sldMk cId="0" sldId="320"/>
            <ac:spMk id="10" creationId="{B6771325-146D-A1F3-D60B-88E6CB94C7EE}"/>
          </ac:spMkLst>
        </pc:spChg>
        <pc:spChg chg="add del mod">
          <ac:chgData name="Ionut Girbea" userId="140628fa-96ce-4361-bce7-5504303d38b3" providerId="ADAL" clId="{07D332A5-C578-714C-B97C-CD71A5874CF5}" dt="2023-11-22T09:13:00.239" v="3783" actId="207"/>
          <ac:spMkLst>
            <pc:docMk/>
            <pc:sldMk cId="0" sldId="320"/>
            <ac:spMk id="998" creationId="{00000000-0000-0000-0000-000000000000}"/>
          </ac:spMkLst>
        </pc:spChg>
        <pc:spChg chg="add del mod">
          <ac:chgData name="Ionut Girbea" userId="140628fa-96ce-4361-bce7-5504303d38b3" providerId="ADAL" clId="{07D332A5-C578-714C-B97C-CD71A5874CF5}" dt="2023-11-22T09:12:44.122" v="3781" actId="948"/>
          <ac:spMkLst>
            <pc:docMk/>
            <pc:sldMk cId="0" sldId="320"/>
            <ac:spMk id="999" creationId="{00000000-0000-0000-0000-000000000000}"/>
          </ac:spMkLst>
        </pc:spChg>
        <pc:spChg chg="add del mod">
          <ac:chgData name="Ionut Girbea" userId="140628fa-96ce-4361-bce7-5504303d38b3" providerId="ADAL" clId="{07D332A5-C578-714C-B97C-CD71A5874CF5}" dt="2023-11-22T09:12:33.978" v="3779" actId="207"/>
          <ac:spMkLst>
            <pc:docMk/>
            <pc:sldMk cId="0" sldId="320"/>
            <ac:spMk id="1000" creationId="{00000000-0000-0000-0000-000000000000}"/>
          </ac:spMkLst>
        </pc:spChg>
        <pc:spChg chg="add del mod">
          <ac:chgData name="Ionut Girbea" userId="140628fa-96ce-4361-bce7-5504303d38b3" providerId="ADAL" clId="{07D332A5-C578-714C-B97C-CD71A5874CF5}" dt="2023-11-22T09:13:30.779" v="3789" actId="948"/>
          <ac:spMkLst>
            <pc:docMk/>
            <pc:sldMk cId="0" sldId="320"/>
            <ac:spMk id="1001" creationId="{00000000-0000-0000-0000-000000000000}"/>
          </ac:spMkLst>
        </pc:spChg>
        <pc:spChg chg="add del mod">
          <ac:chgData name="Ionut Girbea" userId="140628fa-96ce-4361-bce7-5504303d38b3" providerId="ADAL" clId="{07D332A5-C578-714C-B97C-CD71A5874CF5}" dt="2023-11-22T09:13:20.435" v="3787" actId="948"/>
          <ac:spMkLst>
            <pc:docMk/>
            <pc:sldMk cId="0" sldId="320"/>
            <ac:spMk id="1002" creationId="{00000000-0000-0000-0000-000000000000}"/>
          </ac:spMkLst>
        </pc:spChg>
        <pc:spChg chg="add del mod">
          <ac:chgData name="Ionut Girbea" userId="140628fa-96ce-4361-bce7-5504303d38b3" providerId="ADAL" clId="{07D332A5-C578-714C-B97C-CD71A5874CF5}" dt="2023-11-22T09:13:11.674" v="3785" actId="948"/>
          <ac:spMkLst>
            <pc:docMk/>
            <pc:sldMk cId="0" sldId="320"/>
            <ac:spMk id="1003" creationId="{00000000-0000-0000-0000-000000000000}"/>
          </ac:spMkLst>
        </pc:spChg>
        <pc:grpChg chg="add del mod">
          <ac:chgData name="Ionut Girbea" userId="140628fa-96ce-4361-bce7-5504303d38b3" providerId="ADAL" clId="{07D332A5-C578-714C-B97C-CD71A5874CF5}" dt="2023-11-16T08:59:18.170" v="2458"/>
          <ac:grpSpMkLst>
            <pc:docMk/>
            <pc:sldMk cId="0" sldId="320"/>
            <ac:grpSpMk id="4" creationId="{A14AF276-7F2D-DA62-F570-623FACA1E4C4}"/>
          </ac:grpSpMkLst>
        </pc:grpChg>
        <pc:picChg chg="mod">
          <ac:chgData name="Ionut Girbea" userId="140628fa-96ce-4361-bce7-5504303d38b3" providerId="ADAL" clId="{07D332A5-C578-714C-B97C-CD71A5874CF5}" dt="2023-11-16T12:07:02.165" v="2761" actId="14826"/>
          <ac:picMkLst>
            <pc:docMk/>
            <pc:sldMk cId="0" sldId="320"/>
            <ac:picMk id="1004" creationId="{00000000-0000-0000-0000-000000000000}"/>
          </ac:picMkLst>
        </pc:picChg>
        <pc:picChg chg="mod">
          <ac:chgData name="Ionut Girbea" userId="140628fa-96ce-4361-bce7-5504303d38b3" providerId="ADAL" clId="{07D332A5-C578-714C-B97C-CD71A5874CF5}" dt="2023-11-16T12:07:16.571" v="2762" actId="14826"/>
          <ac:picMkLst>
            <pc:docMk/>
            <pc:sldMk cId="0" sldId="320"/>
            <ac:picMk id="1005" creationId="{00000000-0000-0000-0000-000000000000}"/>
          </ac:picMkLst>
        </pc:picChg>
        <pc:picChg chg="mod">
          <ac:chgData name="Ionut Girbea" userId="140628fa-96ce-4361-bce7-5504303d38b3" providerId="ADAL" clId="{07D332A5-C578-714C-B97C-CD71A5874CF5}" dt="2023-11-16T12:07:24.309" v="2763" actId="14826"/>
          <ac:picMkLst>
            <pc:docMk/>
            <pc:sldMk cId="0" sldId="320"/>
            <ac:picMk id="1006" creationId="{00000000-0000-0000-0000-000000000000}"/>
          </ac:picMkLst>
        </pc:picChg>
        <pc:picChg chg="mod">
          <ac:chgData name="Ionut Girbea" userId="140628fa-96ce-4361-bce7-5504303d38b3" providerId="ADAL" clId="{07D332A5-C578-714C-B97C-CD71A5874CF5}" dt="2023-11-16T12:07:29.959" v="2764" actId="14826"/>
          <ac:picMkLst>
            <pc:docMk/>
            <pc:sldMk cId="0" sldId="320"/>
            <ac:picMk id="1007" creationId="{00000000-0000-0000-0000-000000000000}"/>
          </ac:picMkLst>
        </pc:picChg>
        <pc:picChg chg="mod">
          <ac:chgData name="Ionut Girbea" userId="140628fa-96ce-4361-bce7-5504303d38b3" providerId="ADAL" clId="{07D332A5-C578-714C-B97C-CD71A5874CF5}" dt="2023-11-16T12:07:36.967" v="2765" actId="14826"/>
          <ac:picMkLst>
            <pc:docMk/>
            <pc:sldMk cId="0" sldId="320"/>
            <ac:picMk id="1008" creationId="{00000000-0000-0000-0000-000000000000}"/>
          </ac:picMkLst>
        </pc:picChg>
        <pc:picChg chg="mod">
          <ac:chgData name="Ionut Girbea" userId="140628fa-96ce-4361-bce7-5504303d38b3" providerId="ADAL" clId="{07D332A5-C578-714C-B97C-CD71A5874CF5}" dt="2023-11-16T12:07:48.743" v="2766" actId="14826"/>
          <ac:picMkLst>
            <pc:docMk/>
            <pc:sldMk cId="0" sldId="320"/>
            <ac:picMk id="1009" creationId="{00000000-0000-0000-0000-000000000000}"/>
          </ac:picMkLst>
        </pc:picChg>
      </pc:sldChg>
      <pc:sldChg chg="addSp delSp modSp mod modNotes">
        <pc:chgData name="Ionut Girbea" userId="140628fa-96ce-4361-bce7-5504303d38b3" providerId="ADAL" clId="{07D332A5-C578-714C-B97C-CD71A5874CF5}" dt="2023-11-22T09:14:03.379" v="3795"/>
        <pc:sldMkLst>
          <pc:docMk/>
          <pc:sldMk cId="0" sldId="321"/>
        </pc:sldMkLst>
        <pc:spChg chg="add mod">
          <ac:chgData name="Ionut Girbea" userId="140628fa-96ce-4361-bce7-5504303d38b3" providerId="ADAL" clId="{07D332A5-C578-714C-B97C-CD71A5874CF5}" dt="2023-11-22T09:13:58.756" v="3792"/>
          <ac:spMkLst>
            <pc:docMk/>
            <pc:sldMk cId="0" sldId="321"/>
            <ac:spMk id="2" creationId="{3B1FB259-ECE7-CEC0-3305-C7FB026D1896}"/>
          </ac:spMkLst>
        </pc:spChg>
        <pc:spChg chg="add mod">
          <ac:chgData name="Ionut Girbea" userId="140628fa-96ce-4361-bce7-5504303d38b3" providerId="ADAL" clId="{07D332A5-C578-714C-B97C-CD71A5874CF5}" dt="2023-11-22T09:13:57.333" v="3791"/>
          <ac:spMkLst>
            <pc:docMk/>
            <pc:sldMk cId="0" sldId="321"/>
            <ac:spMk id="3" creationId="{51A8512D-A9D5-C2E9-E117-62FDC39BD20A}"/>
          </ac:spMkLst>
        </pc:spChg>
        <pc:spChg chg="add mod">
          <ac:chgData name="Ionut Girbea" userId="140628fa-96ce-4361-bce7-5504303d38b3" providerId="ADAL" clId="{07D332A5-C578-714C-B97C-CD71A5874CF5}" dt="2023-11-22T09:13:55.987" v="3790"/>
          <ac:spMkLst>
            <pc:docMk/>
            <pc:sldMk cId="0" sldId="321"/>
            <ac:spMk id="4" creationId="{B0899E57-4F48-8E04-EF69-EAA5F359A5F1}"/>
          </ac:spMkLst>
        </pc:spChg>
        <pc:spChg chg="add mod">
          <ac:chgData name="Ionut Girbea" userId="140628fa-96ce-4361-bce7-5504303d38b3" providerId="ADAL" clId="{07D332A5-C578-714C-B97C-CD71A5874CF5}" dt="2023-11-22T09:14:03.379" v="3795"/>
          <ac:spMkLst>
            <pc:docMk/>
            <pc:sldMk cId="0" sldId="321"/>
            <ac:spMk id="5" creationId="{BF434DB0-6C9E-EAF6-1A6F-302879EF9A96}"/>
          </ac:spMkLst>
        </pc:spChg>
        <pc:spChg chg="add mod">
          <ac:chgData name="Ionut Girbea" userId="140628fa-96ce-4361-bce7-5504303d38b3" providerId="ADAL" clId="{07D332A5-C578-714C-B97C-CD71A5874CF5}" dt="2023-11-22T09:14:02.045" v="3794"/>
          <ac:spMkLst>
            <pc:docMk/>
            <pc:sldMk cId="0" sldId="321"/>
            <ac:spMk id="6" creationId="{429CEB00-45EB-573E-93D7-E52289A4718A}"/>
          </ac:spMkLst>
        </pc:spChg>
        <pc:spChg chg="add mod">
          <ac:chgData name="Ionut Girbea" userId="140628fa-96ce-4361-bce7-5504303d38b3" providerId="ADAL" clId="{07D332A5-C578-714C-B97C-CD71A5874CF5}" dt="2023-11-22T09:14:00.474" v="3793"/>
          <ac:spMkLst>
            <pc:docMk/>
            <pc:sldMk cId="0" sldId="321"/>
            <ac:spMk id="7" creationId="{5A840CEE-0B62-62F0-DEF4-901A225B59AE}"/>
          </ac:spMkLst>
        </pc:spChg>
        <pc:spChg chg="mod">
          <ac:chgData name="Ionut Girbea" userId="140628fa-96ce-4361-bce7-5504303d38b3" providerId="ADAL" clId="{07D332A5-C578-714C-B97C-CD71A5874CF5}" dt="2023-11-16T08:09:02.035" v="1875" actId="255"/>
          <ac:spMkLst>
            <pc:docMk/>
            <pc:sldMk cId="0" sldId="321"/>
            <ac:spMk id="10" creationId="{3671CD27-C134-A70A-781A-4E5D7D39815E}"/>
          </ac:spMkLst>
        </pc:spChg>
        <pc:spChg chg="mod">
          <ac:chgData name="Ionut Girbea" userId="140628fa-96ce-4361-bce7-5504303d38b3" providerId="ADAL" clId="{07D332A5-C578-714C-B97C-CD71A5874CF5}" dt="2023-11-09T09:01:34.917" v="262" actId="113"/>
          <ac:spMkLst>
            <pc:docMk/>
            <pc:sldMk cId="0" sldId="321"/>
            <ac:spMk id="11" creationId="{F4A956D8-B7B6-2244-A761-E68EAD90CFBB}"/>
          </ac:spMkLst>
        </pc:spChg>
        <pc:spChg chg="del mod">
          <ac:chgData name="Ionut Girbea" userId="140628fa-96ce-4361-bce7-5504303d38b3" providerId="ADAL" clId="{07D332A5-C578-714C-B97C-CD71A5874CF5}" dt="2023-11-09T09:01:48.155" v="263" actId="478"/>
          <ac:spMkLst>
            <pc:docMk/>
            <pc:sldMk cId="0" sldId="321"/>
            <ac:spMk id="36" creationId="{60E1A8FF-7373-7DB0-4661-0EE47EB5B2FC}"/>
          </ac:spMkLst>
        </pc:spChg>
        <pc:spChg chg="del mod">
          <ac:chgData name="Ionut Girbea" userId="140628fa-96ce-4361-bce7-5504303d38b3" providerId="ADAL" clId="{07D332A5-C578-714C-B97C-CD71A5874CF5}" dt="2023-11-09T09:01:48.155" v="263" actId="478"/>
          <ac:spMkLst>
            <pc:docMk/>
            <pc:sldMk cId="0" sldId="321"/>
            <ac:spMk id="37" creationId="{5ACECDEA-74AF-5592-1234-DDBF9828F6DA}"/>
          </ac:spMkLst>
        </pc:spChg>
        <pc:spChg chg="del mod">
          <ac:chgData name="Ionut Girbea" userId="140628fa-96ce-4361-bce7-5504303d38b3" providerId="ADAL" clId="{07D332A5-C578-714C-B97C-CD71A5874CF5}" dt="2023-11-09T09:01:48.155" v="263" actId="478"/>
          <ac:spMkLst>
            <pc:docMk/>
            <pc:sldMk cId="0" sldId="321"/>
            <ac:spMk id="38" creationId="{8F77AFFC-C7D3-E91D-B916-9DD76E94AD9A}"/>
          </ac:spMkLst>
        </pc:spChg>
        <pc:spChg chg="del mod">
          <ac:chgData name="Ionut Girbea" userId="140628fa-96ce-4361-bce7-5504303d38b3" providerId="ADAL" clId="{07D332A5-C578-714C-B97C-CD71A5874CF5}" dt="2023-11-09T09:01:48.155" v="263" actId="478"/>
          <ac:spMkLst>
            <pc:docMk/>
            <pc:sldMk cId="0" sldId="321"/>
            <ac:spMk id="39" creationId="{F373D5BF-CCFD-D731-516C-E2AF6D28D2AD}"/>
          </ac:spMkLst>
        </pc:spChg>
        <pc:spChg chg="del mod">
          <ac:chgData name="Ionut Girbea" userId="140628fa-96ce-4361-bce7-5504303d38b3" providerId="ADAL" clId="{07D332A5-C578-714C-B97C-CD71A5874CF5}" dt="2023-11-09T09:01:48.155" v="263" actId="478"/>
          <ac:spMkLst>
            <pc:docMk/>
            <pc:sldMk cId="0" sldId="321"/>
            <ac:spMk id="40" creationId="{F0C45C3E-8918-2E3A-9286-206066CE0C37}"/>
          </ac:spMkLst>
        </pc:spChg>
        <pc:spChg chg="del mod">
          <ac:chgData name="Ionut Girbea" userId="140628fa-96ce-4361-bce7-5504303d38b3" providerId="ADAL" clId="{07D332A5-C578-714C-B97C-CD71A5874CF5}" dt="2023-11-09T09:01:48.155" v="263" actId="478"/>
          <ac:spMkLst>
            <pc:docMk/>
            <pc:sldMk cId="0" sldId="321"/>
            <ac:spMk id="41" creationId="{F6C474E3-44F8-31BC-1E9F-143B9A016D38}"/>
          </ac:spMkLst>
        </pc:spChg>
        <pc:picChg chg="add del mod">
          <ac:chgData name="Ionut Girbea" userId="140628fa-96ce-4361-bce7-5504303d38b3" providerId="ADAL" clId="{07D332A5-C578-714C-B97C-CD71A5874CF5}" dt="2023-11-16T12:08:04.994" v="2767" actId="478"/>
          <ac:picMkLst>
            <pc:docMk/>
            <pc:sldMk cId="0" sldId="321"/>
            <ac:picMk id="8" creationId="{11A8B01C-0AC8-B020-B570-812D15687C71}"/>
          </ac:picMkLst>
        </pc:picChg>
        <pc:picChg chg="add del mod">
          <ac:chgData name="Ionut Girbea" userId="140628fa-96ce-4361-bce7-5504303d38b3" providerId="ADAL" clId="{07D332A5-C578-714C-B97C-CD71A5874CF5}" dt="2023-11-16T12:08:04.994" v="2767" actId="478"/>
          <ac:picMkLst>
            <pc:docMk/>
            <pc:sldMk cId="0" sldId="321"/>
            <ac:picMk id="9" creationId="{753FF68A-4F5D-689F-2784-4678CD0C48C5}"/>
          </ac:picMkLst>
        </pc:picChg>
        <pc:picChg chg="add del mod">
          <ac:chgData name="Ionut Girbea" userId="140628fa-96ce-4361-bce7-5504303d38b3" providerId="ADAL" clId="{07D332A5-C578-714C-B97C-CD71A5874CF5}" dt="2023-11-16T12:08:04.994" v="2767" actId="478"/>
          <ac:picMkLst>
            <pc:docMk/>
            <pc:sldMk cId="0" sldId="321"/>
            <ac:picMk id="12" creationId="{2281D6FF-BB71-4FD0-9D65-5A07134E40B1}"/>
          </ac:picMkLst>
        </pc:picChg>
        <pc:picChg chg="add del mod">
          <ac:chgData name="Ionut Girbea" userId="140628fa-96ce-4361-bce7-5504303d38b3" providerId="ADAL" clId="{07D332A5-C578-714C-B97C-CD71A5874CF5}" dt="2023-11-16T12:08:07.731" v="2768" actId="478"/>
          <ac:picMkLst>
            <pc:docMk/>
            <pc:sldMk cId="0" sldId="321"/>
            <ac:picMk id="13" creationId="{8C8023EC-5594-E984-08D7-00777DCE5275}"/>
          </ac:picMkLst>
        </pc:picChg>
        <pc:picChg chg="add del mod">
          <ac:chgData name="Ionut Girbea" userId="140628fa-96ce-4361-bce7-5504303d38b3" providerId="ADAL" clId="{07D332A5-C578-714C-B97C-CD71A5874CF5}" dt="2023-11-16T12:08:07.731" v="2768" actId="478"/>
          <ac:picMkLst>
            <pc:docMk/>
            <pc:sldMk cId="0" sldId="321"/>
            <ac:picMk id="14" creationId="{47589E2B-D4D7-24DB-56A2-7AAD42E9ABFF}"/>
          </ac:picMkLst>
        </pc:picChg>
        <pc:picChg chg="add del mod">
          <ac:chgData name="Ionut Girbea" userId="140628fa-96ce-4361-bce7-5504303d38b3" providerId="ADAL" clId="{07D332A5-C578-714C-B97C-CD71A5874CF5}" dt="2023-11-16T12:08:07.731" v="2768" actId="478"/>
          <ac:picMkLst>
            <pc:docMk/>
            <pc:sldMk cId="0" sldId="321"/>
            <ac:picMk id="15" creationId="{9940F9CC-2645-0768-FE7D-B57FA240A252}"/>
          </ac:picMkLst>
        </pc:picChg>
        <pc:picChg chg="add mod">
          <ac:chgData name="Ionut Girbea" userId="140628fa-96ce-4361-bce7-5504303d38b3" providerId="ADAL" clId="{07D332A5-C578-714C-B97C-CD71A5874CF5}" dt="2023-11-16T12:08:08.467" v="2769"/>
          <ac:picMkLst>
            <pc:docMk/>
            <pc:sldMk cId="0" sldId="321"/>
            <ac:picMk id="16" creationId="{66300405-79FC-3398-48B8-C8AA5B1F3129}"/>
          </ac:picMkLst>
        </pc:picChg>
        <pc:picChg chg="add mod">
          <ac:chgData name="Ionut Girbea" userId="140628fa-96ce-4361-bce7-5504303d38b3" providerId="ADAL" clId="{07D332A5-C578-714C-B97C-CD71A5874CF5}" dt="2023-11-16T12:08:08.467" v="2769"/>
          <ac:picMkLst>
            <pc:docMk/>
            <pc:sldMk cId="0" sldId="321"/>
            <ac:picMk id="17" creationId="{17CF34E1-482D-1B23-0006-6647AA52B9D4}"/>
          </ac:picMkLst>
        </pc:picChg>
        <pc:picChg chg="add mod">
          <ac:chgData name="Ionut Girbea" userId="140628fa-96ce-4361-bce7-5504303d38b3" providerId="ADAL" clId="{07D332A5-C578-714C-B97C-CD71A5874CF5}" dt="2023-11-16T12:08:08.467" v="2769"/>
          <ac:picMkLst>
            <pc:docMk/>
            <pc:sldMk cId="0" sldId="321"/>
            <ac:picMk id="18" creationId="{6EB09E33-2424-A8B7-DCE4-A3F7A050B974}"/>
          </ac:picMkLst>
        </pc:picChg>
        <pc:picChg chg="add mod">
          <ac:chgData name="Ionut Girbea" userId="140628fa-96ce-4361-bce7-5504303d38b3" providerId="ADAL" clId="{07D332A5-C578-714C-B97C-CD71A5874CF5}" dt="2023-11-16T12:08:08.467" v="2769"/>
          <ac:picMkLst>
            <pc:docMk/>
            <pc:sldMk cId="0" sldId="321"/>
            <ac:picMk id="19" creationId="{B283246E-176C-BCFC-301A-6061841C123E}"/>
          </ac:picMkLst>
        </pc:picChg>
        <pc:picChg chg="add mod">
          <ac:chgData name="Ionut Girbea" userId="140628fa-96ce-4361-bce7-5504303d38b3" providerId="ADAL" clId="{07D332A5-C578-714C-B97C-CD71A5874CF5}" dt="2023-11-16T12:08:08.467" v="2769"/>
          <ac:picMkLst>
            <pc:docMk/>
            <pc:sldMk cId="0" sldId="321"/>
            <ac:picMk id="20" creationId="{FE8384F8-4F93-C86A-3551-BCCC0BA31A61}"/>
          </ac:picMkLst>
        </pc:picChg>
        <pc:picChg chg="add mod">
          <ac:chgData name="Ionut Girbea" userId="140628fa-96ce-4361-bce7-5504303d38b3" providerId="ADAL" clId="{07D332A5-C578-714C-B97C-CD71A5874CF5}" dt="2023-11-16T12:08:08.467" v="2769"/>
          <ac:picMkLst>
            <pc:docMk/>
            <pc:sldMk cId="0" sldId="321"/>
            <ac:picMk id="21" creationId="{FE5E9834-4704-CA67-D3A0-AD6DBAF27BFC}"/>
          </ac:picMkLst>
        </pc:picChg>
        <pc:picChg chg="del">
          <ac:chgData name="Ionut Girbea" userId="140628fa-96ce-4361-bce7-5504303d38b3" providerId="ADAL" clId="{07D332A5-C578-714C-B97C-CD71A5874CF5}" dt="2023-11-09T09:01:48.155" v="263" actId="478"/>
          <ac:picMkLst>
            <pc:docMk/>
            <pc:sldMk cId="0" sldId="321"/>
            <ac:picMk id="42" creationId="{40ED3996-DAE0-03B4-5E78-91216785125C}"/>
          </ac:picMkLst>
        </pc:picChg>
        <pc:picChg chg="del">
          <ac:chgData name="Ionut Girbea" userId="140628fa-96ce-4361-bce7-5504303d38b3" providerId="ADAL" clId="{07D332A5-C578-714C-B97C-CD71A5874CF5}" dt="2023-11-09T09:01:48.155" v="263" actId="478"/>
          <ac:picMkLst>
            <pc:docMk/>
            <pc:sldMk cId="0" sldId="321"/>
            <ac:picMk id="43" creationId="{BEBAACB9-E878-0FBF-FE5F-8E20F6842C02}"/>
          </ac:picMkLst>
        </pc:picChg>
        <pc:picChg chg="del">
          <ac:chgData name="Ionut Girbea" userId="140628fa-96ce-4361-bce7-5504303d38b3" providerId="ADAL" clId="{07D332A5-C578-714C-B97C-CD71A5874CF5}" dt="2023-11-09T09:01:48.155" v="263" actId="478"/>
          <ac:picMkLst>
            <pc:docMk/>
            <pc:sldMk cId="0" sldId="321"/>
            <ac:picMk id="44" creationId="{0ADB2BB6-6A61-47FD-A646-79FA7645FD63}"/>
          </ac:picMkLst>
        </pc:picChg>
        <pc:picChg chg="del">
          <ac:chgData name="Ionut Girbea" userId="140628fa-96ce-4361-bce7-5504303d38b3" providerId="ADAL" clId="{07D332A5-C578-714C-B97C-CD71A5874CF5}" dt="2023-11-09T09:01:48.155" v="263" actId="478"/>
          <ac:picMkLst>
            <pc:docMk/>
            <pc:sldMk cId="0" sldId="321"/>
            <ac:picMk id="45" creationId="{E2513F0E-DB4D-41EC-84E3-A0F44C677CA8}"/>
          </ac:picMkLst>
        </pc:picChg>
        <pc:picChg chg="del">
          <ac:chgData name="Ionut Girbea" userId="140628fa-96ce-4361-bce7-5504303d38b3" providerId="ADAL" clId="{07D332A5-C578-714C-B97C-CD71A5874CF5}" dt="2023-11-09T09:01:48.155" v="263" actId="478"/>
          <ac:picMkLst>
            <pc:docMk/>
            <pc:sldMk cId="0" sldId="321"/>
            <ac:picMk id="46" creationId="{BDB6C7C7-A7C8-8A20-7624-69686430633E}"/>
          </ac:picMkLst>
        </pc:picChg>
        <pc:picChg chg="del">
          <ac:chgData name="Ionut Girbea" userId="140628fa-96ce-4361-bce7-5504303d38b3" providerId="ADAL" clId="{07D332A5-C578-714C-B97C-CD71A5874CF5}" dt="2023-11-09T09:01:48.155" v="263" actId="478"/>
          <ac:picMkLst>
            <pc:docMk/>
            <pc:sldMk cId="0" sldId="321"/>
            <ac:picMk id="47" creationId="{97D0FD6C-41A8-C0CA-5064-535262394157}"/>
          </ac:picMkLst>
        </pc:picChg>
      </pc:sldChg>
      <pc:sldChg chg="addSp delSp modSp mod modNotes">
        <pc:chgData name="Ionut Girbea" userId="140628fa-96ce-4361-bce7-5504303d38b3" providerId="ADAL" clId="{07D332A5-C578-714C-B97C-CD71A5874CF5}" dt="2023-11-16T08:10:27.966" v="1886" actId="20577"/>
        <pc:sldMkLst>
          <pc:docMk/>
          <pc:sldMk cId="0" sldId="322"/>
        </pc:sldMkLst>
        <pc:spChg chg="mod">
          <ac:chgData name="Ionut Girbea" userId="140628fa-96ce-4361-bce7-5504303d38b3" providerId="ADAL" clId="{07D332A5-C578-714C-B97C-CD71A5874CF5}" dt="2023-11-09T12:12:13.335" v="288" actId="113"/>
          <ac:spMkLst>
            <pc:docMk/>
            <pc:sldMk cId="0" sldId="322"/>
            <ac:spMk id="3" creationId="{BAB348DD-458A-8D74-4098-78D7DDF9CF7F}"/>
          </ac:spMkLst>
        </pc:spChg>
        <pc:spChg chg="add mod">
          <ac:chgData name="Ionut Girbea" userId="140628fa-96ce-4361-bce7-5504303d38b3" providerId="ADAL" clId="{07D332A5-C578-714C-B97C-CD71A5874CF5}" dt="2023-11-16T08:10:27.966" v="1886" actId="20577"/>
          <ac:spMkLst>
            <pc:docMk/>
            <pc:sldMk cId="0" sldId="322"/>
            <ac:spMk id="4" creationId="{23561D45-B353-1646-6FA9-FF822BEE910D}"/>
          </ac:spMkLst>
        </pc:spChg>
        <pc:spChg chg="del mod">
          <ac:chgData name="Ionut Girbea" userId="140628fa-96ce-4361-bce7-5504303d38b3" providerId="ADAL" clId="{07D332A5-C578-714C-B97C-CD71A5874CF5}" dt="2023-11-16T08:09:27.602" v="1876" actId="478"/>
          <ac:spMkLst>
            <pc:docMk/>
            <pc:sldMk cId="0" sldId="322"/>
            <ac:spMk id="5" creationId="{EA7372BC-C725-F545-F7FE-662402A59B1C}"/>
          </ac:spMkLst>
        </pc:spChg>
        <pc:spChg chg="add del mod">
          <ac:chgData name="Ionut Girbea" userId="140628fa-96ce-4361-bce7-5504303d38b3" providerId="ADAL" clId="{07D332A5-C578-714C-B97C-CD71A5874CF5}" dt="2023-11-16T08:09:50.704" v="1881" actId="478"/>
          <ac:spMkLst>
            <pc:docMk/>
            <pc:sldMk cId="0" sldId="322"/>
            <ac:spMk id="6" creationId="{6FD5A137-4F62-F4E7-862D-C802EF4BF9C0}"/>
          </ac:spMkLst>
        </pc:spChg>
        <pc:spChg chg="mod">
          <ac:chgData name="Ionut Girbea" userId="140628fa-96ce-4361-bce7-5504303d38b3" providerId="ADAL" clId="{07D332A5-C578-714C-B97C-CD71A5874CF5}" dt="2023-11-16T08:09:35.957" v="1878" actId="255"/>
          <ac:spMkLst>
            <pc:docMk/>
            <pc:sldMk cId="0" sldId="322"/>
            <ac:spMk id="1037" creationId="{00000000-0000-0000-0000-000000000000}"/>
          </ac:spMkLst>
        </pc:spChg>
        <pc:spChg chg="mod">
          <ac:chgData name="Ionut Girbea" userId="140628fa-96ce-4361-bce7-5504303d38b3" providerId="ADAL" clId="{07D332A5-C578-714C-B97C-CD71A5874CF5}" dt="2023-11-16T08:09:40.080" v="1879" actId="255"/>
          <ac:spMkLst>
            <pc:docMk/>
            <pc:sldMk cId="0" sldId="322"/>
            <ac:spMk id="1038" creationId="{00000000-0000-0000-0000-000000000000}"/>
          </ac:spMkLst>
        </pc:spChg>
        <pc:spChg chg="mod">
          <ac:chgData name="Ionut Girbea" userId="140628fa-96ce-4361-bce7-5504303d38b3" providerId="ADAL" clId="{07D332A5-C578-714C-B97C-CD71A5874CF5}" dt="2023-11-16T08:09:57.025" v="1882" actId="255"/>
          <ac:spMkLst>
            <pc:docMk/>
            <pc:sldMk cId="0" sldId="322"/>
            <ac:spMk id="1039" creationId="{00000000-0000-0000-0000-000000000000}"/>
          </ac:spMkLst>
        </pc:spChg>
      </pc:sldChg>
      <pc:sldChg chg="modSp mod modNotes">
        <pc:chgData name="Ionut Girbea" userId="140628fa-96ce-4361-bce7-5504303d38b3" providerId="ADAL" clId="{07D332A5-C578-714C-B97C-CD71A5874CF5}" dt="2023-11-22T09:14:58.194" v="3805"/>
        <pc:sldMkLst>
          <pc:docMk/>
          <pc:sldMk cId="0" sldId="324"/>
        </pc:sldMkLst>
        <pc:spChg chg="mod">
          <ac:chgData name="Ionut Girbea" userId="140628fa-96ce-4361-bce7-5504303d38b3" providerId="ADAL" clId="{07D332A5-C578-714C-B97C-CD71A5874CF5}" dt="2023-11-16T08:25:02.052" v="1892" actId="255"/>
          <ac:spMkLst>
            <pc:docMk/>
            <pc:sldMk cId="0" sldId="324"/>
            <ac:spMk id="4" creationId="{309C9E64-4D80-C0B0-EF07-500FB126367B}"/>
          </ac:spMkLst>
        </pc:spChg>
        <pc:spChg chg="mod">
          <ac:chgData name="Ionut Girbea" userId="140628fa-96ce-4361-bce7-5504303d38b3" providerId="ADAL" clId="{07D332A5-C578-714C-B97C-CD71A5874CF5}" dt="2023-11-22T09:14:58.194" v="3805"/>
          <ac:spMkLst>
            <pc:docMk/>
            <pc:sldMk cId="0" sldId="324"/>
            <ac:spMk id="1060" creationId="{00000000-0000-0000-0000-000000000000}"/>
          </ac:spMkLst>
        </pc:spChg>
        <pc:spChg chg="mod">
          <ac:chgData name="Ionut Girbea" userId="140628fa-96ce-4361-bce7-5504303d38b3" providerId="ADAL" clId="{07D332A5-C578-714C-B97C-CD71A5874CF5}" dt="2023-11-22T09:14:55.080" v="3804"/>
          <ac:spMkLst>
            <pc:docMk/>
            <pc:sldMk cId="0" sldId="324"/>
            <ac:spMk id="1063" creationId="{00000000-0000-0000-0000-000000000000}"/>
          </ac:spMkLst>
        </pc:spChg>
        <pc:spChg chg="mod">
          <ac:chgData name="Ionut Girbea" userId="140628fa-96ce-4361-bce7-5504303d38b3" providerId="ADAL" clId="{07D332A5-C578-714C-B97C-CD71A5874CF5}" dt="2023-11-22T09:14:51.629" v="3803" actId="20577"/>
          <ac:spMkLst>
            <pc:docMk/>
            <pc:sldMk cId="0" sldId="324"/>
            <ac:spMk id="1064" creationId="{00000000-0000-0000-0000-000000000000}"/>
          </ac:spMkLst>
        </pc:spChg>
        <pc:picChg chg="mod">
          <ac:chgData name="Ionut Girbea" userId="140628fa-96ce-4361-bce7-5504303d38b3" providerId="ADAL" clId="{07D332A5-C578-714C-B97C-CD71A5874CF5}" dt="2023-11-16T12:08:42.623" v="2772" actId="14826"/>
          <ac:picMkLst>
            <pc:docMk/>
            <pc:sldMk cId="0" sldId="324"/>
            <ac:picMk id="1061" creationId="{00000000-0000-0000-0000-000000000000}"/>
          </ac:picMkLst>
        </pc:picChg>
        <pc:picChg chg="mod">
          <ac:chgData name="Ionut Girbea" userId="140628fa-96ce-4361-bce7-5504303d38b3" providerId="ADAL" clId="{07D332A5-C578-714C-B97C-CD71A5874CF5}" dt="2023-11-16T12:08:34.083" v="2771" actId="14826"/>
          <ac:picMkLst>
            <pc:docMk/>
            <pc:sldMk cId="0" sldId="324"/>
            <ac:picMk id="1062" creationId="{00000000-0000-0000-0000-000000000000}"/>
          </ac:picMkLst>
        </pc:picChg>
        <pc:picChg chg="mod">
          <ac:chgData name="Ionut Girbea" userId="140628fa-96ce-4361-bce7-5504303d38b3" providerId="ADAL" clId="{07D332A5-C578-714C-B97C-CD71A5874CF5}" dt="2023-11-16T12:08:24.230" v="2770" actId="14826"/>
          <ac:picMkLst>
            <pc:docMk/>
            <pc:sldMk cId="0" sldId="324"/>
            <ac:picMk id="1065" creationId="{00000000-0000-0000-0000-000000000000}"/>
          </ac:picMkLst>
        </pc:picChg>
      </pc:sldChg>
      <pc:sldChg chg="addSp delSp modSp mod modNotes">
        <pc:chgData name="Ionut Girbea" userId="140628fa-96ce-4361-bce7-5504303d38b3" providerId="ADAL" clId="{07D332A5-C578-714C-B97C-CD71A5874CF5}" dt="2023-11-22T09:14:34.558" v="3801" actId="20577"/>
        <pc:sldMkLst>
          <pc:docMk/>
          <pc:sldMk cId="0" sldId="325"/>
        </pc:sldMkLst>
        <pc:spChg chg="add mod">
          <ac:chgData name="Ionut Girbea" userId="140628fa-96ce-4361-bce7-5504303d38b3" providerId="ADAL" clId="{07D332A5-C578-714C-B97C-CD71A5874CF5}" dt="2023-11-22T09:14:34.558" v="3801" actId="20577"/>
          <ac:spMkLst>
            <pc:docMk/>
            <pc:sldMk cId="0" sldId="325"/>
            <ac:spMk id="2" creationId="{CAF6C066-7A57-7307-80DC-9EAD6DE2D131}"/>
          </ac:spMkLst>
        </pc:spChg>
        <pc:spChg chg="add mod">
          <ac:chgData name="Ionut Girbea" userId="140628fa-96ce-4361-bce7-5504303d38b3" providerId="ADAL" clId="{07D332A5-C578-714C-B97C-CD71A5874CF5}" dt="2023-11-22T09:14:27.711" v="3798" actId="20577"/>
          <ac:spMkLst>
            <pc:docMk/>
            <pc:sldMk cId="0" sldId="325"/>
            <ac:spMk id="3" creationId="{8974E867-1A6E-9A3E-C8C5-83AA2D930270}"/>
          </ac:spMkLst>
        </pc:spChg>
        <pc:spChg chg="add mod">
          <ac:chgData name="Ionut Girbea" userId="140628fa-96ce-4361-bce7-5504303d38b3" providerId="ADAL" clId="{07D332A5-C578-714C-B97C-CD71A5874CF5}" dt="2023-11-22T09:14:29.972" v="3799" actId="20577"/>
          <ac:spMkLst>
            <pc:docMk/>
            <pc:sldMk cId="0" sldId="325"/>
            <ac:spMk id="4" creationId="{9C3A5C75-C98F-4016-9975-D1B990355027}"/>
          </ac:spMkLst>
        </pc:spChg>
        <pc:spChg chg="mod">
          <ac:chgData name="Ionut Girbea" userId="140628fa-96ce-4361-bce7-5504303d38b3" providerId="ADAL" clId="{07D332A5-C578-714C-B97C-CD71A5874CF5}" dt="2023-11-16T08:27:29.843" v="1944" actId="255"/>
          <ac:spMkLst>
            <pc:docMk/>
            <pc:sldMk cId="0" sldId="325"/>
            <ac:spMk id="5" creationId="{F48750EA-5382-1930-7D5A-BE6F948B0A9E}"/>
          </ac:spMkLst>
        </pc:spChg>
        <pc:spChg chg="del mod">
          <ac:chgData name="Ionut Girbea" userId="140628fa-96ce-4361-bce7-5504303d38b3" providerId="ADAL" clId="{07D332A5-C578-714C-B97C-CD71A5874CF5}" dt="2023-11-16T08:27:05.332" v="1941" actId="478"/>
          <ac:spMkLst>
            <pc:docMk/>
            <pc:sldMk cId="0" sldId="325"/>
            <ac:spMk id="12" creationId="{593EAD3F-EEC0-E956-AF87-214641A94842}"/>
          </ac:spMkLst>
        </pc:spChg>
        <pc:spChg chg="del mod">
          <ac:chgData name="Ionut Girbea" userId="140628fa-96ce-4361-bce7-5504303d38b3" providerId="ADAL" clId="{07D332A5-C578-714C-B97C-CD71A5874CF5}" dt="2023-11-16T08:27:05.332" v="1941" actId="478"/>
          <ac:spMkLst>
            <pc:docMk/>
            <pc:sldMk cId="0" sldId="325"/>
            <ac:spMk id="15" creationId="{F149EC54-D1A8-B527-F30D-2E65FB7449C3}"/>
          </ac:spMkLst>
        </pc:spChg>
        <pc:spChg chg="del mod">
          <ac:chgData name="Ionut Girbea" userId="140628fa-96ce-4361-bce7-5504303d38b3" providerId="ADAL" clId="{07D332A5-C578-714C-B97C-CD71A5874CF5}" dt="2023-11-16T08:27:05.332" v="1941" actId="478"/>
          <ac:spMkLst>
            <pc:docMk/>
            <pc:sldMk cId="0" sldId="325"/>
            <ac:spMk id="16" creationId="{9D212102-5F29-193E-25C3-BBBCA8B752AD}"/>
          </ac:spMkLst>
        </pc:spChg>
        <pc:picChg chg="add mod">
          <ac:chgData name="Ionut Girbea" userId="140628fa-96ce-4361-bce7-5504303d38b3" providerId="ADAL" clId="{07D332A5-C578-714C-B97C-CD71A5874CF5}" dt="2023-11-16T12:08:54.066" v="2774"/>
          <ac:picMkLst>
            <pc:docMk/>
            <pc:sldMk cId="0" sldId="325"/>
            <ac:picMk id="6" creationId="{E8504EDA-B7DA-CF45-382F-8CB72E36B374}"/>
          </ac:picMkLst>
        </pc:picChg>
        <pc:picChg chg="add mod">
          <ac:chgData name="Ionut Girbea" userId="140628fa-96ce-4361-bce7-5504303d38b3" providerId="ADAL" clId="{07D332A5-C578-714C-B97C-CD71A5874CF5}" dt="2023-11-16T12:08:54.066" v="2774"/>
          <ac:picMkLst>
            <pc:docMk/>
            <pc:sldMk cId="0" sldId="325"/>
            <ac:picMk id="7" creationId="{4426EE4B-8B86-3EC8-4BBD-9CDED911E58E}"/>
          </ac:picMkLst>
        </pc:picChg>
        <pc:picChg chg="add mod">
          <ac:chgData name="Ionut Girbea" userId="140628fa-96ce-4361-bce7-5504303d38b3" providerId="ADAL" clId="{07D332A5-C578-714C-B97C-CD71A5874CF5}" dt="2023-11-16T12:08:54.066" v="2774"/>
          <ac:picMkLst>
            <pc:docMk/>
            <pc:sldMk cId="0" sldId="325"/>
            <ac:picMk id="8" creationId="{F8788F8A-EAC0-EED6-5890-8F7E6C6D8DDF}"/>
          </ac:picMkLst>
        </pc:picChg>
        <pc:picChg chg="del">
          <ac:chgData name="Ionut Girbea" userId="140628fa-96ce-4361-bce7-5504303d38b3" providerId="ADAL" clId="{07D332A5-C578-714C-B97C-CD71A5874CF5}" dt="2023-11-16T12:08:53.383" v="2773" actId="478"/>
          <ac:picMkLst>
            <pc:docMk/>
            <pc:sldMk cId="0" sldId="325"/>
            <ac:picMk id="13" creationId="{48ADB4F2-F92D-3C42-BC92-D1A38CB459B1}"/>
          </ac:picMkLst>
        </pc:picChg>
        <pc:picChg chg="del">
          <ac:chgData name="Ionut Girbea" userId="140628fa-96ce-4361-bce7-5504303d38b3" providerId="ADAL" clId="{07D332A5-C578-714C-B97C-CD71A5874CF5}" dt="2023-11-16T12:08:53.383" v="2773" actId="478"/>
          <ac:picMkLst>
            <pc:docMk/>
            <pc:sldMk cId="0" sldId="325"/>
            <ac:picMk id="14" creationId="{619C54F6-2F80-37F2-A5D9-13ACE08F482F}"/>
          </ac:picMkLst>
        </pc:picChg>
        <pc:picChg chg="del">
          <ac:chgData name="Ionut Girbea" userId="140628fa-96ce-4361-bce7-5504303d38b3" providerId="ADAL" clId="{07D332A5-C578-714C-B97C-CD71A5874CF5}" dt="2023-11-16T12:08:53.383" v="2773" actId="478"/>
          <ac:picMkLst>
            <pc:docMk/>
            <pc:sldMk cId="0" sldId="325"/>
            <ac:picMk id="17" creationId="{B6C4BB72-27B0-560C-92A8-829D82468F8E}"/>
          </ac:picMkLst>
        </pc:picChg>
      </pc:sldChg>
      <pc:sldChg chg="modSp mod modNotes">
        <pc:chgData name="Ionut Girbea" userId="140628fa-96ce-4361-bce7-5504303d38b3" providerId="ADAL" clId="{07D332A5-C578-714C-B97C-CD71A5874CF5}" dt="2023-11-22T09:09:51.760" v="3759" actId="948"/>
        <pc:sldMkLst>
          <pc:docMk/>
          <pc:sldMk cId="0" sldId="326"/>
        </pc:sldMkLst>
        <pc:spChg chg="mod">
          <ac:chgData name="Ionut Girbea" userId="140628fa-96ce-4361-bce7-5504303d38b3" providerId="ADAL" clId="{07D332A5-C578-714C-B97C-CD71A5874CF5}" dt="2023-11-22T09:08:32.053" v="3745" actId="948"/>
          <ac:spMkLst>
            <pc:docMk/>
            <pc:sldMk cId="0" sldId="326"/>
            <ac:spMk id="4" creationId="{A9EDCFD9-BADE-524F-9E34-F35126546A25}"/>
          </ac:spMkLst>
        </pc:spChg>
        <pc:spChg chg="mod">
          <ac:chgData name="Ionut Girbea" userId="140628fa-96ce-4361-bce7-5504303d38b3" providerId="ADAL" clId="{07D332A5-C578-714C-B97C-CD71A5874CF5}" dt="2023-11-22T09:09:16.829" v="3751" actId="207"/>
          <ac:spMkLst>
            <pc:docMk/>
            <pc:sldMk cId="0" sldId="326"/>
            <ac:spMk id="5" creationId="{F21F7009-1570-6089-9B61-FF8F63F9B319}"/>
          </ac:spMkLst>
        </pc:spChg>
        <pc:spChg chg="mod">
          <ac:chgData name="Ionut Girbea" userId="140628fa-96ce-4361-bce7-5504303d38b3" providerId="ADAL" clId="{07D332A5-C578-714C-B97C-CD71A5874CF5}" dt="2023-11-22T09:09:42.846" v="3757" actId="948"/>
          <ac:spMkLst>
            <pc:docMk/>
            <pc:sldMk cId="0" sldId="326"/>
            <ac:spMk id="6" creationId="{F2F70313-4260-189D-01A3-A8559EA4FEFE}"/>
          </ac:spMkLst>
        </pc:spChg>
        <pc:spChg chg="mod">
          <ac:chgData name="Ionut Girbea" userId="140628fa-96ce-4361-bce7-5504303d38b3" providerId="ADAL" clId="{07D332A5-C578-714C-B97C-CD71A5874CF5}" dt="2023-11-22T09:08:41.815" v="3747" actId="207"/>
          <ac:spMkLst>
            <pc:docMk/>
            <pc:sldMk cId="0" sldId="326"/>
            <ac:spMk id="8" creationId="{A17D7F1A-7508-B609-557D-45D52C98795D}"/>
          </ac:spMkLst>
        </pc:spChg>
        <pc:spChg chg="mod">
          <ac:chgData name="Ionut Girbea" userId="140628fa-96ce-4361-bce7-5504303d38b3" providerId="ADAL" clId="{07D332A5-C578-714C-B97C-CD71A5874CF5}" dt="2023-11-22T09:09:24.852" v="3753" actId="948"/>
          <ac:spMkLst>
            <pc:docMk/>
            <pc:sldMk cId="0" sldId="326"/>
            <ac:spMk id="9" creationId="{204456A4-61E0-760A-2D36-183C8E0BF495}"/>
          </ac:spMkLst>
        </pc:spChg>
        <pc:spChg chg="mod">
          <ac:chgData name="Ionut Girbea" userId="140628fa-96ce-4361-bce7-5504303d38b3" providerId="ADAL" clId="{07D332A5-C578-714C-B97C-CD71A5874CF5}" dt="2023-11-22T09:09:51.760" v="3759" actId="948"/>
          <ac:spMkLst>
            <pc:docMk/>
            <pc:sldMk cId="0" sldId="326"/>
            <ac:spMk id="10" creationId="{52784B9F-E865-5DBA-ECF0-2C85939BFB6E}"/>
          </ac:spMkLst>
        </pc:spChg>
        <pc:spChg chg="mod">
          <ac:chgData name="Ionut Girbea" userId="140628fa-96ce-4361-bce7-5504303d38b3" providerId="ADAL" clId="{07D332A5-C578-714C-B97C-CD71A5874CF5}" dt="2023-11-22T09:08:22.143" v="3743" actId="948"/>
          <ac:spMkLst>
            <pc:docMk/>
            <pc:sldMk cId="0" sldId="326"/>
            <ac:spMk id="1086" creationId="{00000000-0000-0000-0000-000000000000}"/>
          </ac:spMkLst>
        </pc:spChg>
        <pc:spChg chg="mod">
          <ac:chgData name="Ionut Girbea" userId="140628fa-96ce-4361-bce7-5504303d38b3" providerId="ADAL" clId="{07D332A5-C578-714C-B97C-CD71A5874CF5}" dt="2023-11-22T09:08:57.261" v="3749" actId="207"/>
          <ac:spMkLst>
            <pc:docMk/>
            <pc:sldMk cId="0" sldId="326"/>
            <ac:spMk id="1087" creationId="{00000000-0000-0000-0000-000000000000}"/>
          </ac:spMkLst>
        </pc:spChg>
        <pc:spChg chg="mod">
          <ac:chgData name="Ionut Girbea" userId="140628fa-96ce-4361-bce7-5504303d38b3" providerId="ADAL" clId="{07D332A5-C578-714C-B97C-CD71A5874CF5}" dt="2023-11-22T09:09:34.103" v="3755" actId="948"/>
          <ac:spMkLst>
            <pc:docMk/>
            <pc:sldMk cId="0" sldId="326"/>
            <ac:spMk id="1088" creationId="{00000000-0000-0000-0000-000000000000}"/>
          </ac:spMkLst>
        </pc:spChg>
        <pc:spChg chg="mod">
          <ac:chgData name="Ionut Girbea" userId="140628fa-96ce-4361-bce7-5504303d38b3" providerId="ADAL" clId="{07D332A5-C578-714C-B97C-CD71A5874CF5}" dt="2023-11-09T12:12:24.961" v="290" actId="113"/>
          <ac:spMkLst>
            <pc:docMk/>
            <pc:sldMk cId="0" sldId="326"/>
            <ac:spMk id="1094" creationId="{00000000-0000-0000-0000-000000000000}"/>
          </ac:spMkLst>
        </pc:spChg>
        <pc:picChg chg="mod">
          <ac:chgData name="Ionut Girbea" userId="140628fa-96ce-4361-bce7-5504303d38b3" providerId="ADAL" clId="{07D332A5-C578-714C-B97C-CD71A5874CF5}" dt="2023-11-16T12:09:06.287" v="2775" actId="14826"/>
          <ac:picMkLst>
            <pc:docMk/>
            <pc:sldMk cId="0" sldId="326"/>
            <ac:picMk id="1095" creationId="{00000000-0000-0000-0000-000000000000}"/>
          </ac:picMkLst>
        </pc:picChg>
      </pc:sldChg>
      <pc:sldChg chg="addSp delSp modSp mod modNotes">
        <pc:chgData name="Ionut Girbea" userId="140628fa-96ce-4361-bce7-5504303d38b3" providerId="ADAL" clId="{07D332A5-C578-714C-B97C-CD71A5874CF5}" dt="2023-11-22T09:11:38.613" v="3777" actId="948"/>
        <pc:sldMkLst>
          <pc:docMk/>
          <pc:sldMk cId="0" sldId="327"/>
        </pc:sldMkLst>
        <pc:spChg chg="add mod">
          <ac:chgData name="Ionut Girbea" userId="140628fa-96ce-4361-bce7-5504303d38b3" providerId="ADAL" clId="{07D332A5-C578-714C-B97C-CD71A5874CF5}" dt="2023-11-22T09:10:16.705" v="3761" actId="948"/>
          <ac:spMkLst>
            <pc:docMk/>
            <pc:sldMk cId="0" sldId="327"/>
            <ac:spMk id="2" creationId="{C756E66E-D72B-1FAD-CF43-059DF524E9CC}"/>
          </ac:spMkLst>
        </pc:spChg>
        <pc:spChg chg="add mod">
          <ac:chgData name="Ionut Girbea" userId="140628fa-96ce-4361-bce7-5504303d38b3" providerId="ADAL" clId="{07D332A5-C578-714C-B97C-CD71A5874CF5}" dt="2023-11-22T09:11:09.614" v="3771" actId="207"/>
          <ac:spMkLst>
            <pc:docMk/>
            <pc:sldMk cId="0" sldId="327"/>
            <ac:spMk id="3" creationId="{E9336699-5A82-2C8E-BA42-CCD0C591FA5A}"/>
          </ac:spMkLst>
        </pc:spChg>
        <pc:spChg chg="add mod">
          <ac:chgData name="Ionut Girbea" userId="140628fa-96ce-4361-bce7-5504303d38b3" providerId="ADAL" clId="{07D332A5-C578-714C-B97C-CD71A5874CF5}" dt="2023-11-22T09:11:19.924" v="3773" actId="948"/>
          <ac:spMkLst>
            <pc:docMk/>
            <pc:sldMk cId="0" sldId="327"/>
            <ac:spMk id="4" creationId="{0AE289E8-69CA-EDF9-B891-1A6A7BF4540F}"/>
          </ac:spMkLst>
        </pc:spChg>
        <pc:spChg chg="add mod">
          <ac:chgData name="Ionut Girbea" userId="140628fa-96ce-4361-bce7-5504303d38b3" providerId="ADAL" clId="{07D332A5-C578-714C-B97C-CD71A5874CF5}" dt="2023-11-22T09:10:26.655" v="3763" actId="948"/>
          <ac:spMkLst>
            <pc:docMk/>
            <pc:sldMk cId="0" sldId="327"/>
            <ac:spMk id="5" creationId="{914BCB04-3566-DE23-2EB8-34650FA0A264}"/>
          </ac:spMkLst>
        </pc:spChg>
        <pc:spChg chg="add mod">
          <ac:chgData name="Ionut Girbea" userId="140628fa-96ce-4361-bce7-5504303d38b3" providerId="ADAL" clId="{07D332A5-C578-714C-B97C-CD71A5874CF5}" dt="2023-11-22T09:11:06.617" v="3770" actId="207"/>
          <ac:spMkLst>
            <pc:docMk/>
            <pc:sldMk cId="0" sldId="327"/>
            <ac:spMk id="6" creationId="{30F76FFD-3EFF-22BB-07C4-15AE07309CB6}"/>
          </ac:spMkLst>
        </pc:spChg>
        <pc:spChg chg="add mod">
          <ac:chgData name="Ionut Girbea" userId="140628fa-96ce-4361-bce7-5504303d38b3" providerId="ADAL" clId="{07D332A5-C578-714C-B97C-CD71A5874CF5}" dt="2023-11-22T09:11:28.963" v="3775" actId="948"/>
          <ac:spMkLst>
            <pc:docMk/>
            <pc:sldMk cId="0" sldId="327"/>
            <ac:spMk id="7" creationId="{F711D79A-F59A-8D5E-BD34-8F2FD8F31C1C}"/>
          </ac:spMkLst>
        </pc:spChg>
        <pc:spChg chg="add mod">
          <ac:chgData name="Ionut Girbea" userId="140628fa-96ce-4361-bce7-5504303d38b3" providerId="ADAL" clId="{07D332A5-C578-714C-B97C-CD71A5874CF5}" dt="2023-11-22T09:10:39.328" v="3765" actId="948"/>
          <ac:spMkLst>
            <pc:docMk/>
            <pc:sldMk cId="0" sldId="327"/>
            <ac:spMk id="8" creationId="{AE2A256D-E45C-77A4-CE26-53DB5B109086}"/>
          </ac:spMkLst>
        </pc:spChg>
        <pc:spChg chg="add mod">
          <ac:chgData name="Ionut Girbea" userId="140628fa-96ce-4361-bce7-5504303d38b3" providerId="ADAL" clId="{07D332A5-C578-714C-B97C-CD71A5874CF5}" dt="2023-11-22T09:11:03.846" v="3769" actId="207"/>
          <ac:spMkLst>
            <pc:docMk/>
            <pc:sldMk cId="0" sldId="327"/>
            <ac:spMk id="9" creationId="{F9D14EC4-407C-58B8-825C-C60E612A275A}"/>
          </ac:spMkLst>
        </pc:spChg>
        <pc:spChg chg="add mod">
          <ac:chgData name="Ionut Girbea" userId="140628fa-96ce-4361-bce7-5504303d38b3" providerId="ADAL" clId="{07D332A5-C578-714C-B97C-CD71A5874CF5}" dt="2023-11-22T09:11:38.613" v="3777" actId="948"/>
          <ac:spMkLst>
            <pc:docMk/>
            <pc:sldMk cId="0" sldId="327"/>
            <ac:spMk id="10" creationId="{88B0CAD1-03C8-FDB8-6F31-0C08490C1C9F}"/>
          </ac:spMkLst>
        </pc:spChg>
        <pc:spChg chg="mod">
          <ac:chgData name="Ionut Girbea" userId="140628fa-96ce-4361-bce7-5504303d38b3" providerId="ADAL" clId="{07D332A5-C578-714C-B97C-CD71A5874CF5}" dt="2023-11-09T12:12:30.432" v="291" actId="113"/>
          <ac:spMkLst>
            <pc:docMk/>
            <pc:sldMk cId="0" sldId="327"/>
            <ac:spMk id="20" creationId="{0D124FC7-CF28-9949-5B80-E3BEB863FC63}"/>
          </ac:spMkLst>
        </pc:spChg>
        <pc:spChg chg="del mod">
          <ac:chgData name="Ionut Girbea" userId="140628fa-96ce-4361-bce7-5504303d38b3" providerId="ADAL" clId="{07D332A5-C578-714C-B97C-CD71A5874CF5}" dt="2023-11-16T09:03:19.866" v="2511" actId="478"/>
          <ac:spMkLst>
            <pc:docMk/>
            <pc:sldMk cId="0" sldId="327"/>
            <ac:spMk id="30" creationId="{9D20F680-1387-1F09-1F6A-0727CD7873D1}"/>
          </ac:spMkLst>
        </pc:spChg>
        <pc:spChg chg="del mod">
          <ac:chgData name="Ionut Girbea" userId="140628fa-96ce-4361-bce7-5504303d38b3" providerId="ADAL" clId="{07D332A5-C578-714C-B97C-CD71A5874CF5}" dt="2023-11-16T09:03:19.866" v="2511" actId="478"/>
          <ac:spMkLst>
            <pc:docMk/>
            <pc:sldMk cId="0" sldId="327"/>
            <ac:spMk id="31" creationId="{73091500-50DC-6D8A-5FA1-6DA3CBFEDCA8}"/>
          </ac:spMkLst>
        </pc:spChg>
        <pc:spChg chg="del mod">
          <ac:chgData name="Ionut Girbea" userId="140628fa-96ce-4361-bce7-5504303d38b3" providerId="ADAL" clId="{07D332A5-C578-714C-B97C-CD71A5874CF5}" dt="2023-11-16T09:03:19.866" v="2511" actId="478"/>
          <ac:spMkLst>
            <pc:docMk/>
            <pc:sldMk cId="0" sldId="327"/>
            <ac:spMk id="32" creationId="{EA3BE020-83C4-A171-8D76-6722330D6042}"/>
          </ac:spMkLst>
        </pc:spChg>
        <pc:spChg chg="del mod">
          <ac:chgData name="Ionut Girbea" userId="140628fa-96ce-4361-bce7-5504303d38b3" providerId="ADAL" clId="{07D332A5-C578-714C-B97C-CD71A5874CF5}" dt="2023-11-16T09:03:19.866" v="2511" actId="478"/>
          <ac:spMkLst>
            <pc:docMk/>
            <pc:sldMk cId="0" sldId="327"/>
            <ac:spMk id="33" creationId="{E511056E-52FD-3C22-C52F-D64BAA20C2DE}"/>
          </ac:spMkLst>
        </pc:spChg>
        <pc:spChg chg="del mod">
          <ac:chgData name="Ionut Girbea" userId="140628fa-96ce-4361-bce7-5504303d38b3" providerId="ADAL" clId="{07D332A5-C578-714C-B97C-CD71A5874CF5}" dt="2023-11-16T09:03:19.866" v="2511" actId="478"/>
          <ac:spMkLst>
            <pc:docMk/>
            <pc:sldMk cId="0" sldId="327"/>
            <ac:spMk id="34" creationId="{6BB14CD9-C9C4-C983-6321-4EB74D75160C}"/>
          </ac:spMkLst>
        </pc:spChg>
        <pc:spChg chg="del mod">
          <ac:chgData name="Ionut Girbea" userId="140628fa-96ce-4361-bce7-5504303d38b3" providerId="ADAL" clId="{07D332A5-C578-714C-B97C-CD71A5874CF5}" dt="2023-11-16T09:03:19.866" v="2511" actId="478"/>
          <ac:spMkLst>
            <pc:docMk/>
            <pc:sldMk cId="0" sldId="327"/>
            <ac:spMk id="35" creationId="{55730F78-81F7-6448-C97D-0246DFACA3FC}"/>
          </ac:spMkLst>
        </pc:spChg>
        <pc:spChg chg="del mod">
          <ac:chgData name="Ionut Girbea" userId="140628fa-96ce-4361-bce7-5504303d38b3" providerId="ADAL" clId="{07D332A5-C578-714C-B97C-CD71A5874CF5}" dt="2023-11-16T09:03:19.866" v="2511" actId="478"/>
          <ac:spMkLst>
            <pc:docMk/>
            <pc:sldMk cId="0" sldId="327"/>
            <ac:spMk id="36" creationId="{04092F21-CCF4-6E45-AAE7-3E4DCF8260CF}"/>
          </ac:spMkLst>
        </pc:spChg>
        <pc:spChg chg="del mod">
          <ac:chgData name="Ionut Girbea" userId="140628fa-96ce-4361-bce7-5504303d38b3" providerId="ADAL" clId="{07D332A5-C578-714C-B97C-CD71A5874CF5}" dt="2023-11-16T09:03:19.866" v="2511" actId="478"/>
          <ac:spMkLst>
            <pc:docMk/>
            <pc:sldMk cId="0" sldId="327"/>
            <ac:spMk id="37" creationId="{6A0C1B42-A526-E53C-FCD7-28869B99A72A}"/>
          </ac:spMkLst>
        </pc:spChg>
        <pc:spChg chg="del mod">
          <ac:chgData name="Ionut Girbea" userId="140628fa-96ce-4361-bce7-5504303d38b3" providerId="ADAL" clId="{07D332A5-C578-714C-B97C-CD71A5874CF5}" dt="2023-11-16T09:03:19.866" v="2511" actId="478"/>
          <ac:spMkLst>
            <pc:docMk/>
            <pc:sldMk cId="0" sldId="327"/>
            <ac:spMk id="38" creationId="{2E460DFA-0253-D6CB-1C76-A3755333D39A}"/>
          </ac:spMkLst>
        </pc:spChg>
        <pc:picChg chg="add mod">
          <ac:chgData name="Ionut Girbea" userId="140628fa-96ce-4361-bce7-5504303d38b3" providerId="ADAL" clId="{07D332A5-C578-714C-B97C-CD71A5874CF5}" dt="2023-11-16T12:09:10.383" v="2777"/>
          <ac:picMkLst>
            <pc:docMk/>
            <pc:sldMk cId="0" sldId="327"/>
            <ac:picMk id="11" creationId="{005E99C6-E5FE-BEB2-7FF5-673E9E1CA643}"/>
          </ac:picMkLst>
        </pc:picChg>
        <pc:picChg chg="del">
          <ac:chgData name="Ionut Girbea" userId="140628fa-96ce-4361-bce7-5504303d38b3" providerId="ADAL" clId="{07D332A5-C578-714C-B97C-CD71A5874CF5}" dt="2023-11-16T12:09:09.769" v="2776" actId="478"/>
          <ac:picMkLst>
            <pc:docMk/>
            <pc:sldMk cId="0" sldId="327"/>
            <ac:picMk id="21" creationId="{EB87BD3D-2A84-1698-4E91-14F594E8383C}"/>
          </ac:picMkLst>
        </pc:picChg>
      </pc:sldChg>
      <pc:sldChg chg="addSp delSp modSp mod modNotes">
        <pc:chgData name="Ionut Girbea" userId="140628fa-96ce-4361-bce7-5504303d38b3" providerId="ADAL" clId="{07D332A5-C578-714C-B97C-CD71A5874CF5}" dt="2023-11-16T12:10:39.044" v="2790" actId="14826"/>
        <pc:sldMkLst>
          <pc:docMk/>
          <pc:sldMk cId="0" sldId="328"/>
        </pc:sldMkLst>
        <pc:spChg chg="mod">
          <ac:chgData name="Ionut Girbea" userId="140628fa-96ce-4361-bce7-5504303d38b3" providerId="ADAL" clId="{07D332A5-C578-714C-B97C-CD71A5874CF5}" dt="2023-11-09T12:12:36.461" v="292" actId="113"/>
          <ac:spMkLst>
            <pc:docMk/>
            <pc:sldMk cId="0" sldId="328"/>
            <ac:spMk id="4" creationId="{5EBCB0F8-841A-A446-2362-3E0C0F981EA5}"/>
          </ac:spMkLst>
        </pc:spChg>
        <pc:spChg chg="mod topLvl">
          <ac:chgData name="Ionut Girbea" userId="140628fa-96ce-4361-bce7-5504303d38b3" providerId="ADAL" clId="{07D332A5-C578-714C-B97C-CD71A5874CF5}" dt="2023-11-16T12:09:42.544" v="2783" actId="165"/>
          <ac:spMkLst>
            <pc:docMk/>
            <pc:sldMk cId="0" sldId="328"/>
            <ac:spMk id="1124" creationId="{00000000-0000-0000-0000-000000000000}"/>
          </ac:spMkLst>
        </pc:spChg>
        <pc:spChg chg="mod topLvl">
          <ac:chgData name="Ionut Girbea" userId="140628fa-96ce-4361-bce7-5504303d38b3" providerId="ADAL" clId="{07D332A5-C578-714C-B97C-CD71A5874CF5}" dt="2023-11-16T12:09:42.544" v="2783" actId="165"/>
          <ac:spMkLst>
            <pc:docMk/>
            <pc:sldMk cId="0" sldId="328"/>
            <ac:spMk id="1125" creationId="{00000000-0000-0000-0000-000000000000}"/>
          </ac:spMkLst>
        </pc:spChg>
        <pc:spChg chg="mod topLvl">
          <ac:chgData name="Ionut Girbea" userId="140628fa-96ce-4361-bce7-5504303d38b3" providerId="ADAL" clId="{07D332A5-C578-714C-B97C-CD71A5874CF5}" dt="2023-11-16T12:09:42.544" v="2783" actId="165"/>
          <ac:spMkLst>
            <pc:docMk/>
            <pc:sldMk cId="0" sldId="328"/>
            <ac:spMk id="1126" creationId="{00000000-0000-0000-0000-000000000000}"/>
          </ac:spMkLst>
        </pc:spChg>
        <pc:spChg chg="mod topLvl">
          <ac:chgData name="Ionut Girbea" userId="140628fa-96ce-4361-bce7-5504303d38b3" providerId="ADAL" clId="{07D332A5-C578-714C-B97C-CD71A5874CF5}" dt="2023-11-16T12:09:46.194" v="2784" actId="165"/>
          <ac:spMkLst>
            <pc:docMk/>
            <pc:sldMk cId="0" sldId="328"/>
            <ac:spMk id="1129" creationId="{00000000-0000-0000-0000-000000000000}"/>
          </ac:spMkLst>
        </pc:spChg>
        <pc:spChg chg="mod topLvl">
          <ac:chgData name="Ionut Girbea" userId="140628fa-96ce-4361-bce7-5504303d38b3" providerId="ADAL" clId="{07D332A5-C578-714C-B97C-CD71A5874CF5}" dt="2023-11-16T12:09:46.194" v="2784" actId="165"/>
          <ac:spMkLst>
            <pc:docMk/>
            <pc:sldMk cId="0" sldId="328"/>
            <ac:spMk id="1130" creationId="{00000000-0000-0000-0000-000000000000}"/>
          </ac:spMkLst>
        </pc:spChg>
        <pc:spChg chg="mod topLvl">
          <ac:chgData name="Ionut Girbea" userId="140628fa-96ce-4361-bce7-5504303d38b3" providerId="ADAL" clId="{07D332A5-C578-714C-B97C-CD71A5874CF5}" dt="2023-11-16T12:09:46.194" v="2784" actId="165"/>
          <ac:spMkLst>
            <pc:docMk/>
            <pc:sldMk cId="0" sldId="328"/>
            <ac:spMk id="1131" creationId="{00000000-0000-0000-0000-000000000000}"/>
          </ac:spMkLst>
        </pc:spChg>
        <pc:spChg chg="mod topLvl">
          <ac:chgData name="Ionut Girbea" userId="140628fa-96ce-4361-bce7-5504303d38b3" providerId="ADAL" clId="{07D332A5-C578-714C-B97C-CD71A5874CF5}" dt="2023-11-16T12:09:51.076" v="2785" actId="165"/>
          <ac:spMkLst>
            <pc:docMk/>
            <pc:sldMk cId="0" sldId="328"/>
            <ac:spMk id="1134" creationId="{00000000-0000-0000-0000-000000000000}"/>
          </ac:spMkLst>
        </pc:spChg>
        <pc:spChg chg="mod topLvl">
          <ac:chgData name="Ionut Girbea" userId="140628fa-96ce-4361-bce7-5504303d38b3" providerId="ADAL" clId="{07D332A5-C578-714C-B97C-CD71A5874CF5}" dt="2023-11-16T12:09:51.076" v="2785" actId="165"/>
          <ac:spMkLst>
            <pc:docMk/>
            <pc:sldMk cId="0" sldId="328"/>
            <ac:spMk id="1135" creationId="{00000000-0000-0000-0000-000000000000}"/>
          </ac:spMkLst>
        </pc:spChg>
        <pc:spChg chg="mod topLvl">
          <ac:chgData name="Ionut Girbea" userId="140628fa-96ce-4361-bce7-5504303d38b3" providerId="ADAL" clId="{07D332A5-C578-714C-B97C-CD71A5874CF5}" dt="2023-11-16T12:09:51.076" v="2785" actId="165"/>
          <ac:spMkLst>
            <pc:docMk/>
            <pc:sldMk cId="0" sldId="328"/>
            <ac:spMk id="1136" creationId="{00000000-0000-0000-0000-000000000000}"/>
          </ac:spMkLst>
        </pc:spChg>
        <pc:spChg chg="mod topLvl">
          <ac:chgData name="Ionut Girbea" userId="140628fa-96ce-4361-bce7-5504303d38b3" providerId="ADAL" clId="{07D332A5-C578-714C-B97C-CD71A5874CF5}" dt="2023-11-16T12:09:55.379" v="2786" actId="165"/>
          <ac:spMkLst>
            <pc:docMk/>
            <pc:sldMk cId="0" sldId="328"/>
            <ac:spMk id="1139" creationId="{00000000-0000-0000-0000-000000000000}"/>
          </ac:spMkLst>
        </pc:spChg>
        <pc:spChg chg="mod topLvl">
          <ac:chgData name="Ionut Girbea" userId="140628fa-96ce-4361-bce7-5504303d38b3" providerId="ADAL" clId="{07D332A5-C578-714C-B97C-CD71A5874CF5}" dt="2023-11-16T12:09:55.379" v="2786" actId="165"/>
          <ac:spMkLst>
            <pc:docMk/>
            <pc:sldMk cId="0" sldId="328"/>
            <ac:spMk id="1140" creationId="{00000000-0000-0000-0000-000000000000}"/>
          </ac:spMkLst>
        </pc:spChg>
        <pc:spChg chg="mod topLvl">
          <ac:chgData name="Ionut Girbea" userId="140628fa-96ce-4361-bce7-5504303d38b3" providerId="ADAL" clId="{07D332A5-C578-714C-B97C-CD71A5874CF5}" dt="2023-11-16T12:09:55.379" v="2786" actId="165"/>
          <ac:spMkLst>
            <pc:docMk/>
            <pc:sldMk cId="0" sldId="328"/>
            <ac:spMk id="1141" creationId="{00000000-0000-0000-0000-000000000000}"/>
          </ac:spMkLst>
        </pc:spChg>
        <pc:grpChg chg="add mod">
          <ac:chgData name="Ionut Girbea" userId="140628fa-96ce-4361-bce7-5504303d38b3" providerId="ADAL" clId="{07D332A5-C578-714C-B97C-CD71A5874CF5}" dt="2023-11-16T12:09:39.476" v="2782" actId="338"/>
          <ac:grpSpMkLst>
            <pc:docMk/>
            <pc:sldMk cId="0" sldId="328"/>
            <ac:grpSpMk id="3" creationId="{7FCA8623-DE71-07E9-F87C-521044A5832C}"/>
          </ac:grpSpMkLst>
        </pc:grpChg>
        <pc:grpChg chg="del mod topLvl">
          <ac:chgData name="Ionut Girbea" userId="140628fa-96ce-4361-bce7-5504303d38b3" providerId="ADAL" clId="{07D332A5-C578-714C-B97C-CD71A5874CF5}" dt="2023-11-16T12:09:42.544" v="2783" actId="165"/>
          <ac:grpSpMkLst>
            <pc:docMk/>
            <pc:sldMk cId="0" sldId="328"/>
            <ac:grpSpMk id="1128" creationId="{00000000-0000-0000-0000-000000000000}"/>
          </ac:grpSpMkLst>
        </pc:grpChg>
        <pc:grpChg chg="del mod topLvl">
          <ac:chgData name="Ionut Girbea" userId="140628fa-96ce-4361-bce7-5504303d38b3" providerId="ADAL" clId="{07D332A5-C578-714C-B97C-CD71A5874CF5}" dt="2023-11-16T12:09:46.194" v="2784" actId="165"/>
          <ac:grpSpMkLst>
            <pc:docMk/>
            <pc:sldMk cId="0" sldId="328"/>
            <ac:grpSpMk id="1133" creationId="{00000000-0000-0000-0000-000000000000}"/>
          </ac:grpSpMkLst>
        </pc:grpChg>
        <pc:grpChg chg="del mod topLvl">
          <ac:chgData name="Ionut Girbea" userId="140628fa-96ce-4361-bce7-5504303d38b3" providerId="ADAL" clId="{07D332A5-C578-714C-B97C-CD71A5874CF5}" dt="2023-11-16T12:09:51.076" v="2785" actId="165"/>
          <ac:grpSpMkLst>
            <pc:docMk/>
            <pc:sldMk cId="0" sldId="328"/>
            <ac:grpSpMk id="1138" creationId="{00000000-0000-0000-0000-000000000000}"/>
          </ac:grpSpMkLst>
        </pc:grpChg>
        <pc:grpChg chg="del mod topLvl">
          <ac:chgData name="Ionut Girbea" userId="140628fa-96ce-4361-bce7-5504303d38b3" providerId="ADAL" clId="{07D332A5-C578-714C-B97C-CD71A5874CF5}" dt="2023-11-16T12:09:55.379" v="2786" actId="165"/>
          <ac:grpSpMkLst>
            <pc:docMk/>
            <pc:sldMk cId="0" sldId="328"/>
            <ac:grpSpMk id="1143" creationId="{00000000-0000-0000-0000-000000000000}"/>
          </ac:grpSpMkLst>
        </pc:grpChg>
        <pc:grpChg chg="del">
          <ac:chgData name="Ionut Girbea" userId="140628fa-96ce-4361-bce7-5504303d38b3" providerId="ADAL" clId="{07D332A5-C578-714C-B97C-CD71A5874CF5}" dt="2023-11-16T12:09:33.015" v="2780" actId="165"/>
          <ac:grpSpMkLst>
            <pc:docMk/>
            <pc:sldMk cId="0" sldId="328"/>
            <ac:grpSpMk id="1144" creationId="{00000000-0000-0000-0000-000000000000}"/>
          </ac:grpSpMkLst>
        </pc:grpChg>
        <pc:picChg chg="add mod">
          <ac:chgData name="Ionut Girbea" userId="140628fa-96ce-4361-bce7-5504303d38b3" providerId="ADAL" clId="{07D332A5-C578-714C-B97C-CD71A5874CF5}" dt="2023-11-16T12:09:14.712" v="2779"/>
          <ac:picMkLst>
            <pc:docMk/>
            <pc:sldMk cId="0" sldId="328"/>
            <ac:picMk id="2" creationId="{6A768D6A-5164-1B2E-99DC-9AF2292BFD2A}"/>
          </ac:picMkLst>
        </pc:picChg>
        <pc:picChg chg="del">
          <ac:chgData name="Ionut Girbea" userId="140628fa-96ce-4361-bce7-5504303d38b3" providerId="ADAL" clId="{07D332A5-C578-714C-B97C-CD71A5874CF5}" dt="2023-11-16T12:09:14.099" v="2778" actId="478"/>
          <ac:picMkLst>
            <pc:docMk/>
            <pc:sldMk cId="0" sldId="328"/>
            <ac:picMk id="5" creationId="{4E1E7446-C7EE-1B65-6DCC-38AA8E7B82CE}"/>
          </ac:picMkLst>
        </pc:picChg>
        <pc:picChg chg="mod topLvl">
          <ac:chgData name="Ionut Girbea" userId="140628fa-96ce-4361-bce7-5504303d38b3" providerId="ADAL" clId="{07D332A5-C578-714C-B97C-CD71A5874CF5}" dt="2023-11-16T12:10:12.998" v="2787" actId="14826"/>
          <ac:picMkLst>
            <pc:docMk/>
            <pc:sldMk cId="0" sldId="328"/>
            <ac:picMk id="1127" creationId="{00000000-0000-0000-0000-000000000000}"/>
          </ac:picMkLst>
        </pc:picChg>
        <pc:picChg chg="mod topLvl">
          <ac:chgData name="Ionut Girbea" userId="140628fa-96ce-4361-bce7-5504303d38b3" providerId="ADAL" clId="{07D332A5-C578-714C-B97C-CD71A5874CF5}" dt="2023-11-16T12:10:30.297" v="2789" actId="14826"/>
          <ac:picMkLst>
            <pc:docMk/>
            <pc:sldMk cId="0" sldId="328"/>
            <ac:picMk id="1132" creationId="{00000000-0000-0000-0000-000000000000}"/>
          </ac:picMkLst>
        </pc:picChg>
        <pc:picChg chg="mod topLvl">
          <ac:chgData name="Ionut Girbea" userId="140628fa-96ce-4361-bce7-5504303d38b3" providerId="ADAL" clId="{07D332A5-C578-714C-B97C-CD71A5874CF5}" dt="2023-11-16T12:10:19.342" v="2788" actId="14826"/>
          <ac:picMkLst>
            <pc:docMk/>
            <pc:sldMk cId="0" sldId="328"/>
            <ac:picMk id="1137" creationId="{00000000-0000-0000-0000-000000000000}"/>
          </ac:picMkLst>
        </pc:picChg>
        <pc:picChg chg="mod topLvl">
          <ac:chgData name="Ionut Girbea" userId="140628fa-96ce-4361-bce7-5504303d38b3" providerId="ADAL" clId="{07D332A5-C578-714C-B97C-CD71A5874CF5}" dt="2023-11-16T12:10:39.044" v="2790" actId="14826"/>
          <ac:picMkLst>
            <pc:docMk/>
            <pc:sldMk cId="0" sldId="328"/>
            <ac:picMk id="1142" creationId="{00000000-0000-0000-0000-000000000000}"/>
          </ac:picMkLst>
        </pc:picChg>
      </pc:sldChg>
      <pc:sldChg chg="modSp mod modNotes">
        <pc:chgData name="Ionut Girbea" userId="140628fa-96ce-4361-bce7-5504303d38b3" providerId="ADAL" clId="{07D332A5-C578-714C-B97C-CD71A5874CF5}" dt="2023-11-16T08:29:25.829" v="1956" actId="20577"/>
        <pc:sldMkLst>
          <pc:docMk/>
          <pc:sldMk cId="0" sldId="329"/>
        </pc:sldMkLst>
        <pc:spChg chg="mod">
          <ac:chgData name="Ionut Girbea" userId="140628fa-96ce-4361-bce7-5504303d38b3" providerId="ADAL" clId="{07D332A5-C578-714C-B97C-CD71A5874CF5}" dt="2023-11-09T12:12:47.847" v="293" actId="113"/>
          <ac:spMkLst>
            <pc:docMk/>
            <pc:sldMk cId="0" sldId="329"/>
            <ac:spMk id="3" creationId="{FD1248A7-D55A-2C71-1668-0CF19E350632}"/>
          </ac:spMkLst>
        </pc:spChg>
        <pc:spChg chg="mod">
          <ac:chgData name="Ionut Girbea" userId="140628fa-96ce-4361-bce7-5504303d38b3" providerId="ADAL" clId="{07D332A5-C578-714C-B97C-CD71A5874CF5}" dt="2023-11-16T08:29:25.829" v="1956" actId="20577"/>
          <ac:spMkLst>
            <pc:docMk/>
            <pc:sldMk cId="0" sldId="329"/>
            <ac:spMk id="6" creationId="{090F2FBC-139F-3688-BE14-5677EDEEDC84}"/>
          </ac:spMkLst>
        </pc:spChg>
      </pc:sldChg>
      <pc:sldChg chg="addSp delSp modSp mod modNotes">
        <pc:chgData name="Ionut Girbea" userId="140628fa-96ce-4361-bce7-5504303d38b3" providerId="ADAL" clId="{07D332A5-C578-714C-B97C-CD71A5874CF5}" dt="2023-11-16T08:30:54.909" v="1969" actId="404"/>
        <pc:sldMkLst>
          <pc:docMk/>
          <pc:sldMk cId="0" sldId="330"/>
        </pc:sldMkLst>
        <pc:spChg chg="add mod">
          <ac:chgData name="Ionut Girbea" userId="140628fa-96ce-4361-bce7-5504303d38b3" providerId="ADAL" clId="{07D332A5-C578-714C-B97C-CD71A5874CF5}" dt="2023-11-16T08:29:32.516" v="1958"/>
          <ac:spMkLst>
            <pc:docMk/>
            <pc:sldMk cId="0" sldId="330"/>
            <ac:spMk id="2" creationId="{3C70E2E3-E72F-816D-FF85-A4606E9B2AE8}"/>
          </ac:spMkLst>
        </pc:spChg>
        <pc:spChg chg="add del mod">
          <ac:chgData name="Ionut Girbea" userId="140628fa-96ce-4361-bce7-5504303d38b3" providerId="ADAL" clId="{07D332A5-C578-714C-B97C-CD71A5874CF5}" dt="2023-11-16T08:29:44.281" v="1960"/>
          <ac:spMkLst>
            <pc:docMk/>
            <pc:sldMk cId="0" sldId="330"/>
            <ac:spMk id="3" creationId="{7102069A-9D50-D109-8C51-07844B5F2DC9}"/>
          </ac:spMkLst>
        </pc:spChg>
        <pc:spChg chg="mod">
          <ac:chgData name="Ionut Girbea" userId="140628fa-96ce-4361-bce7-5504303d38b3" providerId="ADAL" clId="{07D332A5-C578-714C-B97C-CD71A5874CF5}" dt="2023-11-09T12:18:55.605" v="321" actId="113"/>
          <ac:spMkLst>
            <pc:docMk/>
            <pc:sldMk cId="0" sldId="330"/>
            <ac:spMk id="6" creationId="{3B36A9A8-4A46-580C-6E2E-69B0DC96D8B5}"/>
          </ac:spMkLst>
        </pc:spChg>
        <pc:spChg chg="del mod">
          <ac:chgData name="Ionut Girbea" userId="140628fa-96ce-4361-bce7-5504303d38b3" providerId="ADAL" clId="{07D332A5-C578-714C-B97C-CD71A5874CF5}" dt="2023-11-16T08:29:31.805" v="1957" actId="478"/>
          <ac:spMkLst>
            <pc:docMk/>
            <pc:sldMk cId="0" sldId="330"/>
            <ac:spMk id="8" creationId="{2BE79B81-6AE5-3781-4E3C-BAB1A378C6C9}"/>
          </ac:spMkLst>
        </pc:spChg>
        <pc:spChg chg="mod">
          <ac:chgData name="Ionut Girbea" userId="140628fa-96ce-4361-bce7-5504303d38b3" providerId="ADAL" clId="{07D332A5-C578-714C-B97C-CD71A5874CF5}" dt="2023-11-16T08:30:32.087" v="1966" actId="12"/>
          <ac:spMkLst>
            <pc:docMk/>
            <pc:sldMk cId="0" sldId="330"/>
            <ac:spMk id="1161" creationId="{00000000-0000-0000-0000-000000000000}"/>
          </ac:spMkLst>
        </pc:spChg>
        <pc:spChg chg="mod">
          <ac:chgData name="Ionut Girbea" userId="140628fa-96ce-4361-bce7-5504303d38b3" providerId="ADAL" clId="{07D332A5-C578-714C-B97C-CD71A5874CF5}" dt="2023-11-16T08:30:47.386" v="1967" actId="404"/>
          <ac:spMkLst>
            <pc:docMk/>
            <pc:sldMk cId="0" sldId="330"/>
            <ac:spMk id="1162" creationId="{00000000-0000-0000-0000-000000000000}"/>
          </ac:spMkLst>
        </pc:spChg>
        <pc:spChg chg="mod">
          <ac:chgData name="Ionut Girbea" userId="140628fa-96ce-4361-bce7-5504303d38b3" providerId="ADAL" clId="{07D332A5-C578-714C-B97C-CD71A5874CF5}" dt="2023-11-16T08:30:50.453" v="1968" actId="404"/>
          <ac:spMkLst>
            <pc:docMk/>
            <pc:sldMk cId="0" sldId="330"/>
            <ac:spMk id="1163" creationId="{00000000-0000-0000-0000-000000000000}"/>
          </ac:spMkLst>
        </pc:spChg>
        <pc:spChg chg="mod">
          <ac:chgData name="Ionut Girbea" userId="140628fa-96ce-4361-bce7-5504303d38b3" providerId="ADAL" clId="{07D332A5-C578-714C-B97C-CD71A5874CF5}" dt="2023-11-16T08:30:54.909" v="1969" actId="404"/>
          <ac:spMkLst>
            <pc:docMk/>
            <pc:sldMk cId="0" sldId="330"/>
            <ac:spMk id="1164" creationId="{00000000-0000-0000-0000-000000000000}"/>
          </ac:spMkLst>
        </pc:spChg>
      </pc:sldChg>
      <pc:sldChg chg="modSp mod modNotes">
        <pc:chgData name="Ionut Girbea" userId="140628fa-96ce-4361-bce7-5504303d38b3" providerId="ADAL" clId="{07D332A5-C578-714C-B97C-CD71A5874CF5}" dt="2023-11-20T07:45:48.459" v="3357" actId="948"/>
        <pc:sldMkLst>
          <pc:docMk/>
          <pc:sldMk cId="0" sldId="331"/>
        </pc:sldMkLst>
        <pc:spChg chg="mod">
          <ac:chgData name="Ionut Girbea" userId="140628fa-96ce-4361-bce7-5504303d38b3" providerId="ADAL" clId="{07D332A5-C578-714C-B97C-CD71A5874CF5}" dt="2023-11-20T07:45:48.459" v="3357" actId="948"/>
          <ac:spMkLst>
            <pc:docMk/>
            <pc:sldMk cId="0" sldId="331"/>
            <ac:spMk id="2" creationId="{AA17C3C1-8ADD-D9E8-7812-F3BDE2F6AE39}"/>
          </ac:spMkLst>
        </pc:spChg>
        <pc:spChg chg="mod">
          <ac:chgData name="Ionut Girbea" userId="140628fa-96ce-4361-bce7-5504303d38b3" providerId="ADAL" clId="{07D332A5-C578-714C-B97C-CD71A5874CF5}" dt="2023-11-09T12:20:49.713" v="339" actId="113"/>
          <ac:spMkLst>
            <pc:docMk/>
            <pc:sldMk cId="0" sldId="331"/>
            <ac:spMk id="3" creationId="{F85BFFB4-D66A-1AD1-2568-AF70F7031DF5}"/>
          </ac:spMkLst>
        </pc:spChg>
        <pc:spChg chg="mod">
          <ac:chgData name="Ionut Girbea" userId="140628fa-96ce-4361-bce7-5504303d38b3" providerId="ADAL" clId="{07D332A5-C578-714C-B97C-CD71A5874CF5}" dt="2023-11-16T08:33:03.217" v="1997" actId="404"/>
          <ac:spMkLst>
            <pc:docMk/>
            <pc:sldMk cId="0" sldId="331"/>
            <ac:spMk id="1173" creationId="{00000000-0000-0000-0000-000000000000}"/>
          </ac:spMkLst>
        </pc:spChg>
        <pc:spChg chg="mod">
          <ac:chgData name="Ionut Girbea" userId="140628fa-96ce-4361-bce7-5504303d38b3" providerId="ADAL" clId="{07D332A5-C578-714C-B97C-CD71A5874CF5}" dt="2023-11-16T08:33:23.063" v="2003" actId="404"/>
          <ac:spMkLst>
            <pc:docMk/>
            <pc:sldMk cId="0" sldId="331"/>
            <ac:spMk id="1176" creationId="{00000000-0000-0000-0000-000000000000}"/>
          </ac:spMkLst>
        </pc:spChg>
        <pc:spChg chg="mod">
          <ac:chgData name="Ionut Girbea" userId="140628fa-96ce-4361-bce7-5504303d38b3" providerId="ADAL" clId="{07D332A5-C578-714C-B97C-CD71A5874CF5}" dt="2023-11-16T08:33:31.457" v="2005" actId="404"/>
          <ac:spMkLst>
            <pc:docMk/>
            <pc:sldMk cId="0" sldId="331"/>
            <ac:spMk id="1179" creationId="{00000000-0000-0000-0000-000000000000}"/>
          </ac:spMkLst>
        </pc:spChg>
      </pc:sldChg>
      <pc:sldChg chg="addSp delSp modSp mod modNotes">
        <pc:chgData name="Ionut Girbea" userId="140628fa-96ce-4361-bce7-5504303d38b3" providerId="ADAL" clId="{07D332A5-C578-714C-B97C-CD71A5874CF5}" dt="2023-11-20T07:45:59.153" v="3358" actId="948"/>
        <pc:sldMkLst>
          <pc:docMk/>
          <pc:sldMk cId="0" sldId="332"/>
        </pc:sldMkLst>
        <pc:spChg chg="del mod">
          <ac:chgData name="Ionut Girbea" userId="140628fa-96ce-4361-bce7-5504303d38b3" providerId="ADAL" clId="{07D332A5-C578-714C-B97C-CD71A5874CF5}" dt="2023-11-16T08:34:20.891" v="2013" actId="478"/>
          <ac:spMkLst>
            <pc:docMk/>
            <pc:sldMk cId="0" sldId="332"/>
            <ac:spMk id="2" creationId="{262FD0BC-E354-FD3D-9A83-3940D68ED8C8}"/>
          </ac:spMkLst>
        </pc:spChg>
        <pc:spChg chg="mod">
          <ac:chgData name="Ionut Girbea" userId="140628fa-96ce-4361-bce7-5504303d38b3" providerId="ADAL" clId="{07D332A5-C578-714C-B97C-CD71A5874CF5}" dt="2023-11-09T12:20:54.450" v="340" actId="113"/>
          <ac:spMkLst>
            <pc:docMk/>
            <pc:sldMk cId="0" sldId="332"/>
            <ac:spMk id="3" creationId="{F7834BCB-00A7-8DBA-6C79-26C3E0435A9B}"/>
          </ac:spMkLst>
        </pc:spChg>
        <pc:spChg chg="mod">
          <ac:chgData name="Ionut Girbea" userId="140628fa-96ce-4361-bce7-5504303d38b3" providerId="ADAL" clId="{07D332A5-C578-714C-B97C-CD71A5874CF5}" dt="2023-11-16T08:33:55.043" v="2008" actId="404"/>
          <ac:spMkLst>
            <pc:docMk/>
            <pc:sldMk cId="0" sldId="332"/>
            <ac:spMk id="4" creationId="{3A954A7F-9C45-9202-85D6-17F6BA1C280E}"/>
          </ac:spMkLst>
        </pc:spChg>
        <pc:spChg chg="mod">
          <ac:chgData name="Ionut Girbea" userId="140628fa-96ce-4361-bce7-5504303d38b3" providerId="ADAL" clId="{07D332A5-C578-714C-B97C-CD71A5874CF5}" dt="2023-11-16T08:34:06.385" v="2010" actId="404"/>
          <ac:spMkLst>
            <pc:docMk/>
            <pc:sldMk cId="0" sldId="332"/>
            <ac:spMk id="5" creationId="{DAA194BC-AA52-E645-2C3B-1BE70022AE7B}"/>
          </ac:spMkLst>
        </pc:spChg>
        <pc:spChg chg="mod">
          <ac:chgData name="Ionut Girbea" userId="140628fa-96ce-4361-bce7-5504303d38b3" providerId="ADAL" clId="{07D332A5-C578-714C-B97C-CD71A5874CF5}" dt="2023-11-16T08:34:14.744" v="2012" actId="404"/>
          <ac:spMkLst>
            <pc:docMk/>
            <pc:sldMk cId="0" sldId="332"/>
            <ac:spMk id="6" creationId="{FC19C9D6-0DE1-A055-464E-CD43A2FA142E}"/>
          </ac:spMkLst>
        </pc:spChg>
        <pc:spChg chg="add mod">
          <ac:chgData name="Ionut Girbea" userId="140628fa-96ce-4361-bce7-5504303d38b3" providerId="ADAL" clId="{07D332A5-C578-714C-B97C-CD71A5874CF5}" dt="2023-11-20T07:45:59.153" v="3358" actId="948"/>
          <ac:spMkLst>
            <pc:docMk/>
            <pc:sldMk cId="0" sldId="332"/>
            <ac:spMk id="7" creationId="{0E4A51DA-031B-F475-B199-ADEBC4421FAF}"/>
          </ac:spMkLst>
        </pc:spChg>
      </pc:sldChg>
      <pc:sldChg chg="modSp mod modNotes">
        <pc:chgData name="Ionut Girbea" userId="140628fa-96ce-4361-bce7-5504303d38b3" providerId="ADAL" clId="{07D332A5-C578-714C-B97C-CD71A5874CF5}" dt="2023-11-16T08:35:47.512" v="2043"/>
        <pc:sldMkLst>
          <pc:docMk/>
          <pc:sldMk cId="0" sldId="333"/>
        </pc:sldMkLst>
        <pc:spChg chg="mod">
          <ac:chgData name="Ionut Girbea" userId="140628fa-96ce-4361-bce7-5504303d38b3" providerId="ADAL" clId="{07D332A5-C578-714C-B97C-CD71A5874CF5}" dt="2023-11-16T08:35:28.150" v="2039" actId="404"/>
          <ac:spMkLst>
            <pc:docMk/>
            <pc:sldMk cId="0" sldId="333"/>
            <ac:spMk id="1200" creationId="{00000000-0000-0000-0000-000000000000}"/>
          </ac:spMkLst>
        </pc:spChg>
        <pc:spChg chg="mod">
          <ac:chgData name="Ionut Girbea" userId="140628fa-96ce-4361-bce7-5504303d38b3" providerId="ADAL" clId="{07D332A5-C578-714C-B97C-CD71A5874CF5}" dt="2023-11-16T08:35:42.204" v="2042"/>
          <ac:spMkLst>
            <pc:docMk/>
            <pc:sldMk cId="0" sldId="333"/>
            <ac:spMk id="1203" creationId="{00000000-0000-0000-0000-000000000000}"/>
          </ac:spMkLst>
        </pc:spChg>
        <pc:spChg chg="mod">
          <ac:chgData name="Ionut Girbea" userId="140628fa-96ce-4361-bce7-5504303d38b3" providerId="ADAL" clId="{07D332A5-C578-714C-B97C-CD71A5874CF5}" dt="2023-11-16T08:35:47.512" v="2043"/>
          <ac:spMkLst>
            <pc:docMk/>
            <pc:sldMk cId="0" sldId="333"/>
            <ac:spMk id="1206" creationId="{00000000-0000-0000-0000-000000000000}"/>
          </ac:spMkLst>
        </pc:spChg>
      </pc:sldChg>
      <pc:sldChg chg="modSp mod modNotes">
        <pc:chgData name="Ionut Girbea" userId="140628fa-96ce-4361-bce7-5504303d38b3" providerId="ADAL" clId="{07D332A5-C578-714C-B97C-CD71A5874CF5}" dt="2023-11-16T08:38:17.517" v="2088"/>
        <pc:sldMkLst>
          <pc:docMk/>
          <pc:sldMk cId="0" sldId="334"/>
        </pc:sldMkLst>
        <pc:spChg chg="mod">
          <ac:chgData name="Ionut Girbea" userId="140628fa-96ce-4361-bce7-5504303d38b3" providerId="ADAL" clId="{07D332A5-C578-714C-B97C-CD71A5874CF5}" dt="2023-11-16T08:38:08.020" v="2085" actId="20577"/>
          <ac:spMkLst>
            <pc:docMk/>
            <pc:sldMk cId="0" sldId="334"/>
            <ac:spMk id="1214" creationId="{00000000-0000-0000-0000-000000000000}"/>
          </ac:spMkLst>
        </pc:spChg>
        <pc:spChg chg="mod">
          <ac:chgData name="Ionut Girbea" userId="140628fa-96ce-4361-bce7-5504303d38b3" providerId="ADAL" clId="{07D332A5-C578-714C-B97C-CD71A5874CF5}" dt="2023-11-16T08:38:12.401" v="2086"/>
          <ac:spMkLst>
            <pc:docMk/>
            <pc:sldMk cId="0" sldId="334"/>
            <ac:spMk id="1217" creationId="{00000000-0000-0000-0000-000000000000}"/>
          </ac:spMkLst>
        </pc:spChg>
        <pc:spChg chg="mod">
          <ac:chgData name="Ionut Girbea" userId="140628fa-96ce-4361-bce7-5504303d38b3" providerId="ADAL" clId="{07D332A5-C578-714C-B97C-CD71A5874CF5}" dt="2023-11-16T08:38:14.804" v="2087"/>
          <ac:spMkLst>
            <pc:docMk/>
            <pc:sldMk cId="0" sldId="334"/>
            <ac:spMk id="1220" creationId="{00000000-0000-0000-0000-000000000000}"/>
          </ac:spMkLst>
        </pc:spChg>
        <pc:spChg chg="mod">
          <ac:chgData name="Ionut Girbea" userId="140628fa-96ce-4361-bce7-5504303d38b3" providerId="ADAL" clId="{07D332A5-C578-714C-B97C-CD71A5874CF5}" dt="2023-11-16T08:38:17.517" v="2088"/>
          <ac:spMkLst>
            <pc:docMk/>
            <pc:sldMk cId="0" sldId="334"/>
            <ac:spMk id="1223" creationId="{00000000-0000-0000-0000-000000000000}"/>
          </ac:spMkLst>
        </pc:spChg>
      </pc:sldChg>
      <pc:sldChg chg="modSp mod modNotes">
        <pc:chgData name="Ionut Girbea" userId="140628fa-96ce-4361-bce7-5504303d38b3" providerId="ADAL" clId="{07D332A5-C578-714C-B97C-CD71A5874CF5}" dt="2023-11-16T08:40:12.984" v="2110" actId="404"/>
        <pc:sldMkLst>
          <pc:docMk/>
          <pc:sldMk cId="0" sldId="335"/>
        </pc:sldMkLst>
        <pc:spChg chg="mod">
          <ac:chgData name="Ionut Girbea" userId="140628fa-96ce-4361-bce7-5504303d38b3" providerId="ADAL" clId="{07D332A5-C578-714C-B97C-CD71A5874CF5}" dt="2023-11-16T08:39:57.870" v="2107" actId="255"/>
          <ac:spMkLst>
            <pc:docMk/>
            <pc:sldMk cId="0" sldId="335"/>
            <ac:spMk id="1231" creationId="{00000000-0000-0000-0000-000000000000}"/>
          </ac:spMkLst>
        </pc:spChg>
        <pc:spChg chg="mod">
          <ac:chgData name="Ionut Girbea" userId="140628fa-96ce-4361-bce7-5504303d38b3" providerId="ADAL" clId="{07D332A5-C578-714C-B97C-CD71A5874CF5}" dt="2023-11-09T12:21:46.859" v="346" actId="113"/>
          <ac:spMkLst>
            <pc:docMk/>
            <pc:sldMk cId="0" sldId="335"/>
            <ac:spMk id="1232" creationId="{00000000-0000-0000-0000-000000000000}"/>
          </ac:spMkLst>
        </pc:spChg>
        <pc:spChg chg="mod">
          <ac:chgData name="Ionut Girbea" userId="140628fa-96ce-4361-bce7-5504303d38b3" providerId="ADAL" clId="{07D332A5-C578-714C-B97C-CD71A5874CF5}" dt="2023-11-09T12:22:05.010" v="351" actId="113"/>
          <ac:spMkLst>
            <pc:docMk/>
            <pc:sldMk cId="0" sldId="335"/>
            <ac:spMk id="1233" creationId="{00000000-0000-0000-0000-000000000000}"/>
          </ac:spMkLst>
        </pc:spChg>
        <pc:spChg chg="mod">
          <ac:chgData name="Ionut Girbea" userId="140628fa-96ce-4361-bce7-5504303d38b3" providerId="ADAL" clId="{07D332A5-C578-714C-B97C-CD71A5874CF5}" dt="2023-11-16T08:40:04.041" v="2108" actId="404"/>
          <ac:spMkLst>
            <pc:docMk/>
            <pc:sldMk cId="0" sldId="335"/>
            <ac:spMk id="1237" creationId="{00000000-0000-0000-0000-000000000000}"/>
          </ac:spMkLst>
        </pc:spChg>
        <pc:spChg chg="mod">
          <ac:chgData name="Ionut Girbea" userId="140628fa-96ce-4361-bce7-5504303d38b3" providerId="ADAL" clId="{07D332A5-C578-714C-B97C-CD71A5874CF5}" dt="2023-11-09T12:22:18.702" v="354" actId="2711"/>
          <ac:spMkLst>
            <pc:docMk/>
            <pc:sldMk cId="0" sldId="335"/>
            <ac:spMk id="1238" creationId="{00000000-0000-0000-0000-000000000000}"/>
          </ac:spMkLst>
        </pc:spChg>
        <pc:spChg chg="mod">
          <ac:chgData name="Ionut Girbea" userId="140628fa-96ce-4361-bce7-5504303d38b3" providerId="ADAL" clId="{07D332A5-C578-714C-B97C-CD71A5874CF5}" dt="2023-11-09T12:22:13.978" v="353" actId="113"/>
          <ac:spMkLst>
            <pc:docMk/>
            <pc:sldMk cId="0" sldId="335"/>
            <ac:spMk id="1239" creationId="{00000000-0000-0000-0000-000000000000}"/>
          </ac:spMkLst>
        </pc:spChg>
        <pc:spChg chg="mod">
          <ac:chgData name="Ionut Girbea" userId="140628fa-96ce-4361-bce7-5504303d38b3" providerId="ADAL" clId="{07D332A5-C578-714C-B97C-CD71A5874CF5}" dt="2023-11-16T08:40:09.246" v="2109" actId="404"/>
          <ac:spMkLst>
            <pc:docMk/>
            <pc:sldMk cId="0" sldId="335"/>
            <ac:spMk id="1243" creationId="{00000000-0000-0000-0000-000000000000}"/>
          </ac:spMkLst>
        </pc:spChg>
        <pc:spChg chg="mod">
          <ac:chgData name="Ionut Girbea" userId="140628fa-96ce-4361-bce7-5504303d38b3" providerId="ADAL" clId="{07D332A5-C578-714C-B97C-CD71A5874CF5}" dt="2023-11-09T12:22:27.155" v="356" actId="2711"/>
          <ac:spMkLst>
            <pc:docMk/>
            <pc:sldMk cId="0" sldId="335"/>
            <ac:spMk id="1244" creationId="{00000000-0000-0000-0000-000000000000}"/>
          </ac:spMkLst>
        </pc:spChg>
        <pc:spChg chg="mod">
          <ac:chgData name="Ionut Girbea" userId="140628fa-96ce-4361-bce7-5504303d38b3" providerId="ADAL" clId="{07D332A5-C578-714C-B97C-CD71A5874CF5}" dt="2023-11-09T12:22:27.155" v="356" actId="2711"/>
          <ac:spMkLst>
            <pc:docMk/>
            <pc:sldMk cId="0" sldId="335"/>
            <ac:spMk id="1245" creationId="{00000000-0000-0000-0000-000000000000}"/>
          </ac:spMkLst>
        </pc:spChg>
        <pc:spChg chg="mod">
          <ac:chgData name="Ionut Girbea" userId="140628fa-96ce-4361-bce7-5504303d38b3" providerId="ADAL" clId="{07D332A5-C578-714C-B97C-CD71A5874CF5}" dt="2023-11-16T08:40:12.984" v="2110" actId="404"/>
          <ac:spMkLst>
            <pc:docMk/>
            <pc:sldMk cId="0" sldId="335"/>
            <ac:spMk id="1249" creationId="{00000000-0000-0000-0000-000000000000}"/>
          </ac:spMkLst>
        </pc:spChg>
        <pc:spChg chg="mod">
          <ac:chgData name="Ionut Girbea" userId="140628fa-96ce-4361-bce7-5504303d38b3" providerId="ADAL" clId="{07D332A5-C578-714C-B97C-CD71A5874CF5}" dt="2023-11-09T12:22:32.880" v="358" actId="113"/>
          <ac:spMkLst>
            <pc:docMk/>
            <pc:sldMk cId="0" sldId="335"/>
            <ac:spMk id="1250" creationId="{00000000-0000-0000-0000-000000000000}"/>
          </ac:spMkLst>
        </pc:spChg>
        <pc:spChg chg="mod">
          <ac:chgData name="Ionut Girbea" userId="140628fa-96ce-4361-bce7-5504303d38b3" providerId="ADAL" clId="{07D332A5-C578-714C-B97C-CD71A5874CF5}" dt="2023-11-09T12:22:32.880" v="358" actId="113"/>
          <ac:spMkLst>
            <pc:docMk/>
            <pc:sldMk cId="0" sldId="335"/>
            <ac:spMk id="1251" creationId="{00000000-0000-0000-0000-000000000000}"/>
          </ac:spMkLst>
        </pc:spChg>
      </pc:sldChg>
      <pc:sldChg chg="modSp mod modNotes">
        <pc:chgData name="Ionut Girbea" userId="140628fa-96ce-4361-bce7-5504303d38b3" providerId="ADAL" clId="{07D332A5-C578-714C-B97C-CD71A5874CF5}" dt="2023-11-16T08:40:31.647" v="2113" actId="404"/>
        <pc:sldMkLst>
          <pc:docMk/>
          <pc:sldMk cId="0" sldId="336"/>
        </pc:sldMkLst>
        <pc:spChg chg="mod">
          <ac:chgData name="Ionut Girbea" userId="140628fa-96ce-4361-bce7-5504303d38b3" providerId="ADAL" clId="{07D332A5-C578-714C-B97C-CD71A5874CF5}" dt="2023-11-16T08:40:24.558" v="2111" actId="404"/>
          <ac:spMkLst>
            <pc:docMk/>
            <pc:sldMk cId="0" sldId="336"/>
            <ac:spMk id="1260" creationId="{00000000-0000-0000-0000-000000000000}"/>
          </ac:spMkLst>
        </pc:spChg>
        <pc:spChg chg="mod">
          <ac:chgData name="Ionut Girbea" userId="140628fa-96ce-4361-bce7-5504303d38b3" providerId="ADAL" clId="{07D332A5-C578-714C-B97C-CD71A5874CF5}" dt="2023-11-16T08:40:28.529" v="2112" actId="404"/>
          <ac:spMkLst>
            <pc:docMk/>
            <pc:sldMk cId="0" sldId="336"/>
            <ac:spMk id="1262" creationId="{00000000-0000-0000-0000-000000000000}"/>
          </ac:spMkLst>
        </pc:spChg>
        <pc:spChg chg="mod">
          <ac:chgData name="Ionut Girbea" userId="140628fa-96ce-4361-bce7-5504303d38b3" providerId="ADAL" clId="{07D332A5-C578-714C-B97C-CD71A5874CF5}" dt="2023-11-16T08:40:31.647" v="2113" actId="404"/>
          <ac:spMkLst>
            <pc:docMk/>
            <pc:sldMk cId="0" sldId="336"/>
            <ac:spMk id="1264" creationId="{00000000-0000-0000-0000-000000000000}"/>
          </ac:spMkLst>
        </pc:spChg>
      </pc:sldChg>
      <pc:sldChg chg="modSp mod modNotes">
        <pc:chgData name="Ionut Girbea" userId="140628fa-96ce-4361-bce7-5504303d38b3" providerId="ADAL" clId="{07D332A5-C578-714C-B97C-CD71A5874CF5}" dt="2023-11-16T08:44:04.587" v="2198" actId="404"/>
        <pc:sldMkLst>
          <pc:docMk/>
          <pc:sldMk cId="0" sldId="338"/>
        </pc:sldMkLst>
        <pc:spChg chg="mod">
          <ac:chgData name="Ionut Girbea" userId="140628fa-96ce-4361-bce7-5504303d38b3" providerId="ADAL" clId="{07D332A5-C578-714C-B97C-CD71A5874CF5}" dt="2023-11-09T08:40:09.367" v="60"/>
          <ac:spMkLst>
            <pc:docMk/>
            <pc:sldMk cId="0" sldId="338"/>
            <ac:spMk id="1282" creationId="{00000000-0000-0000-0000-000000000000}"/>
          </ac:spMkLst>
        </pc:spChg>
        <pc:spChg chg="mod">
          <ac:chgData name="Ionut Girbea" userId="140628fa-96ce-4361-bce7-5504303d38b3" providerId="ADAL" clId="{07D332A5-C578-714C-B97C-CD71A5874CF5}" dt="2023-11-16T08:44:04.587" v="2198" actId="404"/>
          <ac:spMkLst>
            <pc:docMk/>
            <pc:sldMk cId="0" sldId="338"/>
            <ac:spMk id="1283" creationId="{00000000-0000-0000-0000-000000000000}"/>
          </ac:spMkLst>
        </pc:spChg>
        <pc:spChg chg="mod">
          <ac:chgData name="Ionut Girbea" userId="140628fa-96ce-4361-bce7-5504303d38b3" providerId="ADAL" clId="{07D332A5-C578-714C-B97C-CD71A5874CF5}" dt="2023-11-09T08:40:09.367" v="60"/>
          <ac:spMkLst>
            <pc:docMk/>
            <pc:sldMk cId="0" sldId="338"/>
            <ac:spMk id="1285" creationId="{00000000-0000-0000-0000-000000000000}"/>
          </ac:spMkLst>
        </pc:spChg>
        <pc:spChg chg="mod">
          <ac:chgData name="Ionut Girbea" userId="140628fa-96ce-4361-bce7-5504303d38b3" providerId="ADAL" clId="{07D332A5-C578-714C-B97C-CD71A5874CF5}" dt="2023-11-16T08:44:02.370" v="2197" actId="404"/>
          <ac:spMkLst>
            <pc:docMk/>
            <pc:sldMk cId="0" sldId="338"/>
            <ac:spMk id="1287" creationId="{00000000-0000-0000-0000-000000000000}"/>
          </ac:spMkLst>
        </pc:spChg>
        <pc:spChg chg="mod">
          <ac:chgData name="Ionut Girbea" userId="140628fa-96ce-4361-bce7-5504303d38b3" providerId="ADAL" clId="{07D332A5-C578-714C-B97C-CD71A5874CF5}" dt="2023-11-16T08:43:59.949" v="2196" actId="404"/>
          <ac:spMkLst>
            <pc:docMk/>
            <pc:sldMk cId="0" sldId="338"/>
            <ac:spMk id="1289" creationId="{00000000-0000-0000-0000-000000000000}"/>
          </ac:spMkLst>
        </pc:spChg>
        <pc:spChg chg="mod">
          <ac:chgData name="Ionut Girbea" userId="140628fa-96ce-4361-bce7-5504303d38b3" providerId="ADAL" clId="{07D332A5-C578-714C-B97C-CD71A5874CF5}" dt="2023-11-09T08:40:09.367" v="60"/>
          <ac:spMkLst>
            <pc:docMk/>
            <pc:sldMk cId="0" sldId="338"/>
            <ac:spMk id="1291" creationId="{00000000-0000-0000-0000-000000000000}"/>
          </ac:spMkLst>
        </pc:spChg>
        <pc:spChg chg="mod">
          <ac:chgData name="Ionut Girbea" userId="140628fa-96ce-4361-bce7-5504303d38b3" providerId="ADAL" clId="{07D332A5-C578-714C-B97C-CD71A5874CF5}" dt="2023-11-09T08:40:09.367" v="60"/>
          <ac:spMkLst>
            <pc:docMk/>
            <pc:sldMk cId="0" sldId="338"/>
            <ac:spMk id="1293" creationId="{00000000-0000-0000-0000-000000000000}"/>
          </ac:spMkLst>
        </pc:spChg>
        <pc:spChg chg="mod">
          <ac:chgData name="Ionut Girbea" userId="140628fa-96ce-4361-bce7-5504303d38b3" providerId="ADAL" clId="{07D332A5-C578-714C-B97C-CD71A5874CF5}" dt="2023-11-16T08:43:52.414" v="2192" actId="255"/>
          <ac:spMkLst>
            <pc:docMk/>
            <pc:sldMk cId="0" sldId="338"/>
            <ac:spMk id="1294" creationId="{00000000-0000-0000-0000-000000000000}"/>
          </ac:spMkLst>
        </pc:spChg>
        <pc:spChg chg="mod">
          <ac:chgData name="Ionut Girbea" userId="140628fa-96ce-4361-bce7-5504303d38b3" providerId="ADAL" clId="{07D332A5-C578-714C-B97C-CD71A5874CF5}" dt="2023-11-16T08:43:43.486" v="2190" actId="113"/>
          <ac:spMkLst>
            <pc:docMk/>
            <pc:sldMk cId="0" sldId="338"/>
            <ac:spMk id="1298" creationId="{00000000-0000-0000-0000-000000000000}"/>
          </ac:spMkLst>
        </pc:spChg>
        <pc:spChg chg="mod">
          <ac:chgData name="Ionut Girbea" userId="140628fa-96ce-4361-bce7-5504303d38b3" providerId="ADAL" clId="{07D332A5-C578-714C-B97C-CD71A5874CF5}" dt="2023-11-09T12:23:37.591" v="371" actId="113"/>
          <ac:spMkLst>
            <pc:docMk/>
            <pc:sldMk cId="0" sldId="338"/>
            <ac:spMk id="1302" creationId="{00000000-0000-0000-0000-000000000000}"/>
          </ac:spMkLst>
        </pc:spChg>
      </pc:sldChg>
      <pc:sldChg chg="modSp mod modNotes">
        <pc:chgData name="Ionut Girbea" userId="140628fa-96ce-4361-bce7-5504303d38b3" providerId="ADAL" clId="{07D332A5-C578-714C-B97C-CD71A5874CF5}" dt="2023-11-16T08:46:09.108" v="2224" actId="2711"/>
        <pc:sldMkLst>
          <pc:docMk/>
          <pc:sldMk cId="0" sldId="340"/>
        </pc:sldMkLst>
        <pc:spChg chg="mod">
          <ac:chgData name="Ionut Girbea" userId="140628fa-96ce-4361-bce7-5504303d38b3" providerId="ADAL" clId="{07D332A5-C578-714C-B97C-CD71A5874CF5}" dt="2023-11-09T12:24:03.984" v="373" actId="113"/>
          <ac:spMkLst>
            <pc:docMk/>
            <pc:sldMk cId="0" sldId="340"/>
            <ac:spMk id="5" creationId="{1F652F7D-E9BC-EDC7-4F28-5C78367B2D0E}"/>
          </ac:spMkLst>
        </pc:spChg>
        <pc:graphicFrameChg chg="mod modGraphic">
          <ac:chgData name="Ionut Girbea" userId="140628fa-96ce-4361-bce7-5504303d38b3" providerId="ADAL" clId="{07D332A5-C578-714C-B97C-CD71A5874CF5}" dt="2023-11-16T08:46:09.108" v="2224" actId="2711"/>
          <ac:graphicFrameMkLst>
            <pc:docMk/>
            <pc:sldMk cId="0" sldId="340"/>
            <ac:graphicFrameMk id="1335" creationId="{00000000-0000-0000-0000-000000000000}"/>
          </ac:graphicFrameMkLst>
        </pc:graphicFrameChg>
      </pc:sldChg>
      <pc:sldChg chg="modSp mod modNotes">
        <pc:chgData name="Ionut Girbea" userId="140628fa-96ce-4361-bce7-5504303d38b3" providerId="ADAL" clId="{07D332A5-C578-714C-B97C-CD71A5874CF5}" dt="2023-11-16T08:46:18.298" v="2225" actId="255"/>
        <pc:sldMkLst>
          <pc:docMk/>
          <pc:sldMk cId="0" sldId="341"/>
        </pc:sldMkLst>
        <pc:spChg chg="mod">
          <ac:chgData name="Ionut Girbea" userId="140628fa-96ce-4361-bce7-5504303d38b3" providerId="ADAL" clId="{07D332A5-C578-714C-B97C-CD71A5874CF5}" dt="2023-11-09T12:24:28.207" v="377" actId="113"/>
          <ac:spMkLst>
            <pc:docMk/>
            <pc:sldMk cId="0" sldId="341"/>
            <ac:spMk id="1345" creationId="{00000000-0000-0000-0000-000000000000}"/>
          </ac:spMkLst>
        </pc:spChg>
        <pc:spChg chg="mod">
          <ac:chgData name="Ionut Girbea" userId="140628fa-96ce-4361-bce7-5504303d38b3" providerId="ADAL" clId="{07D332A5-C578-714C-B97C-CD71A5874CF5}" dt="2023-11-16T08:46:18.298" v="2225" actId="255"/>
          <ac:spMkLst>
            <pc:docMk/>
            <pc:sldMk cId="0" sldId="341"/>
            <ac:spMk id="1346" creationId="{00000000-0000-0000-0000-000000000000}"/>
          </ac:spMkLst>
        </pc:spChg>
        <pc:graphicFrameChg chg="mod">
          <ac:chgData name="Ionut Girbea" userId="140628fa-96ce-4361-bce7-5504303d38b3" providerId="ADAL" clId="{07D332A5-C578-714C-B97C-CD71A5874CF5}" dt="2023-11-09T12:27:43.334" v="401" actId="207"/>
          <ac:graphicFrameMkLst>
            <pc:docMk/>
            <pc:sldMk cId="0" sldId="341"/>
            <ac:graphicFrameMk id="1343" creationId="{00000000-0000-0000-0000-000000000000}"/>
          </ac:graphicFrameMkLst>
        </pc:graphicFrameChg>
      </pc:sldChg>
      <pc:sldChg chg="modSp mod modNotes">
        <pc:chgData name="Ionut Girbea" userId="140628fa-96ce-4361-bce7-5504303d38b3" providerId="ADAL" clId="{07D332A5-C578-714C-B97C-CD71A5874CF5}" dt="2023-11-16T08:46:25.468" v="2226" actId="404"/>
        <pc:sldMkLst>
          <pc:docMk/>
          <pc:sldMk cId="0" sldId="342"/>
        </pc:sldMkLst>
        <pc:spChg chg="mod">
          <ac:chgData name="Ionut Girbea" userId="140628fa-96ce-4361-bce7-5504303d38b3" providerId="ADAL" clId="{07D332A5-C578-714C-B97C-CD71A5874CF5}" dt="2023-11-09T12:24:39.979" v="379" actId="113"/>
          <ac:spMkLst>
            <pc:docMk/>
            <pc:sldMk cId="0" sldId="342"/>
            <ac:spMk id="4" creationId="{123B2465-25E4-E939-B4E1-5194E679DE4D}"/>
          </ac:spMkLst>
        </pc:spChg>
        <pc:spChg chg="mod">
          <ac:chgData name="Ionut Girbea" userId="140628fa-96ce-4361-bce7-5504303d38b3" providerId="ADAL" clId="{07D332A5-C578-714C-B97C-CD71A5874CF5}" dt="2023-11-16T08:46:25.468" v="2226" actId="404"/>
          <ac:spMkLst>
            <pc:docMk/>
            <pc:sldMk cId="0" sldId="342"/>
            <ac:spMk id="5" creationId="{7471B251-5A59-601C-AD10-C9720496BD10}"/>
          </ac:spMkLst>
        </pc:spChg>
        <pc:graphicFrameChg chg="mod">
          <ac:chgData name="Ionut Girbea" userId="140628fa-96ce-4361-bce7-5504303d38b3" providerId="ADAL" clId="{07D332A5-C578-714C-B97C-CD71A5874CF5}" dt="2023-11-09T12:27:10.963" v="398" actId="2711"/>
          <ac:graphicFrameMkLst>
            <pc:docMk/>
            <pc:sldMk cId="0" sldId="342"/>
            <ac:graphicFrameMk id="1353" creationId="{00000000-0000-0000-0000-000000000000}"/>
          </ac:graphicFrameMkLst>
        </pc:graphicFrameChg>
      </pc:sldChg>
      <pc:sldChg chg="modSp mod modNotes">
        <pc:chgData name="Ionut Girbea" userId="140628fa-96ce-4361-bce7-5504303d38b3" providerId="ADAL" clId="{07D332A5-C578-714C-B97C-CD71A5874CF5}" dt="2023-11-09T12:26:38.299" v="396" actId="2711"/>
        <pc:sldMkLst>
          <pc:docMk/>
          <pc:sldMk cId="0" sldId="343"/>
        </pc:sldMkLst>
        <pc:spChg chg="mod">
          <ac:chgData name="Ionut Girbea" userId="140628fa-96ce-4361-bce7-5504303d38b3" providerId="ADAL" clId="{07D332A5-C578-714C-B97C-CD71A5874CF5}" dt="2023-11-09T12:25:25.565" v="386" actId="113"/>
          <ac:spMkLst>
            <pc:docMk/>
            <pc:sldMk cId="0" sldId="343"/>
            <ac:spMk id="5" creationId="{DC7402D7-D771-DF08-5847-71F1A5C91ADF}"/>
          </ac:spMkLst>
        </pc:spChg>
        <pc:graphicFrameChg chg="mod">
          <ac:chgData name="Ionut Girbea" userId="140628fa-96ce-4361-bce7-5504303d38b3" providerId="ADAL" clId="{07D332A5-C578-714C-B97C-CD71A5874CF5}" dt="2023-11-09T12:26:38.299" v="396" actId="2711"/>
          <ac:graphicFrameMkLst>
            <pc:docMk/>
            <pc:sldMk cId="0" sldId="343"/>
            <ac:graphicFrameMk id="1364" creationId="{00000000-0000-0000-0000-000000000000}"/>
          </ac:graphicFrameMkLst>
        </pc:graphicFrameChg>
      </pc:sldChg>
      <pc:sldChg chg="modSp mod modNotes">
        <pc:chgData name="Ionut Girbea" userId="140628fa-96ce-4361-bce7-5504303d38b3" providerId="ADAL" clId="{07D332A5-C578-714C-B97C-CD71A5874CF5}" dt="2023-11-09T12:26:22.559" v="394" actId="255"/>
        <pc:sldMkLst>
          <pc:docMk/>
          <pc:sldMk cId="0" sldId="344"/>
        </pc:sldMkLst>
        <pc:spChg chg="mod">
          <ac:chgData name="Ionut Girbea" userId="140628fa-96ce-4361-bce7-5504303d38b3" providerId="ADAL" clId="{07D332A5-C578-714C-B97C-CD71A5874CF5}" dt="2023-11-09T12:25:36.225" v="387" actId="2711"/>
          <ac:spMkLst>
            <pc:docMk/>
            <pc:sldMk cId="0" sldId="344"/>
            <ac:spMk id="1377" creationId="{00000000-0000-0000-0000-000000000000}"/>
          </ac:spMkLst>
        </pc:spChg>
        <pc:graphicFrameChg chg="mod">
          <ac:chgData name="Ionut Girbea" userId="140628fa-96ce-4361-bce7-5504303d38b3" providerId="ADAL" clId="{07D332A5-C578-714C-B97C-CD71A5874CF5}" dt="2023-11-09T12:26:22.559" v="394" actId="255"/>
          <ac:graphicFrameMkLst>
            <pc:docMk/>
            <pc:sldMk cId="0" sldId="344"/>
            <ac:graphicFrameMk id="1376" creationId="{00000000-0000-0000-0000-000000000000}"/>
          </ac:graphicFrameMkLst>
        </pc:graphicFrameChg>
      </pc:sldChg>
      <pc:sldChg chg="modNotes">
        <pc:chgData name="Ionut Girbea" userId="140628fa-96ce-4361-bce7-5504303d38b3" providerId="ADAL" clId="{07D332A5-C578-714C-B97C-CD71A5874CF5}" dt="2023-11-09T08:39:43.427" v="58"/>
        <pc:sldMkLst>
          <pc:docMk/>
          <pc:sldMk cId="0" sldId="345"/>
        </pc:sldMkLst>
      </pc:sldChg>
      <pc:sldChg chg="modSp mod chgLayout modNotes">
        <pc:chgData name="Ionut Girbea" userId="140628fa-96ce-4361-bce7-5504303d38b3" providerId="ADAL" clId="{07D332A5-C578-714C-B97C-CD71A5874CF5}" dt="2023-11-16T14:23:34.367" v="3347" actId="700"/>
        <pc:sldMkLst>
          <pc:docMk/>
          <pc:sldMk cId="0" sldId="346"/>
        </pc:sldMkLst>
        <pc:spChg chg="mod ord">
          <ac:chgData name="Ionut Girbea" userId="140628fa-96ce-4361-bce7-5504303d38b3" providerId="ADAL" clId="{07D332A5-C578-714C-B97C-CD71A5874CF5}" dt="2023-11-16T14:23:34.367" v="3347" actId="700"/>
          <ac:spMkLst>
            <pc:docMk/>
            <pc:sldMk cId="0" sldId="346"/>
            <ac:spMk id="1388" creationId="{00000000-0000-0000-0000-000000000000}"/>
          </ac:spMkLst>
        </pc:spChg>
        <pc:spChg chg="mod ord">
          <ac:chgData name="Ionut Girbea" userId="140628fa-96ce-4361-bce7-5504303d38b3" providerId="ADAL" clId="{07D332A5-C578-714C-B97C-CD71A5874CF5}" dt="2023-11-16T14:23:34.367" v="3347" actId="700"/>
          <ac:spMkLst>
            <pc:docMk/>
            <pc:sldMk cId="0" sldId="346"/>
            <ac:spMk id="1389" creationId="{00000000-0000-0000-0000-000000000000}"/>
          </ac:spMkLst>
        </pc:spChg>
      </pc:sldChg>
      <pc:sldChg chg="modSp mod modNotes">
        <pc:chgData name="Ionut Girbea" userId="140628fa-96ce-4361-bce7-5504303d38b3" providerId="ADAL" clId="{07D332A5-C578-714C-B97C-CD71A5874CF5}" dt="2023-11-09T12:30:35.146" v="402" actId="113"/>
        <pc:sldMkLst>
          <pc:docMk/>
          <pc:sldMk cId="0" sldId="347"/>
        </pc:sldMkLst>
        <pc:spChg chg="mod">
          <ac:chgData name="Ionut Girbea" userId="140628fa-96ce-4361-bce7-5504303d38b3" providerId="ADAL" clId="{07D332A5-C578-714C-B97C-CD71A5874CF5}" dt="2023-11-09T12:30:35.146" v="402" actId="113"/>
          <ac:spMkLst>
            <pc:docMk/>
            <pc:sldMk cId="0" sldId="347"/>
            <ac:spMk id="5" creationId="{E06B0334-341A-B342-6FE6-94F2C3F5D9D1}"/>
          </ac:spMkLst>
        </pc:spChg>
      </pc:sldChg>
      <pc:sldChg chg="modSp modNotes">
        <pc:chgData name="Ionut Girbea" userId="140628fa-96ce-4361-bce7-5504303d38b3" providerId="ADAL" clId="{07D332A5-C578-714C-B97C-CD71A5874CF5}" dt="2023-11-16T12:11:20.811" v="2791" actId="14826"/>
        <pc:sldMkLst>
          <pc:docMk/>
          <pc:sldMk cId="0" sldId="348"/>
        </pc:sldMkLst>
        <pc:spChg chg="mod">
          <ac:chgData name="Ionut Girbea" userId="140628fa-96ce-4361-bce7-5504303d38b3" providerId="ADAL" clId="{07D332A5-C578-714C-B97C-CD71A5874CF5}" dt="2023-11-09T08:40:09.367" v="60"/>
          <ac:spMkLst>
            <pc:docMk/>
            <pc:sldMk cId="0" sldId="348"/>
            <ac:spMk id="1413" creationId="{00000000-0000-0000-0000-000000000000}"/>
          </ac:spMkLst>
        </pc:spChg>
        <pc:spChg chg="mod">
          <ac:chgData name="Ionut Girbea" userId="140628fa-96ce-4361-bce7-5504303d38b3" providerId="ADAL" clId="{07D332A5-C578-714C-B97C-CD71A5874CF5}" dt="2023-11-09T08:40:09.367" v="60"/>
          <ac:spMkLst>
            <pc:docMk/>
            <pc:sldMk cId="0" sldId="348"/>
            <ac:spMk id="1414" creationId="{00000000-0000-0000-0000-000000000000}"/>
          </ac:spMkLst>
        </pc:spChg>
        <pc:spChg chg="mod">
          <ac:chgData name="Ionut Girbea" userId="140628fa-96ce-4361-bce7-5504303d38b3" providerId="ADAL" clId="{07D332A5-C578-714C-B97C-CD71A5874CF5}" dt="2023-11-09T08:40:09.367" v="60"/>
          <ac:spMkLst>
            <pc:docMk/>
            <pc:sldMk cId="0" sldId="348"/>
            <ac:spMk id="1415" creationId="{00000000-0000-0000-0000-000000000000}"/>
          </ac:spMkLst>
        </pc:spChg>
        <pc:spChg chg="mod">
          <ac:chgData name="Ionut Girbea" userId="140628fa-96ce-4361-bce7-5504303d38b3" providerId="ADAL" clId="{07D332A5-C578-714C-B97C-CD71A5874CF5}" dt="2023-11-09T08:40:09.367" v="60"/>
          <ac:spMkLst>
            <pc:docMk/>
            <pc:sldMk cId="0" sldId="348"/>
            <ac:spMk id="1416" creationId="{00000000-0000-0000-0000-000000000000}"/>
          </ac:spMkLst>
        </pc:spChg>
        <pc:spChg chg="mod">
          <ac:chgData name="Ionut Girbea" userId="140628fa-96ce-4361-bce7-5504303d38b3" providerId="ADAL" clId="{07D332A5-C578-714C-B97C-CD71A5874CF5}" dt="2023-11-09T08:40:09.367" v="60"/>
          <ac:spMkLst>
            <pc:docMk/>
            <pc:sldMk cId="0" sldId="348"/>
            <ac:spMk id="1417" creationId="{00000000-0000-0000-0000-000000000000}"/>
          </ac:spMkLst>
        </pc:spChg>
        <pc:spChg chg="mod">
          <ac:chgData name="Ionut Girbea" userId="140628fa-96ce-4361-bce7-5504303d38b3" providerId="ADAL" clId="{07D332A5-C578-714C-B97C-CD71A5874CF5}" dt="2023-11-09T08:40:09.367" v="60"/>
          <ac:spMkLst>
            <pc:docMk/>
            <pc:sldMk cId="0" sldId="348"/>
            <ac:spMk id="1418" creationId="{00000000-0000-0000-0000-000000000000}"/>
          </ac:spMkLst>
        </pc:spChg>
        <pc:spChg chg="mod">
          <ac:chgData name="Ionut Girbea" userId="140628fa-96ce-4361-bce7-5504303d38b3" providerId="ADAL" clId="{07D332A5-C578-714C-B97C-CD71A5874CF5}" dt="2023-11-09T08:39:34.996" v="57"/>
          <ac:spMkLst>
            <pc:docMk/>
            <pc:sldMk cId="0" sldId="348"/>
            <ac:spMk id="1419" creationId="{00000000-0000-0000-0000-000000000000}"/>
          </ac:spMkLst>
        </pc:spChg>
        <pc:spChg chg="mod">
          <ac:chgData name="Ionut Girbea" userId="140628fa-96ce-4361-bce7-5504303d38b3" providerId="ADAL" clId="{07D332A5-C578-714C-B97C-CD71A5874CF5}" dt="2023-11-09T08:39:34.996" v="57"/>
          <ac:spMkLst>
            <pc:docMk/>
            <pc:sldMk cId="0" sldId="348"/>
            <ac:spMk id="1430" creationId="{00000000-0000-0000-0000-000000000000}"/>
          </ac:spMkLst>
        </pc:spChg>
        <pc:picChg chg="mod">
          <ac:chgData name="Ionut Girbea" userId="140628fa-96ce-4361-bce7-5504303d38b3" providerId="ADAL" clId="{07D332A5-C578-714C-B97C-CD71A5874CF5}" dt="2023-11-16T12:11:20.811" v="2791" actId="14826"/>
          <ac:picMkLst>
            <pc:docMk/>
            <pc:sldMk cId="0" sldId="348"/>
            <ac:picMk id="1432" creationId="{00000000-0000-0000-0000-000000000000}"/>
          </ac:picMkLst>
        </pc:picChg>
      </pc:sldChg>
      <pc:sldChg chg="delSp modSp mod modNotes">
        <pc:chgData name="Ionut Girbea" userId="140628fa-96ce-4361-bce7-5504303d38b3" providerId="ADAL" clId="{07D332A5-C578-714C-B97C-CD71A5874CF5}" dt="2023-11-16T12:11:54.579" v="2795" actId="14826"/>
        <pc:sldMkLst>
          <pc:docMk/>
          <pc:sldMk cId="0" sldId="349"/>
        </pc:sldMkLst>
        <pc:spChg chg="mod topLvl">
          <ac:chgData name="Ionut Girbea" userId="140628fa-96ce-4361-bce7-5504303d38b3" providerId="ADAL" clId="{07D332A5-C578-714C-B97C-CD71A5874CF5}" dt="2023-11-16T12:11:31.304" v="2792" actId="165"/>
          <ac:spMkLst>
            <pc:docMk/>
            <pc:sldMk cId="0" sldId="349"/>
            <ac:spMk id="4" creationId="{64E92A45-3DAB-076F-41E0-014128911ACA}"/>
          </ac:spMkLst>
        </pc:spChg>
        <pc:spChg chg="mod topLvl">
          <ac:chgData name="Ionut Girbea" userId="140628fa-96ce-4361-bce7-5504303d38b3" providerId="ADAL" clId="{07D332A5-C578-714C-B97C-CD71A5874CF5}" dt="2023-11-16T12:11:31.304" v="2792" actId="165"/>
          <ac:spMkLst>
            <pc:docMk/>
            <pc:sldMk cId="0" sldId="349"/>
            <ac:spMk id="5" creationId="{47D3B8D2-BB7D-8CFF-E5B1-48867AB4B92D}"/>
          </ac:spMkLst>
        </pc:spChg>
        <pc:spChg chg="mod topLvl">
          <ac:chgData name="Ionut Girbea" userId="140628fa-96ce-4361-bce7-5504303d38b3" providerId="ADAL" clId="{07D332A5-C578-714C-B97C-CD71A5874CF5}" dt="2023-11-16T12:11:31.304" v="2792" actId="165"/>
          <ac:spMkLst>
            <pc:docMk/>
            <pc:sldMk cId="0" sldId="349"/>
            <ac:spMk id="7" creationId="{07085ABB-67E9-08AF-49CB-3C719A573AEE}"/>
          </ac:spMkLst>
        </pc:spChg>
        <pc:spChg chg="mod topLvl">
          <ac:chgData name="Ionut Girbea" userId="140628fa-96ce-4361-bce7-5504303d38b3" providerId="ADAL" clId="{07D332A5-C578-714C-B97C-CD71A5874CF5}" dt="2023-11-16T12:11:36.032" v="2793" actId="165"/>
          <ac:spMkLst>
            <pc:docMk/>
            <pc:sldMk cId="0" sldId="349"/>
            <ac:spMk id="9" creationId="{C29EF65E-B57C-8EA9-C57D-9EE3D897F2FF}"/>
          </ac:spMkLst>
        </pc:spChg>
        <pc:spChg chg="mod topLvl">
          <ac:chgData name="Ionut Girbea" userId="140628fa-96ce-4361-bce7-5504303d38b3" providerId="ADAL" clId="{07D332A5-C578-714C-B97C-CD71A5874CF5}" dt="2023-11-16T12:11:36.032" v="2793" actId="165"/>
          <ac:spMkLst>
            <pc:docMk/>
            <pc:sldMk cId="0" sldId="349"/>
            <ac:spMk id="10" creationId="{684702FB-2335-C11A-0B64-DBC0988F4E84}"/>
          </ac:spMkLst>
        </pc:spChg>
        <pc:spChg chg="mod topLvl">
          <ac:chgData name="Ionut Girbea" userId="140628fa-96ce-4361-bce7-5504303d38b3" providerId="ADAL" clId="{07D332A5-C578-714C-B97C-CD71A5874CF5}" dt="2023-11-16T12:11:36.032" v="2793" actId="165"/>
          <ac:spMkLst>
            <pc:docMk/>
            <pc:sldMk cId="0" sldId="349"/>
            <ac:spMk id="12" creationId="{27B4E9D0-CD17-9B47-6C34-C0E6A2C404AA}"/>
          </ac:spMkLst>
        </pc:spChg>
        <pc:spChg chg="mod">
          <ac:chgData name="Ionut Girbea" userId="140628fa-96ce-4361-bce7-5504303d38b3" providerId="ADAL" clId="{07D332A5-C578-714C-B97C-CD71A5874CF5}" dt="2023-11-09T08:39:34.996" v="57"/>
          <ac:spMkLst>
            <pc:docMk/>
            <pc:sldMk cId="0" sldId="349"/>
            <ac:spMk id="1444" creationId="{00000000-0000-0000-0000-000000000000}"/>
          </ac:spMkLst>
        </pc:spChg>
        <pc:grpChg chg="del">
          <ac:chgData name="Ionut Girbea" userId="140628fa-96ce-4361-bce7-5504303d38b3" providerId="ADAL" clId="{07D332A5-C578-714C-B97C-CD71A5874CF5}" dt="2023-11-16T12:11:31.304" v="2792" actId="165"/>
          <ac:grpSpMkLst>
            <pc:docMk/>
            <pc:sldMk cId="0" sldId="349"/>
            <ac:grpSpMk id="3" creationId="{9489389E-79E0-6F8D-BCD4-455AF760ACE7}"/>
          </ac:grpSpMkLst>
        </pc:grpChg>
        <pc:grpChg chg="del">
          <ac:chgData name="Ionut Girbea" userId="140628fa-96ce-4361-bce7-5504303d38b3" providerId="ADAL" clId="{07D332A5-C578-714C-B97C-CD71A5874CF5}" dt="2023-11-16T12:11:36.032" v="2793" actId="165"/>
          <ac:grpSpMkLst>
            <pc:docMk/>
            <pc:sldMk cId="0" sldId="349"/>
            <ac:grpSpMk id="8" creationId="{F2CA8AEB-001C-FC9C-6746-E4151B3CFEB0}"/>
          </ac:grpSpMkLst>
        </pc:grpChg>
        <pc:graphicFrameChg chg="mod">
          <ac:chgData name="Ionut Girbea" userId="140628fa-96ce-4361-bce7-5504303d38b3" providerId="ADAL" clId="{07D332A5-C578-714C-B97C-CD71A5874CF5}" dt="2023-11-09T12:32:30.088" v="406" actId="2711"/>
          <ac:graphicFrameMkLst>
            <pc:docMk/>
            <pc:sldMk cId="0" sldId="349"/>
            <ac:graphicFrameMk id="1442" creationId="{00000000-0000-0000-0000-000000000000}"/>
          </ac:graphicFrameMkLst>
        </pc:graphicFrameChg>
        <pc:picChg chg="mod topLvl">
          <ac:chgData name="Ionut Girbea" userId="140628fa-96ce-4361-bce7-5504303d38b3" providerId="ADAL" clId="{07D332A5-C578-714C-B97C-CD71A5874CF5}" dt="2023-11-16T12:11:41.813" v="2794" actId="14826"/>
          <ac:picMkLst>
            <pc:docMk/>
            <pc:sldMk cId="0" sldId="349"/>
            <ac:picMk id="6" creationId="{07ECE4A8-3563-33E0-66B6-0BF1720F68D3}"/>
          </ac:picMkLst>
        </pc:picChg>
        <pc:picChg chg="mod topLvl">
          <ac:chgData name="Ionut Girbea" userId="140628fa-96ce-4361-bce7-5504303d38b3" providerId="ADAL" clId="{07D332A5-C578-714C-B97C-CD71A5874CF5}" dt="2023-11-16T12:11:54.579" v="2795" actId="14826"/>
          <ac:picMkLst>
            <pc:docMk/>
            <pc:sldMk cId="0" sldId="349"/>
            <ac:picMk id="11" creationId="{FCA587CC-1901-BF37-F321-2B7502995625}"/>
          </ac:picMkLst>
        </pc:picChg>
      </pc:sldChg>
      <pc:sldChg chg="modSp mod modNotes">
        <pc:chgData name="Ionut Girbea" userId="140628fa-96ce-4361-bce7-5504303d38b3" providerId="ADAL" clId="{07D332A5-C578-714C-B97C-CD71A5874CF5}" dt="2023-11-16T08:48:11.066" v="2244" actId="113"/>
        <pc:sldMkLst>
          <pc:docMk/>
          <pc:sldMk cId="0" sldId="350"/>
        </pc:sldMkLst>
        <pc:spChg chg="mod">
          <ac:chgData name="Ionut Girbea" userId="140628fa-96ce-4361-bce7-5504303d38b3" providerId="ADAL" clId="{07D332A5-C578-714C-B97C-CD71A5874CF5}" dt="2023-11-09T12:35:03.831" v="407" actId="113"/>
          <ac:spMkLst>
            <pc:docMk/>
            <pc:sldMk cId="0" sldId="350"/>
            <ac:spMk id="5" creationId="{D320A4C2-EB05-EEE1-53EE-6F4F1AC00D79}"/>
          </ac:spMkLst>
        </pc:spChg>
        <pc:spChg chg="mod">
          <ac:chgData name="Ionut Girbea" userId="140628fa-96ce-4361-bce7-5504303d38b3" providerId="ADAL" clId="{07D332A5-C578-714C-B97C-CD71A5874CF5}" dt="2023-11-16T08:48:03.348" v="2242" actId="113"/>
          <ac:spMkLst>
            <pc:docMk/>
            <pc:sldMk cId="0" sldId="350"/>
            <ac:spMk id="1463" creationId="{00000000-0000-0000-0000-000000000000}"/>
          </ac:spMkLst>
        </pc:spChg>
        <pc:spChg chg="mod">
          <ac:chgData name="Ionut Girbea" userId="140628fa-96ce-4361-bce7-5504303d38b3" providerId="ADAL" clId="{07D332A5-C578-714C-B97C-CD71A5874CF5}" dt="2023-11-16T08:48:11.066" v="2244" actId="113"/>
          <ac:spMkLst>
            <pc:docMk/>
            <pc:sldMk cId="0" sldId="350"/>
            <ac:spMk id="1466" creationId="{00000000-0000-0000-0000-000000000000}"/>
          </ac:spMkLst>
        </pc:spChg>
        <pc:graphicFrameChg chg="mod modGraphic">
          <ac:chgData name="Ionut Girbea" userId="140628fa-96ce-4361-bce7-5504303d38b3" providerId="ADAL" clId="{07D332A5-C578-714C-B97C-CD71A5874CF5}" dt="2023-11-16T08:47:09.278" v="2230" actId="2711"/>
          <ac:graphicFrameMkLst>
            <pc:docMk/>
            <pc:sldMk cId="0" sldId="350"/>
            <ac:graphicFrameMk id="1469" creationId="{00000000-0000-0000-0000-000000000000}"/>
          </ac:graphicFrameMkLst>
        </pc:graphicFrameChg>
        <pc:graphicFrameChg chg="mod modGraphic">
          <ac:chgData name="Ionut Girbea" userId="140628fa-96ce-4361-bce7-5504303d38b3" providerId="ADAL" clId="{07D332A5-C578-714C-B97C-CD71A5874CF5}" dt="2023-11-16T08:47:16.765" v="2232" actId="2711"/>
          <ac:graphicFrameMkLst>
            <pc:docMk/>
            <pc:sldMk cId="0" sldId="350"/>
            <ac:graphicFrameMk id="1483" creationId="{00000000-0000-0000-0000-000000000000}"/>
          </ac:graphicFrameMkLst>
        </pc:graphicFrameChg>
        <pc:graphicFrameChg chg="mod modGraphic">
          <ac:chgData name="Ionut Girbea" userId="140628fa-96ce-4361-bce7-5504303d38b3" providerId="ADAL" clId="{07D332A5-C578-714C-B97C-CD71A5874CF5}" dt="2023-11-16T08:47:29.616" v="2234" actId="404"/>
          <ac:graphicFrameMkLst>
            <pc:docMk/>
            <pc:sldMk cId="0" sldId="350"/>
            <ac:graphicFrameMk id="1497" creationId="{00000000-0000-0000-0000-000000000000}"/>
          </ac:graphicFrameMkLst>
        </pc:graphicFrameChg>
        <pc:graphicFrameChg chg="mod modGraphic">
          <ac:chgData name="Ionut Girbea" userId="140628fa-96ce-4361-bce7-5504303d38b3" providerId="ADAL" clId="{07D332A5-C578-714C-B97C-CD71A5874CF5}" dt="2023-11-16T08:47:38.450" v="2236" actId="2711"/>
          <ac:graphicFrameMkLst>
            <pc:docMk/>
            <pc:sldMk cId="0" sldId="350"/>
            <ac:graphicFrameMk id="1511" creationId="{00000000-0000-0000-0000-000000000000}"/>
          </ac:graphicFrameMkLst>
        </pc:graphicFrameChg>
        <pc:graphicFrameChg chg="mod modGraphic">
          <ac:chgData name="Ionut Girbea" userId="140628fa-96ce-4361-bce7-5504303d38b3" providerId="ADAL" clId="{07D332A5-C578-714C-B97C-CD71A5874CF5}" dt="2023-11-16T08:47:45.459" v="2238" actId="2711"/>
          <ac:graphicFrameMkLst>
            <pc:docMk/>
            <pc:sldMk cId="0" sldId="350"/>
            <ac:graphicFrameMk id="1522" creationId="{00000000-0000-0000-0000-000000000000}"/>
          </ac:graphicFrameMkLst>
        </pc:graphicFrameChg>
        <pc:graphicFrameChg chg="mod modGraphic">
          <ac:chgData name="Ionut Girbea" userId="140628fa-96ce-4361-bce7-5504303d38b3" providerId="ADAL" clId="{07D332A5-C578-714C-B97C-CD71A5874CF5}" dt="2023-11-16T08:47:52.185" v="2240" actId="2711"/>
          <ac:graphicFrameMkLst>
            <pc:docMk/>
            <pc:sldMk cId="0" sldId="350"/>
            <ac:graphicFrameMk id="1532" creationId="{00000000-0000-0000-0000-000000000000}"/>
          </ac:graphicFrameMkLst>
        </pc:graphicFrameChg>
      </pc:sldChg>
      <pc:sldChg chg="modSp mod modNotes">
        <pc:chgData name="Ionut Girbea" userId="140628fa-96ce-4361-bce7-5504303d38b3" providerId="ADAL" clId="{07D332A5-C578-714C-B97C-CD71A5874CF5}" dt="2023-11-16T08:49:44.379" v="2265" actId="404"/>
        <pc:sldMkLst>
          <pc:docMk/>
          <pc:sldMk cId="0" sldId="351"/>
        </pc:sldMkLst>
        <pc:spChg chg="mod">
          <ac:chgData name="Ionut Girbea" userId="140628fa-96ce-4361-bce7-5504303d38b3" providerId="ADAL" clId="{07D332A5-C578-714C-B97C-CD71A5874CF5}" dt="2023-11-09T12:35:08.220" v="408" actId="113"/>
          <ac:spMkLst>
            <pc:docMk/>
            <pc:sldMk cId="0" sldId="351"/>
            <ac:spMk id="3" creationId="{77EFFCA6-1E23-EEDD-A721-B3ADC030C0ED}"/>
          </ac:spMkLst>
        </pc:spChg>
        <pc:spChg chg="mod">
          <ac:chgData name="Ionut Girbea" userId="140628fa-96ce-4361-bce7-5504303d38b3" providerId="ADAL" clId="{07D332A5-C578-714C-B97C-CD71A5874CF5}" dt="2023-11-16T08:48:22.766" v="2246" actId="113"/>
          <ac:spMkLst>
            <pc:docMk/>
            <pc:sldMk cId="0" sldId="351"/>
            <ac:spMk id="7" creationId="{1B0867FD-8932-73E9-531B-1F7CA19A6CB5}"/>
          </ac:spMkLst>
        </pc:spChg>
        <pc:spChg chg="mod">
          <ac:chgData name="Ionut Girbea" userId="140628fa-96ce-4361-bce7-5504303d38b3" providerId="ADAL" clId="{07D332A5-C578-714C-B97C-CD71A5874CF5}" dt="2023-11-16T08:48:28.154" v="2248" actId="2711"/>
          <ac:spMkLst>
            <pc:docMk/>
            <pc:sldMk cId="0" sldId="351"/>
            <ac:spMk id="10" creationId="{B4D8840F-D2AA-5846-363C-A7CEE055F812}"/>
          </ac:spMkLst>
        </pc:spChg>
        <pc:graphicFrameChg chg="mod modGraphic">
          <ac:chgData name="Ionut Girbea" userId="140628fa-96ce-4361-bce7-5504303d38b3" providerId="ADAL" clId="{07D332A5-C578-714C-B97C-CD71A5874CF5}" dt="2023-11-16T08:48:36.742" v="2250" actId="2711"/>
          <ac:graphicFrameMkLst>
            <pc:docMk/>
            <pc:sldMk cId="0" sldId="351"/>
            <ac:graphicFrameMk id="1560" creationId="{00000000-0000-0000-0000-000000000000}"/>
          </ac:graphicFrameMkLst>
        </pc:graphicFrameChg>
        <pc:graphicFrameChg chg="mod modGraphic">
          <ac:chgData name="Ionut Girbea" userId="140628fa-96ce-4361-bce7-5504303d38b3" providerId="ADAL" clId="{07D332A5-C578-714C-B97C-CD71A5874CF5}" dt="2023-11-16T08:48:56.674" v="2253" actId="404"/>
          <ac:graphicFrameMkLst>
            <pc:docMk/>
            <pc:sldMk cId="0" sldId="351"/>
            <ac:graphicFrameMk id="1574" creationId="{00000000-0000-0000-0000-000000000000}"/>
          </ac:graphicFrameMkLst>
        </pc:graphicFrameChg>
        <pc:graphicFrameChg chg="mod modGraphic">
          <ac:chgData name="Ionut Girbea" userId="140628fa-96ce-4361-bce7-5504303d38b3" providerId="ADAL" clId="{07D332A5-C578-714C-B97C-CD71A5874CF5}" dt="2023-11-16T08:49:01.648" v="2255" actId="404"/>
          <ac:graphicFrameMkLst>
            <pc:docMk/>
            <pc:sldMk cId="0" sldId="351"/>
            <ac:graphicFrameMk id="1588" creationId="{00000000-0000-0000-0000-000000000000}"/>
          </ac:graphicFrameMkLst>
        </pc:graphicFrameChg>
        <pc:graphicFrameChg chg="mod modGraphic">
          <ac:chgData name="Ionut Girbea" userId="140628fa-96ce-4361-bce7-5504303d38b3" providerId="ADAL" clId="{07D332A5-C578-714C-B97C-CD71A5874CF5}" dt="2023-11-16T08:49:09.968" v="2257" actId="404"/>
          <ac:graphicFrameMkLst>
            <pc:docMk/>
            <pc:sldMk cId="0" sldId="351"/>
            <ac:graphicFrameMk id="1602" creationId="{00000000-0000-0000-0000-000000000000}"/>
          </ac:graphicFrameMkLst>
        </pc:graphicFrameChg>
        <pc:graphicFrameChg chg="mod modGraphic">
          <ac:chgData name="Ionut Girbea" userId="140628fa-96ce-4361-bce7-5504303d38b3" providerId="ADAL" clId="{07D332A5-C578-714C-B97C-CD71A5874CF5}" dt="2023-11-16T08:49:20.676" v="2259" actId="404"/>
          <ac:graphicFrameMkLst>
            <pc:docMk/>
            <pc:sldMk cId="0" sldId="351"/>
            <ac:graphicFrameMk id="1612" creationId="{00000000-0000-0000-0000-000000000000}"/>
          </ac:graphicFrameMkLst>
        </pc:graphicFrameChg>
        <pc:graphicFrameChg chg="mod modGraphic">
          <ac:chgData name="Ionut Girbea" userId="140628fa-96ce-4361-bce7-5504303d38b3" providerId="ADAL" clId="{07D332A5-C578-714C-B97C-CD71A5874CF5}" dt="2023-11-16T08:49:30.571" v="2261"/>
          <ac:graphicFrameMkLst>
            <pc:docMk/>
            <pc:sldMk cId="0" sldId="351"/>
            <ac:graphicFrameMk id="1625" creationId="{00000000-0000-0000-0000-000000000000}"/>
          </ac:graphicFrameMkLst>
        </pc:graphicFrameChg>
        <pc:graphicFrameChg chg="mod modGraphic">
          <ac:chgData name="Ionut Girbea" userId="140628fa-96ce-4361-bce7-5504303d38b3" providerId="ADAL" clId="{07D332A5-C578-714C-B97C-CD71A5874CF5}" dt="2023-11-16T08:49:37.590" v="2263" actId="404"/>
          <ac:graphicFrameMkLst>
            <pc:docMk/>
            <pc:sldMk cId="0" sldId="351"/>
            <ac:graphicFrameMk id="1636" creationId="{00000000-0000-0000-0000-000000000000}"/>
          </ac:graphicFrameMkLst>
        </pc:graphicFrameChg>
        <pc:graphicFrameChg chg="mod modGraphic">
          <ac:chgData name="Ionut Girbea" userId="140628fa-96ce-4361-bce7-5504303d38b3" providerId="ADAL" clId="{07D332A5-C578-714C-B97C-CD71A5874CF5}" dt="2023-11-16T08:49:44.379" v="2265" actId="404"/>
          <ac:graphicFrameMkLst>
            <pc:docMk/>
            <pc:sldMk cId="0" sldId="351"/>
            <ac:graphicFrameMk id="1646" creationId="{00000000-0000-0000-0000-000000000000}"/>
          </ac:graphicFrameMkLst>
        </pc:graphicFrameChg>
      </pc:sldChg>
      <pc:sldChg chg="modNotes">
        <pc:chgData name="Ionut Girbea" userId="140628fa-96ce-4361-bce7-5504303d38b3" providerId="ADAL" clId="{07D332A5-C578-714C-B97C-CD71A5874CF5}" dt="2023-11-09T08:39:43.427" v="58"/>
        <pc:sldMkLst>
          <pc:docMk/>
          <pc:sldMk cId="0" sldId="352"/>
        </pc:sldMkLst>
      </pc:sldChg>
      <pc:sldChg chg="modSp mod">
        <pc:chgData name="Ionut Girbea" userId="140628fa-96ce-4361-bce7-5504303d38b3" providerId="ADAL" clId="{07D332A5-C578-714C-B97C-CD71A5874CF5}" dt="2023-11-09T12:35:49.203" v="409" actId="113"/>
        <pc:sldMkLst>
          <pc:docMk/>
          <pc:sldMk cId="0" sldId="353"/>
        </pc:sldMkLst>
        <pc:spChg chg="mod">
          <ac:chgData name="Ionut Girbea" userId="140628fa-96ce-4361-bce7-5504303d38b3" providerId="ADAL" clId="{07D332A5-C578-714C-B97C-CD71A5874CF5}" dt="2023-11-09T12:35:49.203" v="409" actId="113"/>
          <ac:spMkLst>
            <pc:docMk/>
            <pc:sldMk cId="0" sldId="353"/>
            <ac:spMk id="7" creationId="{C46206B9-C601-CB29-A031-8A84E2168DC7}"/>
          </ac:spMkLst>
        </pc:spChg>
        <pc:spChg chg="mod">
          <ac:chgData name="Ionut Girbea" userId="140628fa-96ce-4361-bce7-5504303d38b3" providerId="ADAL" clId="{07D332A5-C578-714C-B97C-CD71A5874CF5}" dt="2023-11-09T08:39:34.996" v="57"/>
          <ac:spMkLst>
            <pc:docMk/>
            <pc:sldMk cId="0" sldId="353"/>
            <ac:spMk id="1688" creationId="{00000000-0000-0000-0000-000000000000}"/>
          </ac:spMkLst>
        </pc:spChg>
        <pc:spChg chg="mod">
          <ac:chgData name="Ionut Girbea" userId="140628fa-96ce-4361-bce7-5504303d38b3" providerId="ADAL" clId="{07D332A5-C578-714C-B97C-CD71A5874CF5}" dt="2023-11-09T08:39:34.996" v="57"/>
          <ac:spMkLst>
            <pc:docMk/>
            <pc:sldMk cId="0" sldId="353"/>
            <ac:spMk id="1697" creationId="{00000000-0000-0000-0000-000000000000}"/>
          </ac:spMkLst>
        </pc:spChg>
        <pc:spChg chg="mod">
          <ac:chgData name="Ionut Girbea" userId="140628fa-96ce-4361-bce7-5504303d38b3" providerId="ADAL" clId="{07D332A5-C578-714C-B97C-CD71A5874CF5}" dt="2023-11-09T08:39:34.996" v="57"/>
          <ac:spMkLst>
            <pc:docMk/>
            <pc:sldMk cId="0" sldId="353"/>
            <ac:spMk id="1698" creationId="{00000000-0000-0000-0000-000000000000}"/>
          </ac:spMkLst>
        </pc:spChg>
        <pc:spChg chg="mod">
          <ac:chgData name="Ionut Girbea" userId="140628fa-96ce-4361-bce7-5504303d38b3" providerId="ADAL" clId="{07D332A5-C578-714C-B97C-CD71A5874CF5}" dt="2023-11-09T08:39:34.996" v="57"/>
          <ac:spMkLst>
            <pc:docMk/>
            <pc:sldMk cId="0" sldId="353"/>
            <ac:spMk id="1699" creationId="{00000000-0000-0000-0000-000000000000}"/>
          </ac:spMkLst>
        </pc:spChg>
        <pc:spChg chg="mod">
          <ac:chgData name="Ionut Girbea" userId="140628fa-96ce-4361-bce7-5504303d38b3" providerId="ADAL" clId="{07D332A5-C578-714C-B97C-CD71A5874CF5}" dt="2023-11-09T08:39:34.996" v="57"/>
          <ac:spMkLst>
            <pc:docMk/>
            <pc:sldMk cId="0" sldId="353"/>
            <ac:spMk id="1701" creationId="{00000000-0000-0000-0000-000000000000}"/>
          </ac:spMkLst>
        </pc:spChg>
        <pc:spChg chg="mod">
          <ac:chgData name="Ionut Girbea" userId="140628fa-96ce-4361-bce7-5504303d38b3" providerId="ADAL" clId="{07D332A5-C578-714C-B97C-CD71A5874CF5}" dt="2023-11-09T08:39:34.996" v="57"/>
          <ac:spMkLst>
            <pc:docMk/>
            <pc:sldMk cId="0" sldId="353"/>
            <ac:spMk id="1702" creationId="{00000000-0000-0000-0000-000000000000}"/>
          </ac:spMkLst>
        </pc:spChg>
        <pc:spChg chg="mod">
          <ac:chgData name="Ionut Girbea" userId="140628fa-96ce-4361-bce7-5504303d38b3" providerId="ADAL" clId="{07D332A5-C578-714C-B97C-CD71A5874CF5}" dt="2023-11-09T08:39:34.996" v="57"/>
          <ac:spMkLst>
            <pc:docMk/>
            <pc:sldMk cId="0" sldId="353"/>
            <ac:spMk id="1704" creationId="{00000000-0000-0000-0000-000000000000}"/>
          </ac:spMkLst>
        </pc:spChg>
        <pc:spChg chg="mod">
          <ac:chgData name="Ionut Girbea" userId="140628fa-96ce-4361-bce7-5504303d38b3" providerId="ADAL" clId="{07D332A5-C578-714C-B97C-CD71A5874CF5}" dt="2023-11-09T08:39:34.996" v="57"/>
          <ac:spMkLst>
            <pc:docMk/>
            <pc:sldMk cId="0" sldId="353"/>
            <ac:spMk id="1705" creationId="{00000000-0000-0000-0000-000000000000}"/>
          </ac:spMkLst>
        </pc:spChg>
        <pc:grpChg chg="mod">
          <ac:chgData name="Ionut Girbea" userId="140628fa-96ce-4361-bce7-5504303d38b3" providerId="ADAL" clId="{07D332A5-C578-714C-B97C-CD71A5874CF5}" dt="2023-11-09T08:39:34.996" v="57"/>
          <ac:grpSpMkLst>
            <pc:docMk/>
            <pc:sldMk cId="0" sldId="353"/>
            <ac:grpSpMk id="1700" creationId="{00000000-0000-0000-0000-000000000000}"/>
          </ac:grpSpMkLst>
        </pc:grpChg>
        <pc:grpChg chg="mod">
          <ac:chgData name="Ionut Girbea" userId="140628fa-96ce-4361-bce7-5504303d38b3" providerId="ADAL" clId="{07D332A5-C578-714C-B97C-CD71A5874CF5}" dt="2023-11-09T08:39:34.996" v="57"/>
          <ac:grpSpMkLst>
            <pc:docMk/>
            <pc:sldMk cId="0" sldId="353"/>
            <ac:grpSpMk id="1703" creationId="{00000000-0000-0000-0000-000000000000}"/>
          </ac:grpSpMkLst>
        </pc:grpChg>
        <pc:grpChg chg="mod">
          <ac:chgData name="Ionut Girbea" userId="140628fa-96ce-4361-bce7-5504303d38b3" providerId="ADAL" clId="{07D332A5-C578-714C-B97C-CD71A5874CF5}" dt="2023-11-09T08:39:34.996" v="57"/>
          <ac:grpSpMkLst>
            <pc:docMk/>
            <pc:sldMk cId="0" sldId="353"/>
            <ac:grpSpMk id="1706" creationId="{00000000-0000-0000-0000-000000000000}"/>
          </ac:grpSpMkLst>
        </pc:grpChg>
        <pc:grpChg chg="mod">
          <ac:chgData name="Ionut Girbea" userId="140628fa-96ce-4361-bce7-5504303d38b3" providerId="ADAL" clId="{07D332A5-C578-714C-B97C-CD71A5874CF5}" dt="2023-11-09T08:39:34.996" v="57"/>
          <ac:grpSpMkLst>
            <pc:docMk/>
            <pc:sldMk cId="0" sldId="353"/>
            <ac:grpSpMk id="1707" creationId="{00000000-0000-0000-0000-000000000000}"/>
          </ac:grpSpMkLst>
        </pc:grpChg>
        <pc:graphicFrameChg chg="mod">
          <ac:chgData name="Ionut Girbea" userId="140628fa-96ce-4361-bce7-5504303d38b3" providerId="ADAL" clId="{07D332A5-C578-714C-B97C-CD71A5874CF5}" dt="2023-11-09T08:39:34.996" v="57"/>
          <ac:graphicFrameMkLst>
            <pc:docMk/>
            <pc:sldMk cId="0" sldId="353"/>
            <ac:graphicFrameMk id="1686" creationId="{00000000-0000-0000-0000-000000000000}"/>
          </ac:graphicFrameMkLst>
        </pc:graphicFrameChg>
      </pc:sldChg>
      <pc:sldChg chg="addSp delSp modSp mod">
        <pc:chgData name="Ionut Girbea" userId="140628fa-96ce-4361-bce7-5504303d38b3" providerId="ADAL" clId="{07D332A5-C578-714C-B97C-CD71A5874CF5}" dt="2023-11-16T12:18:32.827" v="2809" actId="14826"/>
        <pc:sldMkLst>
          <pc:docMk/>
          <pc:sldMk cId="0" sldId="354"/>
        </pc:sldMkLst>
        <pc:spChg chg="mod">
          <ac:chgData name="Ionut Girbea" userId="140628fa-96ce-4361-bce7-5504303d38b3" providerId="ADAL" clId="{07D332A5-C578-714C-B97C-CD71A5874CF5}" dt="2023-11-09T12:36:04.063" v="410" actId="113"/>
          <ac:spMkLst>
            <pc:docMk/>
            <pc:sldMk cId="0" sldId="354"/>
            <ac:spMk id="3" creationId="{A463DF74-4D56-FE96-E637-05A52E8E911B}"/>
          </ac:spMkLst>
        </pc:spChg>
        <pc:spChg chg="add mod">
          <ac:chgData name="Ionut Girbea" userId="140628fa-96ce-4361-bce7-5504303d38b3" providerId="ADAL" clId="{07D332A5-C578-714C-B97C-CD71A5874CF5}" dt="2023-11-09T12:48:33.903" v="457" actId="2710"/>
          <ac:spMkLst>
            <pc:docMk/>
            <pc:sldMk cId="0" sldId="354"/>
            <ac:spMk id="4" creationId="{FB01F688-6134-7DCE-3217-5CD918BE5A7C}"/>
          </ac:spMkLst>
        </pc:spChg>
        <pc:spChg chg="add mod">
          <ac:chgData name="Ionut Girbea" userId="140628fa-96ce-4361-bce7-5504303d38b3" providerId="ADAL" clId="{07D332A5-C578-714C-B97C-CD71A5874CF5}" dt="2023-11-09T12:49:35.154" v="466" actId="20577"/>
          <ac:spMkLst>
            <pc:docMk/>
            <pc:sldMk cId="0" sldId="354"/>
            <ac:spMk id="5" creationId="{1B49B634-CE05-DBEA-48D6-4CB4252932B7}"/>
          </ac:spMkLst>
        </pc:spChg>
        <pc:spChg chg="add mod">
          <ac:chgData name="Ionut Girbea" userId="140628fa-96ce-4361-bce7-5504303d38b3" providerId="ADAL" clId="{07D332A5-C578-714C-B97C-CD71A5874CF5}" dt="2023-11-09T12:48:24.863" v="455" actId="2710"/>
          <ac:spMkLst>
            <pc:docMk/>
            <pc:sldMk cId="0" sldId="354"/>
            <ac:spMk id="6" creationId="{A073FEA6-3573-9540-1F56-92C696235059}"/>
          </ac:spMkLst>
        </pc:spChg>
        <pc:spChg chg="add mod">
          <ac:chgData name="Ionut Girbea" userId="140628fa-96ce-4361-bce7-5504303d38b3" providerId="ADAL" clId="{07D332A5-C578-714C-B97C-CD71A5874CF5}" dt="2023-11-09T12:52:06.422" v="500" actId="1036"/>
          <ac:spMkLst>
            <pc:docMk/>
            <pc:sldMk cId="0" sldId="354"/>
            <ac:spMk id="7" creationId="{09C9A8BE-1F84-254E-0FA5-781D764D13E2}"/>
          </ac:spMkLst>
        </pc:spChg>
        <pc:spChg chg="add mod">
          <ac:chgData name="Ionut Girbea" userId="140628fa-96ce-4361-bce7-5504303d38b3" providerId="ADAL" clId="{07D332A5-C578-714C-B97C-CD71A5874CF5}" dt="2023-11-09T12:52:06.422" v="500" actId="1036"/>
          <ac:spMkLst>
            <pc:docMk/>
            <pc:sldMk cId="0" sldId="354"/>
            <ac:spMk id="8" creationId="{476C3150-87BC-EF37-68E4-B82A148890FE}"/>
          </ac:spMkLst>
        </pc:spChg>
        <pc:spChg chg="add mod">
          <ac:chgData name="Ionut Girbea" userId="140628fa-96ce-4361-bce7-5504303d38b3" providerId="ADAL" clId="{07D332A5-C578-714C-B97C-CD71A5874CF5}" dt="2023-11-09T12:49:55.988" v="472" actId="1037"/>
          <ac:spMkLst>
            <pc:docMk/>
            <pc:sldMk cId="0" sldId="354"/>
            <ac:spMk id="9" creationId="{19E56093-1A63-8A1E-E070-62FE7327577A}"/>
          </ac:spMkLst>
        </pc:spChg>
        <pc:spChg chg="add mod">
          <ac:chgData name="Ionut Girbea" userId="140628fa-96ce-4361-bce7-5504303d38b3" providerId="ADAL" clId="{07D332A5-C578-714C-B97C-CD71A5874CF5}" dt="2023-11-09T12:50:24.688" v="480" actId="20577"/>
          <ac:spMkLst>
            <pc:docMk/>
            <pc:sldMk cId="0" sldId="354"/>
            <ac:spMk id="10" creationId="{861AC1D1-90E9-AFDB-FE84-559E9CA0F41B}"/>
          </ac:spMkLst>
        </pc:spChg>
        <pc:spChg chg="add mod">
          <ac:chgData name="Ionut Girbea" userId="140628fa-96ce-4361-bce7-5504303d38b3" providerId="ADAL" clId="{07D332A5-C578-714C-B97C-CD71A5874CF5}" dt="2023-11-09T12:50:21.085" v="479" actId="20577"/>
          <ac:spMkLst>
            <pc:docMk/>
            <pc:sldMk cId="0" sldId="354"/>
            <ac:spMk id="11" creationId="{39F6F0D3-CE17-625D-C15B-410487A57071}"/>
          </ac:spMkLst>
        </pc:spChg>
        <pc:spChg chg="add mod">
          <ac:chgData name="Ionut Girbea" userId="140628fa-96ce-4361-bce7-5504303d38b3" providerId="ADAL" clId="{07D332A5-C578-714C-B97C-CD71A5874CF5}" dt="2023-11-09T12:50:12.489" v="477" actId="1035"/>
          <ac:spMkLst>
            <pc:docMk/>
            <pc:sldMk cId="0" sldId="354"/>
            <ac:spMk id="12" creationId="{E317552F-49ED-095C-84EE-E371357B75BA}"/>
          </ac:spMkLst>
        </pc:spChg>
        <pc:spChg chg="add mod">
          <ac:chgData name="Ionut Girbea" userId="140628fa-96ce-4361-bce7-5504303d38b3" providerId="ADAL" clId="{07D332A5-C578-714C-B97C-CD71A5874CF5}" dt="2023-11-09T12:51:37.483" v="488" actId="20577"/>
          <ac:spMkLst>
            <pc:docMk/>
            <pc:sldMk cId="0" sldId="354"/>
            <ac:spMk id="13" creationId="{AE78E1FE-B819-19AA-9050-536C70B59A03}"/>
          </ac:spMkLst>
        </pc:spChg>
        <pc:spChg chg="add del mod">
          <ac:chgData name="Ionut Girbea" userId="140628fa-96ce-4361-bce7-5504303d38b3" providerId="ADAL" clId="{07D332A5-C578-714C-B97C-CD71A5874CF5}" dt="2023-11-16T12:13:58.258" v="2800" actId="478"/>
          <ac:spMkLst>
            <pc:docMk/>
            <pc:sldMk cId="0" sldId="354"/>
            <ac:spMk id="14" creationId="{2F1A9429-EF70-516B-F86E-2CE3C3085F3E}"/>
          </ac:spMkLst>
        </pc:spChg>
        <pc:spChg chg="mod">
          <ac:chgData name="Ionut Girbea" userId="140628fa-96ce-4361-bce7-5504303d38b3" providerId="ADAL" clId="{07D332A5-C578-714C-B97C-CD71A5874CF5}" dt="2023-11-16T12:13:39.933" v="2798" actId="14826"/>
          <ac:spMkLst>
            <pc:docMk/>
            <pc:sldMk cId="0" sldId="354"/>
            <ac:spMk id="1718" creationId="{00000000-0000-0000-0000-000000000000}"/>
          </ac:spMkLst>
        </pc:spChg>
        <pc:spChg chg="mod">
          <ac:chgData name="Ionut Girbea" userId="140628fa-96ce-4361-bce7-5504303d38b3" providerId="ADAL" clId="{07D332A5-C578-714C-B97C-CD71A5874CF5}" dt="2023-11-16T12:16:10.145" v="2801" actId="14826"/>
          <ac:spMkLst>
            <pc:docMk/>
            <pc:sldMk cId="0" sldId="354"/>
            <ac:spMk id="1721" creationId="{00000000-0000-0000-0000-000000000000}"/>
          </ac:spMkLst>
        </pc:spChg>
        <pc:spChg chg="mod">
          <ac:chgData name="Ionut Girbea" userId="140628fa-96ce-4361-bce7-5504303d38b3" providerId="ADAL" clId="{07D332A5-C578-714C-B97C-CD71A5874CF5}" dt="2023-11-16T12:16:23.575" v="2802" actId="14826"/>
          <ac:spMkLst>
            <pc:docMk/>
            <pc:sldMk cId="0" sldId="354"/>
            <ac:spMk id="1724" creationId="{00000000-0000-0000-0000-000000000000}"/>
          </ac:spMkLst>
        </pc:spChg>
        <pc:spChg chg="mod">
          <ac:chgData name="Ionut Girbea" userId="140628fa-96ce-4361-bce7-5504303d38b3" providerId="ADAL" clId="{07D332A5-C578-714C-B97C-CD71A5874CF5}" dt="2023-11-16T12:16:37.964" v="2803" actId="14826"/>
          <ac:spMkLst>
            <pc:docMk/>
            <pc:sldMk cId="0" sldId="354"/>
            <ac:spMk id="1727" creationId="{00000000-0000-0000-0000-000000000000}"/>
          </ac:spMkLst>
        </pc:spChg>
        <pc:spChg chg="mod">
          <ac:chgData name="Ionut Girbea" userId="140628fa-96ce-4361-bce7-5504303d38b3" providerId="ADAL" clId="{07D332A5-C578-714C-B97C-CD71A5874CF5}" dt="2023-11-16T12:16:50.816" v="2804" actId="14826"/>
          <ac:spMkLst>
            <pc:docMk/>
            <pc:sldMk cId="0" sldId="354"/>
            <ac:spMk id="1730" creationId="{00000000-0000-0000-0000-000000000000}"/>
          </ac:spMkLst>
        </pc:spChg>
        <pc:spChg chg="mod">
          <ac:chgData name="Ionut Girbea" userId="140628fa-96ce-4361-bce7-5504303d38b3" providerId="ADAL" clId="{07D332A5-C578-714C-B97C-CD71A5874CF5}" dt="2023-11-09T08:39:34.996" v="57"/>
          <ac:spMkLst>
            <pc:docMk/>
            <pc:sldMk cId="0" sldId="354"/>
            <ac:spMk id="1733" creationId="{00000000-0000-0000-0000-000000000000}"/>
          </ac:spMkLst>
        </pc:spChg>
        <pc:spChg chg="mod">
          <ac:chgData name="Ionut Girbea" userId="140628fa-96ce-4361-bce7-5504303d38b3" providerId="ADAL" clId="{07D332A5-C578-714C-B97C-CD71A5874CF5}" dt="2023-11-09T08:39:34.996" v="57"/>
          <ac:spMkLst>
            <pc:docMk/>
            <pc:sldMk cId="0" sldId="354"/>
            <ac:spMk id="1734" creationId="{00000000-0000-0000-0000-000000000000}"/>
          </ac:spMkLst>
        </pc:spChg>
        <pc:spChg chg="mod">
          <ac:chgData name="Ionut Girbea" userId="140628fa-96ce-4361-bce7-5504303d38b3" providerId="ADAL" clId="{07D332A5-C578-714C-B97C-CD71A5874CF5}" dt="2023-11-09T08:39:34.996" v="57"/>
          <ac:spMkLst>
            <pc:docMk/>
            <pc:sldMk cId="0" sldId="354"/>
            <ac:spMk id="1735" creationId="{00000000-0000-0000-0000-000000000000}"/>
          </ac:spMkLst>
        </pc:spChg>
        <pc:spChg chg="mod">
          <ac:chgData name="Ionut Girbea" userId="140628fa-96ce-4361-bce7-5504303d38b3" providerId="ADAL" clId="{07D332A5-C578-714C-B97C-CD71A5874CF5}" dt="2023-11-09T12:48:30.093" v="456" actId="2710"/>
          <ac:spMkLst>
            <pc:docMk/>
            <pc:sldMk cId="0" sldId="354"/>
            <ac:spMk id="1736" creationId="{00000000-0000-0000-0000-000000000000}"/>
          </ac:spMkLst>
        </pc:spChg>
        <pc:spChg chg="mod">
          <ac:chgData name="Ionut Girbea" userId="140628fa-96ce-4361-bce7-5504303d38b3" providerId="ADAL" clId="{07D332A5-C578-714C-B97C-CD71A5874CF5}" dt="2023-11-09T12:48:30.093" v="456" actId="2710"/>
          <ac:spMkLst>
            <pc:docMk/>
            <pc:sldMk cId="0" sldId="354"/>
            <ac:spMk id="1737" creationId="{00000000-0000-0000-0000-000000000000}"/>
          </ac:spMkLst>
        </pc:spChg>
        <pc:spChg chg="del mod topLvl">
          <ac:chgData name="Ionut Girbea" userId="140628fa-96ce-4361-bce7-5504303d38b3" providerId="ADAL" clId="{07D332A5-C578-714C-B97C-CD71A5874CF5}" dt="2023-11-09T12:51:28.793" v="483" actId="478"/>
          <ac:spMkLst>
            <pc:docMk/>
            <pc:sldMk cId="0" sldId="354"/>
            <ac:spMk id="1738" creationId="{00000000-0000-0000-0000-000000000000}"/>
          </ac:spMkLst>
        </pc:spChg>
        <pc:spChg chg="del mod topLvl">
          <ac:chgData name="Ionut Girbea" userId="140628fa-96ce-4361-bce7-5504303d38b3" providerId="ADAL" clId="{07D332A5-C578-714C-B97C-CD71A5874CF5}" dt="2023-11-09T12:38:35.116" v="434" actId="478"/>
          <ac:spMkLst>
            <pc:docMk/>
            <pc:sldMk cId="0" sldId="354"/>
            <ac:spMk id="1739" creationId="{00000000-0000-0000-0000-000000000000}"/>
          </ac:spMkLst>
        </pc:spChg>
        <pc:spChg chg="mod">
          <ac:chgData name="Ionut Girbea" userId="140628fa-96ce-4361-bce7-5504303d38b3" providerId="ADAL" clId="{07D332A5-C578-714C-B97C-CD71A5874CF5}" dt="2023-11-09T08:39:34.996" v="57"/>
          <ac:spMkLst>
            <pc:docMk/>
            <pc:sldMk cId="0" sldId="354"/>
            <ac:spMk id="1741" creationId="{00000000-0000-0000-0000-000000000000}"/>
          </ac:spMkLst>
        </pc:spChg>
        <pc:spChg chg="mod">
          <ac:chgData name="Ionut Girbea" userId="140628fa-96ce-4361-bce7-5504303d38b3" providerId="ADAL" clId="{07D332A5-C578-714C-B97C-CD71A5874CF5}" dt="2023-11-16T12:17:00.269" v="2805" actId="14826"/>
          <ac:spMkLst>
            <pc:docMk/>
            <pc:sldMk cId="0" sldId="354"/>
            <ac:spMk id="1742" creationId="{00000000-0000-0000-0000-000000000000}"/>
          </ac:spMkLst>
        </pc:spChg>
        <pc:spChg chg="add del mod topLvl">
          <ac:chgData name="Ionut Girbea" userId="140628fa-96ce-4361-bce7-5504303d38b3" providerId="ADAL" clId="{07D332A5-C578-714C-B97C-CD71A5874CF5}" dt="2023-11-09T12:37:57.329" v="428" actId="478"/>
          <ac:spMkLst>
            <pc:docMk/>
            <pc:sldMk cId="0" sldId="354"/>
            <ac:spMk id="1745" creationId="{00000000-0000-0000-0000-000000000000}"/>
          </ac:spMkLst>
        </pc:spChg>
        <pc:spChg chg="del mod topLvl">
          <ac:chgData name="Ionut Girbea" userId="140628fa-96ce-4361-bce7-5504303d38b3" providerId="ADAL" clId="{07D332A5-C578-714C-B97C-CD71A5874CF5}" dt="2023-11-09T12:38:12.933" v="431" actId="478"/>
          <ac:spMkLst>
            <pc:docMk/>
            <pc:sldMk cId="0" sldId="354"/>
            <ac:spMk id="1746" creationId="{00000000-0000-0000-0000-000000000000}"/>
          </ac:spMkLst>
        </pc:spChg>
        <pc:spChg chg="mod">
          <ac:chgData name="Ionut Girbea" userId="140628fa-96ce-4361-bce7-5504303d38b3" providerId="ADAL" clId="{07D332A5-C578-714C-B97C-CD71A5874CF5}" dt="2023-11-09T12:48:33.903" v="457" actId="2710"/>
          <ac:spMkLst>
            <pc:docMk/>
            <pc:sldMk cId="0" sldId="354"/>
            <ac:spMk id="1748" creationId="{00000000-0000-0000-0000-000000000000}"/>
          </ac:spMkLst>
        </pc:spChg>
        <pc:spChg chg="mod">
          <ac:chgData name="Ionut Girbea" userId="140628fa-96ce-4361-bce7-5504303d38b3" providerId="ADAL" clId="{07D332A5-C578-714C-B97C-CD71A5874CF5}" dt="2023-11-16T12:17:20.228" v="2807" actId="14826"/>
          <ac:spMkLst>
            <pc:docMk/>
            <pc:sldMk cId="0" sldId="354"/>
            <ac:spMk id="1749" creationId="{00000000-0000-0000-0000-000000000000}"/>
          </ac:spMkLst>
        </pc:spChg>
        <pc:spChg chg="mod">
          <ac:chgData name="Ionut Girbea" userId="140628fa-96ce-4361-bce7-5504303d38b3" providerId="ADAL" clId="{07D332A5-C578-714C-B97C-CD71A5874CF5}" dt="2023-11-09T12:48:30.093" v="456" actId="2710"/>
          <ac:spMkLst>
            <pc:docMk/>
            <pc:sldMk cId="0" sldId="354"/>
            <ac:spMk id="1752" creationId="{00000000-0000-0000-0000-000000000000}"/>
          </ac:spMkLst>
        </pc:spChg>
        <pc:spChg chg="del mod topLvl">
          <ac:chgData name="Ionut Girbea" userId="140628fa-96ce-4361-bce7-5504303d38b3" providerId="ADAL" clId="{07D332A5-C578-714C-B97C-CD71A5874CF5}" dt="2023-11-09T12:39:03.042" v="440" actId="478"/>
          <ac:spMkLst>
            <pc:docMk/>
            <pc:sldMk cId="0" sldId="354"/>
            <ac:spMk id="1753" creationId="{00000000-0000-0000-0000-000000000000}"/>
          </ac:spMkLst>
        </pc:spChg>
        <pc:spChg chg="del topLvl">
          <ac:chgData name="Ionut Girbea" userId="140628fa-96ce-4361-bce7-5504303d38b3" providerId="ADAL" clId="{07D332A5-C578-714C-B97C-CD71A5874CF5}" dt="2023-11-09T12:38:47.770" v="437" actId="478"/>
          <ac:spMkLst>
            <pc:docMk/>
            <pc:sldMk cId="0" sldId="354"/>
            <ac:spMk id="1754" creationId="{00000000-0000-0000-0000-000000000000}"/>
          </ac:spMkLst>
        </pc:spChg>
        <pc:spChg chg="mod">
          <ac:chgData name="Ionut Girbea" userId="140628fa-96ce-4361-bce7-5504303d38b3" providerId="ADAL" clId="{07D332A5-C578-714C-B97C-CD71A5874CF5}" dt="2023-11-16T12:17:09.413" v="2806" actId="14826"/>
          <ac:spMkLst>
            <pc:docMk/>
            <pc:sldMk cId="0" sldId="354"/>
            <ac:spMk id="1756" creationId="{00000000-0000-0000-0000-000000000000}"/>
          </ac:spMkLst>
        </pc:spChg>
        <pc:spChg chg="del mod topLvl">
          <ac:chgData name="Ionut Girbea" userId="140628fa-96ce-4361-bce7-5504303d38b3" providerId="ADAL" clId="{07D332A5-C578-714C-B97C-CD71A5874CF5}" dt="2023-11-09T12:48:54.827" v="462" actId="478"/>
          <ac:spMkLst>
            <pc:docMk/>
            <pc:sldMk cId="0" sldId="354"/>
            <ac:spMk id="1759" creationId="{00000000-0000-0000-0000-000000000000}"/>
          </ac:spMkLst>
        </pc:spChg>
        <pc:spChg chg="del mod topLvl">
          <ac:chgData name="Ionut Girbea" userId="140628fa-96ce-4361-bce7-5504303d38b3" providerId="ADAL" clId="{07D332A5-C578-714C-B97C-CD71A5874CF5}" dt="2023-11-09T12:48:51.415" v="461" actId="478"/>
          <ac:spMkLst>
            <pc:docMk/>
            <pc:sldMk cId="0" sldId="354"/>
            <ac:spMk id="1760" creationId="{00000000-0000-0000-0000-000000000000}"/>
          </ac:spMkLst>
        </pc:spChg>
        <pc:spChg chg="mod">
          <ac:chgData name="Ionut Girbea" userId="140628fa-96ce-4361-bce7-5504303d38b3" providerId="ADAL" clId="{07D332A5-C578-714C-B97C-CD71A5874CF5}" dt="2023-11-16T12:17:30.693" v="2808" actId="14826"/>
          <ac:spMkLst>
            <pc:docMk/>
            <pc:sldMk cId="0" sldId="354"/>
            <ac:spMk id="1762" creationId="{00000000-0000-0000-0000-000000000000}"/>
          </ac:spMkLst>
        </pc:spChg>
        <pc:spChg chg="del mod">
          <ac:chgData name="Ionut Girbea" userId="140628fa-96ce-4361-bce7-5504303d38b3" providerId="ADAL" clId="{07D332A5-C578-714C-B97C-CD71A5874CF5}" dt="2023-11-09T12:48:56.796" v="463" actId="478"/>
          <ac:spMkLst>
            <pc:docMk/>
            <pc:sldMk cId="0" sldId="354"/>
            <ac:spMk id="1765" creationId="{00000000-0000-0000-0000-000000000000}"/>
          </ac:spMkLst>
        </pc:spChg>
        <pc:spChg chg="del topLvl">
          <ac:chgData name="Ionut Girbea" userId="140628fa-96ce-4361-bce7-5504303d38b3" providerId="ADAL" clId="{07D332A5-C578-714C-B97C-CD71A5874CF5}" dt="2023-11-09T12:48:58.647" v="464" actId="478"/>
          <ac:spMkLst>
            <pc:docMk/>
            <pc:sldMk cId="0" sldId="354"/>
            <ac:spMk id="1766" creationId="{00000000-0000-0000-0000-000000000000}"/>
          </ac:spMkLst>
        </pc:spChg>
        <pc:spChg chg="mod">
          <ac:chgData name="Ionut Girbea" userId="140628fa-96ce-4361-bce7-5504303d38b3" providerId="ADAL" clId="{07D332A5-C578-714C-B97C-CD71A5874CF5}" dt="2023-11-16T12:18:32.827" v="2809" actId="14826"/>
          <ac:spMkLst>
            <pc:docMk/>
            <pc:sldMk cId="0" sldId="354"/>
            <ac:spMk id="1768" creationId="{00000000-0000-0000-0000-000000000000}"/>
          </ac:spMkLst>
        </pc:spChg>
        <pc:spChg chg="mod">
          <ac:chgData name="Ionut Girbea" userId="140628fa-96ce-4361-bce7-5504303d38b3" providerId="ADAL" clId="{07D332A5-C578-714C-B97C-CD71A5874CF5}" dt="2023-11-09T08:39:34.996" v="57"/>
          <ac:spMkLst>
            <pc:docMk/>
            <pc:sldMk cId="0" sldId="354"/>
            <ac:spMk id="1771" creationId="{00000000-0000-0000-0000-000000000000}"/>
          </ac:spMkLst>
        </pc:spChg>
        <pc:grpChg chg="mod">
          <ac:chgData name="Ionut Girbea" userId="140628fa-96ce-4361-bce7-5504303d38b3" providerId="ADAL" clId="{07D332A5-C578-714C-B97C-CD71A5874CF5}" dt="2023-11-16T12:13:39.933" v="2798" actId="14826"/>
          <ac:grpSpMkLst>
            <pc:docMk/>
            <pc:sldMk cId="0" sldId="354"/>
            <ac:grpSpMk id="1720" creationId="{00000000-0000-0000-0000-000000000000}"/>
          </ac:grpSpMkLst>
        </pc:grpChg>
        <pc:grpChg chg="mod">
          <ac:chgData name="Ionut Girbea" userId="140628fa-96ce-4361-bce7-5504303d38b3" providerId="ADAL" clId="{07D332A5-C578-714C-B97C-CD71A5874CF5}" dt="2023-11-16T12:16:10.145" v="2801" actId="14826"/>
          <ac:grpSpMkLst>
            <pc:docMk/>
            <pc:sldMk cId="0" sldId="354"/>
            <ac:grpSpMk id="1723" creationId="{00000000-0000-0000-0000-000000000000}"/>
          </ac:grpSpMkLst>
        </pc:grpChg>
        <pc:grpChg chg="mod">
          <ac:chgData name="Ionut Girbea" userId="140628fa-96ce-4361-bce7-5504303d38b3" providerId="ADAL" clId="{07D332A5-C578-714C-B97C-CD71A5874CF5}" dt="2023-11-16T12:16:23.575" v="2802" actId="14826"/>
          <ac:grpSpMkLst>
            <pc:docMk/>
            <pc:sldMk cId="0" sldId="354"/>
            <ac:grpSpMk id="1726" creationId="{00000000-0000-0000-0000-000000000000}"/>
          </ac:grpSpMkLst>
        </pc:grpChg>
        <pc:grpChg chg="mod">
          <ac:chgData name="Ionut Girbea" userId="140628fa-96ce-4361-bce7-5504303d38b3" providerId="ADAL" clId="{07D332A5-C578-714C-B97C-CD71A5874CF5}" dt="2023-11-16T12:16:37.964" v="2803" actId="14826"/>
          <ac:grpSpMkLst>
            <pc:docMk/>
            <pc:sldMk cId="0" sldId="354"/>
            <ac:grpSpMk id="1729" creationId="{00000000-0000-0000-0000-000000000000}"/>
          </ac:grpSpMkLst>
        </pc:grpChg>
        <pc:grpChg chg="mod">
          <ac:chgData name="Ionut Girbea" userId="140628fa-96ce-4361-bce7-5504303d38b3" providerId="ADAL" clId="{07D332A5-C578-714C-B97C-CD71A5874CF5}" dt="2023-11-16T12:16:50.816" v="2804" actId="14826"/>
          <ac:grpSpMkLst>
            <pc:docMk/>
            <pc:sldMk cId="0" sldId="354"/>
            <ac:grpSpMk id="1732" creationId="{00000000-0000-0000-0000-000000000000}"/>
          </ac:grpSpMkLst>
        </pc:grpChg>
        <pc:grpChg chg="del mod">
          <ac:chgData name="Ionut Girbea" userId="140628fa-96ce-4361-bce7-5504303d38b3" providerId="ADAL" clId="{07D332A5-C578-714C-B97C-CD71A5874CF5}" dt="2023-11-09T12:36:29.372" v="416" actId="165"/>
          <ac:grpSpMkLst>
            <pc:docMk/>
            <pc:sldMk cId="0" sldId="354"/>
            <ac:grpSpMk id="1740" creationId="{00000000-0000-0000-0000-000000000000}"/>
          </ac:grpSpMkLst>
        </pc:grpChg>
        <pc:grpChg chg="mod topLvl">
          <ac:chgData name="Ionut Girbea" userId="140628fa-96ce-4361-bce7-5504303d38b3" providerId="ADAL" clId="{07D332A5-C578-714C-B97C-CD71A5874CF5}" dt="2023-11-16T12:17:00.269" v="2805" actId="14826"/>
          <ac:grpSpMkLst>
            <pc:docMk/>
            <pc:sldMk cId="0" sldId="354"/>
            <ac:grpSpMk id="1744" creationId="{00000000-0000-0000-0000-000000000000}"/>
          </ac:grpSpMkLst>
        </pc:grpChg>
        <pc:grpChg chg="add del">
          <ac:chgData name="Ionut Girbea" userId="140628fa-96ce-4361-bce7-5504303d38b3" providerId="ADAL" clId="{07D332A5-C578-714C-B97C-CD71A5874CF5}" dt="2023-11-09T12:37:32.301" v="422" actId="165"/>
          <ac:grpSpMkLst>
            <pc:docMk/>
            <pc:sldMk cId="0" sldId="354"/>
            <ac:grpSpMk id="1747" creationId="{00000000-0000-0000-0000-000000000000}"/>
          </ac:grpSpMkLst>
        </pc:grpChg>
        <pc:grpChg chg="mod">
          <ac:chgData name="Ionut Girbea" userId="140628fa-96ce-4361-bce7-5504303d38b3" providerId="ADAL" clId="{07D332A5-C578-714C-B97C-CD71A5874CF5}" dt="2023-11-16T12:17:20.228" v="2807" actId="14826"/>
          <ac:grpSpMkLst>
            <pc:docMk/>
            <pc:sldMk cId="0" sldId="354"/>
            <ac:grpSpMk id="1751" creationId="{00000000-0000-0000-0000-000000000000}"/>
          </ac:grpSpMkLst>
        </pc:grpChg>
        <pc:grpChg chg="del">
          <ac:chgData name="Ionut Girbea" userId="140628fa-96ce-4361-bce7-5504303d38b3" providerId="ADAL" clId="{07D332A5-C578-714C-B97C-CD71A5874CF5}" dt="2023-11-09T12:38:47.770" v="437" actId="478"/>
          <ac:grpSpMkLst>
            <pc:docMk/>
            <pc:sldMk cId="0" sldId="354"/>
            <ac:grpSpMk id="1755" creationId="{00000000-0000-0000-0000-000000000000}"/>
          </ac:grpSpMkLst>
        </pc:grpChg>
        <pc:grpChg chg="mod topLvl">
          <ac:chgData name="Ionut Girbea" userId="140628fa-96ce-4361-bce7-5504303d38b3" providerId="ADAL" clId="{07D332A5-C578-714C-B97C-CD71A5874CF5}" dt="2023-11-16T12:17:09.413" v="2806" actId="14826"/>
          <ac:grpSpMkLst>
            <pc:docMk/>
            <pc:sldMk cId="0" sldId="354"/>
            <ac:grpSpMk id="1758" creationId="{00000000-0000-0000-0000-000000000000}"/>
          </ac:grpSpMkLst>
        </pc:grpChg>
        <pc:grpChg chg="add del">
          <ac:chgData name="Ionut Girbea" userId="140628fa-96ce-4361-bce7-5504303d38b3" providerId="ADAL" clId="{07D332A5-C578-714C-B97C-CD71A5874CF5}" dt="2023-11-09T12:48:45.897" v="460" actId="165"/>
          <ac:grpSpMkLst>
            <pc:docMk/>
            <pc:sldMk cId="0" sldId="354"/>
            <ac:grpSpMk id="1761" creationId="{00000000-0000-0000-0000-000000000000}"/>
          </ac:grpSpMkLst>
        </pc:grpChg>
        <pc:grpChg chg="mod topLvl">
          <ac:chgData name="Ionut Girbea" userId="140628fa-96ce-4361-bce7-5504303d38b3" providerId="ADAL" clId="{07D332A5-C578-714C-B97C-CD71A5874CF5}" dt="2023-11-16T12:17:30.693" v="2808" actId="14826"/>
          <ac:grpSpMkLst>
            <pc:docMk/>
            <pc:sldMk cId="0" sldId="354"/>
            <ac:grpSpMk id="1764" creationId="{00000000-0000-0000-0000-000000000000}"/>
          </ac:grpSpMkLst>
        </pc:grpChg>
        <pc:grpChg chg="add del">
          <ac:chgData name="Ionut Girbea" userId="140628fa-96ce-4361-bce7-5504303d38b3" providerId="ADAL" clId="{07D332A5-C578-714C-B97C-CD71A5874CF5}" dt="2023-11-09T12:48:58.647" v="464" actId="478"/>
          <ac:grpSpMkLst>
            <pc:docMk/>
            <pc:sldMk cId="0" sldId="354"/>
            <ac:grpSpMk id="1767" creationId="{00000000-0000-0000-0000-000000000000}"/>
          </ac:grpSpMkLst>
        </pc:grpChg>
        <pc:grpChg chg="mod">
          <ac:chgData name="Ionut Girbea" userId="140628fa-96ce-4361-bce7-5504303d38b3" providerId="ADAL" clId="{07D332A5-C578-714C-B97C-CD71A5874CF5}" dt="2023-11-16T12:18:32.827" v="2809" actId="14826"/>
          <ac:grpSpMkLst>
            <pc:docMk/>
            <pc:sldMk cId="0" sldId="354"/>
            <ac:grpSpMk id="1770" creationId="{00000000-0000-0000-0000-000000000000}"/>
          </ac:grpSpMkLst>
        </pc:grpChg>
        <pc:picChg chg="mod">
          <ac:chgData name="Ionut Girbea" userId="140628fa-96ce-4361-bce7-5504303d38b3" providerId="ADAL" clId="{07D332A5-C578-714C-B97C-CD71A5874CF5}" dt="2023-11-16T12:13:39.933" v="2798" actId="14826"/>
          <ac:picMkLst>
            <pc:docMk/>
            <pc:sldMk cId="0" sldId="354"/>
            <ac:picMk id="1719" creationId="{00000000-0000-0000-0000-000000000000}"/>
          </ac:picMkLst>
        </pc:picChg>
        <pc:picChg chg="mod">
          <ac:chgData name="Ionut Girbea" userId="140628fa-96ce-4361-bce7-5504303d38b3" providerId="ADAL" clId="{07D332A5-C578-714C-B97C-CD71A5874CF5}" dt="2023-11-16T12:16:10.145" v="2801" actId="14826"/>
          <ac:picMkLst>
            <pc:docMk/>
            <pc:sldMk cId="0" sldId="354"/>
            <ac:picMk id="1722" creationId="{00000000-0000-0000-0000-000000000000}"/>
          </ac:picMkLst>
        </pc:picChg>
        <pc:picChg chg="mod">
          <ac:chgData name="Ionut Girbea" userId="140628fa-96ce-4361-bce7-5504303d38b3" providerId="ADAL" clId="{07D332A5-C578-714C-B97C-CD71A5874CF5}" dt="2023-11-16T12:16:23.575" v="2802" actId="14826"/>
          <ac:picMkLst>
            <pc:docMk/>
            <pc:sldMk cId="0" sldId="354"/>
            <ac:picMk id="1725" creationId="{00000000-0000-0000-0000-000000000000}"/>
          </ac:picMkLst>
        </pc:picChg>
        <pc:picChg chg="mod">
          <ac:chgData name="Ionut Girbea" userId="140628fa-96ce-4361-bce7-5504303d38b3" providerId="ADAL" clId="{07D332A5-C578-714C-B97C-CD71A5874CF5}" dt="2023-11-16T12:16:37.964" v="2803" actId="14826"/>
          <ac:picMkLst>
            <pc:docMk/>
            <pc:sldMk cId="0" sldId="354"/>
            <ac:picMk id="1728" creationId="{00000000-0000-0000-0000-000000000000}"/>
          </ac:picMkLst>
        </pc:picChg>
        <pc:picChg chg="mod">
          <ac:chgData name="Ionut Girbea" userId="140628fa-96ce-4361-bce7-5504303d38b3" providerId="ADAL" clId="{07D332A5-C578-714C-B97C-CD71A5874CF5}" dt="2023-11-16T12:16:50.816" v="2804" actId="14826"/>
          <ac:picMkLst>
            <pc:docMk/>
            <pc:sldMk cId="0" sldId="354"/>
            <ac:picMk id="1731" creationId="{00000000-0000-0000-0000-000000000000}"/>
          </ac:picMkLst>
        </pc:picChg>
        <pc:picChg chg="mod">
          <ac:chgData name="Ionut Girbea" userId="140628fa-96ce-4361-bce7-5504303d38b3" providerId="ADAL" clId="{07D332A5-C578-714C-B97C-CD71A5874CF5}" dt="2023-11-16T12:17:00.269" v="2805" actId="14826"/>
          <ac:picMkLst>
            <pc:docMk/>
            <pc:sldMk cId="0" sldId="354"/>
            <ac:picMk id="1743" creationId="{00000000-0000-0000-0000-000000000000}"/>
          </ac:picMkLst>
        </pc:picChg>
        <pc:picChg chg="mod">
          <ac:chgData name="Ionut Girbea" userId="140628fa-96ce-4361-bce7-5504303d38b3" providerId="ADAL" clId="{07D332A5-C578-714C-B97C-CD71A5874CF5}" dt="2023-11-16T12:17:20.228" v="2807" actId="14826"/>
          <ac:picMkLst>
            <pc:docMk/>
            <pc:sldMk cId="0" sldId="354"/>
            <ac:picMk id="1750" creationId="{00000000-0000-0000-0000-000000000000}"/>
          </ac:picMkLst>
        </pc:picChg>
        <pc:picChg chg="mod">
          <ac:chgData name="Ionut Girbea" userId="140628fa-96ce-4361-bce7-5504303d38b3" providerId="ADAL" clId="{07D332A5-C578-714C-B97C-CD71A5874CF5}" dt="2023-11-16T12:17:09.413" v="2806" actId="14826"/>
          <ac:picMkLst>
            <pc:docMk/>
            <pc:sldMk cId="0" sldId="354"/>
            <ac:picMk id="1757" creationId="{00000000-0000-0000-0000-000000000000}"/>
          </ac:picMkLst>
        </pc:picChg>
        <pc:picChg chg="mod">
          <ac:chgData name="Ionut Girbea" userId="140628fa-96ce-4361-bce7-5504303d38b3" providerId="ADAL" clId="{07D332A5-C578-714C-B97C-CD71A5874CF5}" dt="2023-11-16T12:17:30.693" v="2808" actId="14826"/>
          <ac:picMkLst>
            <pc:docMk/>
            <pc:sldMk cId="0" sldId="354"/>
            <ac:picMk id="1763" creationId="{00000000-0000-0000-0000-000000000000}"/>
          </ac:picMkLst>
        </pc:picChg>
        <pc:picChg chg="mod">
          <ac:chgData name="Ionut Girbea" userId="140628fa-96ce-4361-bce7-5504303d38b3" providerId="ADAL" clId="{07D332A5-C578-714C-B97C-CD71A5874CF5}" dt="2023-11-16T12:18:32.827" v="2809" actId="14826"/>
          <ac:picMkLst>
            <pc:docMk/>
            <pc:sldMk cId="0" sldId="354"/>
            <ac:picMk id="1769" creationId="{00000000-0000-0000-0000-000000000000}"/>
          </ac:picMkLst>
        </pc:picChg>
      </pc:sldChg>
      <pc:sldChg chg="addSp delSp modSp mod">
        <pc:chgData name="Ionut Girbea" userId="140628fa-96ce-4361-bce7-5504303d38b3" providerId="ADAL" clId="{07D332A5-C578-714C-B97C-CD71A5874CF5}" dt="2023-11-16T12:21:12.206" v="2819" actId="14826"/>
        <pc:sldMkLst>
          <pc:docMk/>
          <pc:sldMk cId="0" sldId="355"/>
        </pc:sldMkLst>
        <pc:spChg chg="add mod">
          <ac:chgData name="Ionut Girbea" userId="140628fa-96ce-4361-bce7-5504303d38b3" providerId="ADAL" clId="{07D332A5-C578-714C-B97C-CD71A5874CF5}" dt="2023-11-09T12:52:12.772" v="510" actId="1038"/>
          <ac:spMkLst>
            <pc:docMk/>
            <pc:sldMk cId="0" sldId="355"/>
            <ac:spMk id="2" creationId="{4BBD794C-E9CD-6ABC-B786-9DF08BED84B3}"/>
          </ac:spMkLst>
        </pc:spChg>
        <pc:spChg chg="add mod">
          <ac:chgData name="Ionut Girbea" userId="140628fa-96ce-4361-bce7-5504303d38b3" providerId="ADAL" clId="{07D332A5-C578-714C-B97C-CD71A5874CF5}" dt="2023-11-09T12:52:12.772" v="510" actId="1038"/>
          <ac:spMkLst>
            <pc:docMk/>
            <pc:sldMk cId="0" sldId="355"/>
            <ac:spMk id="3" creationId="{504100A5-321A-EA84-CC8D-FC878B162966}"/>
          </ac:spMkLst>
        </pc:spChg>
        <pc:spChg chg="add mod">
          <ac:chgData name="Ionut Girbea" userId="140628fa-96ce-4361-bce7-5504303d38b3" providerId="ADAL" clId="{07D332A5-C578-714C-B97C-CD71A5874CF5}" dt="2023-11-09T12:54:07.478" v="540" actId="12788"/>
          <ac:spMkLst>
            <pc:docMk/>
            <pc:sldMk cId="0" sldId="355"/>
            <ac:spMk id="4" creationId="{7B34CA03-AB81-B07E-BE91-742F019EFE2F}"/>
          </ac:spMkLst>
        </pc:spChg>
        <pc:spChg chg="add mod">
          <ac:chgData name="Ionut Girbea" userId="140628fa-96ce-4361-bce7-5504303d38b3" providerId="ADAL" clId="{07D332A5-C578-714C-B97C-CD71A5874CF5}" dt="2023-11-09T12:52:34.003" v="518" actId="1036"/>
          <ac:spMkLst>
            <pc:docMk/>
            <pc:sldMk cId="0" sldId="355"/>
            <ac:spMk id="5" creationId="{2A9ACDD6-652D-9891-5BA7-E114DF05E41C}"/>
          </ac:spMkLst>
        </pc:spChg>
        <pc:spChg chg="add del mod">
          <ac:chgData name="Ionut Girbea" userId="140628fa-96ce-4361-bce7-5504303d38b3" providerId="ADAL" clId="{07D332A5-C578-714C-B97C-CD71A5874CF5}" dt="2023-11-09T12:53:54.605" v="537"/>
          <ac:spMkLst>
            <pc:docMk/>
            <pc:sldMk cId="0" sldId="355"/>
            <ac:spMk id="6" creationId="{B2CCB9ED-676B-4FE9-8EF6-B6A776A6C59E}"/>
          </ac:spMkLst>
        </pc:spChg>
        <pc:spChg chg="add del mod">
          <ac:chgData name="Ionut Girbea" userId="140628fa-96ce-4361-bce7-5504303d38b3" providerId="ADAL" clId="{07D332A5-C578-714C-B97C-CD71A5874CF5}" dt="2023-11-09T12:53:54.605" v="537"/>
          <ac:spMkLst>
            <pc:docMk/>
            <pc:sldMk cId="0" sldId="355"/>
            <ac:spMk id="7" creationId="{8AFD5A7C-C892-61BA-FE06-AEDE419D0780}"/>
          </ac:spMkLst>
        </pc:spChg>
        <pc:spChg chg="add mod">
          <ac:chgData name="Ionut Girbea" userId="140628fa-96ce-4361-bce7-5504303d38b3" providerId="ADAL" clId="{07D332A5-C578-714C-B97C-CD71A5874CF5}" dt="2023-11-09T12:54:23.077" v="541" actId="12789"/>
          <ac:spMkLst>
            <pc:docMk/>
            <pc:sldMk cId="0" sldId="355"/>
            <ac:spMk id="8" creationId="{6E3192C6-1D3F-9B43-222B-1F48073B5A4A}"/>
          </ac:spMkLst>
        </pc:spChg>
        <pc:spChg chg="add mod">
          <ac:chgData name="Ionut Girbea" userId="140628fa-96ce-4361-bce7-5504303d38b3" providerId="ADAL" clId="{07D332A5-C578-714C-B97C-CD71A5874CF5}" dt="2023-11-09T12:54:35.672" v="543" actId="1076"/>
          <ac:spMkLst>
            <pc:docMk/>
            <pc:sldMk cId="0" sldId="355"/>
            <ac:spMk id="9" creationId="{D43F22FE-EC60-4AFD-5F9C-71FC0C6326E6}"/>
          </ac:spMkLst>
        </pc:spChg>
        <pc:spChg chg="add mod">
          <ac:chgData name="Ionut Girbea" userId="140628fa-96ce-4361-bce7-5504303d38b3" providerId="ADAL" clId="{07D332A5-C578-714C-B97C-CD71A5874CF5}" dt="2023-11-09T12:54:35.672" v="543" actId="1076"/>
          <ac:spMkLst>
            <pc:docMk/>
            <pc:sldMk cId="0" sldId="355"/>
            <ac:spMk id="10" creationId="{F4532C61-DB89-DC2A-B4E7-9F7979634FB6}"/>
          </ac:spMkLst>
        </pc:spChg>
        <pc:spChg chg="add mod">
          <ac:chgData name="Ionut Girbea" userId="140628fa-96ce-4361-bce7-5504303d38b3" providerId="ADAL" clId="{07D332A5-C578-714C-B97C-CD71A5874CF5}" dt="2023-11-09T12:54:58.012" v="552" actId="1038"/>
          <ac:spMkLst>
            <pc:docMk/>
            <pc:sldMk cId="0" sldId="355"/>
            <ac:spMk id="11" creationId="{1A58F990-DA04-8F75-D39E-0D7B78982811}"/>
          </ac:spMkLst>
        </pc:spChg>
        <pc:spChg chg="add mod">
          <ac:chgData name="Ionut Girbea" userId="140628fa-96ce-4361-bce7-5504303d38b3" providerId="ADAL" clId="{07D332A5-C578-714C-B97C-CD71A5874CF5}" dt="2023-11-09T12:54:58.012" v="552" actId="1038"/>
          <ac:spMkLst>
            <pc:docMk/>
            <pc:sldMk cId="0" sldId="355"/>
            <ac:spMk id="12" creationId="{2EC75E97-18FF-409F-0714-904070D81C65}"/>
          </ac:spMkLst>
        </pc:spChg>
        <pc:spChg chg="add mod">
          <ac:chgData name="Ionut Girbea" userId="140628fa-96ce-4361-bce7-5504303d38b3" providerId="ADAL" clId="{07D332A5-C578-714C-B97C-CD71A5874CF5}" dt="2023-11-09T12:55:22.033" v="557" actId="1037"/>
          <ac:spMkLst>
            <pc:docMk/>
            <pc:sldMk cId="0" sldId="355"/>
            <ac:spMk id="13" creationId="{BAD49698-F75F-1283-6FEF-01158A7EC958}"/>
          </ac:spMkLst>
        </pc:spChg>
        <pc:spChg chg="add mod">
          <ac:chgData name="Ionut Girbea" userId="140628fa-96ce-4361-bce7-5504303d38b3" providerId="ADAL" clId="{07D332A5-C578-714C-B97C-CD71A5874CF5}" dt="2023-11-09T12:55:22.033" v="557" actId="1037"/>
          <ac:spMkLst>
            <pc:docMk/>
            <pc:sldMk cId="0" sldId="355"/>
            <ac:spMk id="14" creationId="{8A058282-A84B-B1E6-C5AE-7F6276212F7A}"/>
          </ac:spMkLst>
        </pc:spChg>
        <pc:spChg chg="add mod">
          <ac:chgData name="Ionut Girbea" userId="140628fa-96ce-4361-bce7-5504303d38b3" providerId="ADAL" clId="{07D332A5-C578-714C-B97C-CD71A5874CF5}" dt="2023-11-09T12:55:46.904" v="561" actId="1036"/>
          <ac:spMkLst>
            <pc:docMk/>
            <pc:sldMk cId="0" sldId="355"/>
            <ac:spMk id="15" creationId="{A89EAC73-8942-ABB0-2915-CE19F9131289}"/>
          </ac:spMkLst>
        </pc:spChg>
        <pc:spChg chg="add mod">
          <ac:chgData name="Ionut Girbea" userId="140628fa-96ce-4361-bce7-5504303d38b3" providerId="ADAL" clId="{07D332A5-C578-714C-B97C-CD71A5874CF5}" dt="2023-11-09T12:55:46.904" v="561" actId="1036"/>
          <ac:spMkLst>
            <pc:docMk/>
            <pc:sldMk cId="0" sldId="355"/>
            <ac:spMk id="16" creationId="{A8D2788C-CA72-3AD7-33F8-4AC295C73D18}"/>
          </ac:spMkLst>
        </pc:spChg>
        <pc:spChg chg="add mod">
          <ac:chgData name="Ionut Girbea" userId="140628fa-96ce-4361-bce7-5504303d38b3" providerId="ADAL" clId="{07D332A5-C578-714C-B97C-CD71A5874CF5}" dt="2023-11-09T12:55:57.433" v="568" actId="1035"/>
          <ac:spMkLst>
            <pc:docMk/>
            <pc:sldMk cId="0" sldId="355"/>
            <ac:spMk id="17" creationId="{0938CA90-E119-B01C-FEAC-3F98E505D835}"/>
          </ac:spMkLst>
        </pc:spChg>
        <pc:spChg chg="add mod">
          <ac:chgData name="Ionut Girbea" userId="140628fa-96ce-4361-bce7-5504303d38b3" providerId="ADAL" clId="{07D332A5-C578-714C-B97C-CD71A5874CF5}" dt="2023-11-09T12:55:57.433" v="568" actId="1035"/>
          <ac:spMkLst>
            <pc:docMk/>
            <pc:sldMk cId="0" sldId="355"/>
            <ac:spMk id="18" creationId="{A55FD667-B713-236B-8D32-F2617542C5B0}"/>
          </ac:spMkLst>
        </pc:spChg>
        <pc:spChg chg="add mod">
          <ac:chgData name="Ionut Girbea" userId="140628fa-96ce-4361-bce7-5504303d38b3" providerId="ADAL" clId="{07D332A5-C578-714C-B97C-CD71A5874CF5}" dt="2023-11-09T12:56:13.286" v="571" actId="1035"/>
          <ac:spMkLst>
            <pc:docMk/>
            <pc:sldMk cId="0" sldId="355"/>
            <ac:spMk id="19" creationId="{D8E5DF33-E752-057A-73D6-858D02E75418}"/>
          </ac:spMkLst>
        </pc:spChg>
        <pc:spChg chg="add mod">
          <ac:chgData name="Ionut Girbea" userId="140628fa-96ce-4361-bce7-5504303d38b3" providerId="ADAL" clId="{07D332A5-C578-714C-B97C-CD71A5874CF5}" dt="2023-11-09T12:56:13.286" v="571" actId="1035"/>
          <ac:spMkLst>
            <pc:docMk/>
            <pc:sldMk cId="0" sldId="355"/>
            <ac:spMk id="20" creationId="{3C010547-6229-5EB2-3FD4-5FDDDB5C6273}"/>
          </ac:spMkLst>
        </pc:spChg>
        <pc:spChg chg="add mod">
          <ac:chgData name="Ionut Girbea" userId="140628fa-96ce-4361-bce7-5504303d38b3" providerId="ADAL" clId="{07D332A5-C578-714C-B97C-CD71A5874CF5}" dt="2023-11-09T12:56:22.289" v="573" actId="1076"/>
          <ac:spMkLst>
            <pc:docMk/>
            <pc:sldMk cId="0" sldId="355"/>
            <ac:spMk id="21" creationId="{ED1349EE-FD2C-54FE-683A-EFEA63AEACCD}"/>
          </ac:spMkLst>
        </pc:spChg>
        <pc:spChg chg="add mod">
          <ac:chgData name="Ionut Girbea" userId="140628fa-96ce-4361-bce7-5504303d38b3" providerId="ADAL" clId="{07D332A5-C578-714C-B97C-CD71A5874CF5}" dt="2023-11-09T12:56:22.289" v="573" actId="1076"/>
          <ac:spMkLst>
            <pc:docMk/>
            <pc:sldMk cId="0" sldId="355"/>
            <ac:spMk id="22" creationId="{E9CDA920-C7C1-0961-4517-7CABB0DFF119}"/>
          </ac:spMkLst>
        </pc:spChg>
        <pc:spChg chg="mod">
          <ac:chgData name="Ionut Girbea" userId="140628fa-96ce-4361-bce7-5504303d38b3" providerId="ADAL" clId="{07D332A5-C578-714C-B97C-CD71A5874CF5}" dt="2023-11-16T12:19:31.208" v="2811" actId="14826"/>
          <ac:spMkLst>
            <pc:docMk/>
            <pc:sldMk cId="0" sldId="355"/>
            <ac:spMk id="1782" creationId="{00000000-0000-0000-0000-000000000000}"/>
          </ac:spMkLst>
        </pc:spChg>
        <pc:spChg chg="del mod">
          <ac:chgData name="Ionut Girbea" userId="140628fa-96ce-4361-bce7-5504303d38b3" providerId="ADAL" clId="{07D332A5-C578-714C-B97C-CD71A5874CF5}" dt="2023-11-09T12:53:20.828" v="527" actId="478"/>
          <ac:spMkLst>
            <pc:docMk/>
            <pc:sldMk cId="0" sldId="355"/>
            <ac:spMk id="1785" creationId="{00000000-0000-0000-0000-000000000000}"/>
          </ac:spMkLst>
        </pc:spChg>
        <pc:spChg chg="del topLvl">
          <ac:chgData name="Ionut Girbea" userId="140628fa-96ce-4361-bce7-5504303d38b3" providerId="ADAL" clId="{07D332A5-C578-714C-B97C-CD71A5874CF5}" dt="2023-11-09T12:53:23.243" v="528" actId="478"/>
          <ac:spMkLst>
            <pc:docMk/>
            <pc:sldMk cId="0" sldId="355"/>
            <ac:spMk id="1786" creationId="{00000000-0000-0000-0000-000000000000}"/>
          </ac:spMkLst>
        </pc:spChg>
        <pc:spChg chg="mod">
          <ac:chgData name="Ionut Girbea" userId="140628fa-96ce-4361-bce7-5504303d38b3" providerId="ADAL" clId="{07D332A5-C578-714C-B97C-CD71A5874CF5}" dt="2023-11-16T12:19:47.150" v="2812" actId="14826"/>
          <ac:spMkLst>
            <pc:docMk/>
            <pc:sldMk cId="0" sldId="355"/>
            <ac:spMk id="1788" creationId="{00000000-0000-0000-0000-000000000000}"/>
          </ac:spMkLst>
        </pc:spChg>
        <pc:spChg chg="del mod topLvl">
          <ac:chgData name="Ionut Girbea" userId="140628fa-96ce-4361-bce7-5504303d38b3" providerId="ADAL" clId="{07D332A5-C578-714C-B97C-CD71A5874CF5}" dt="2023-11-09T12:53:27.574" v="530" actId="478"/>
          <ac:spMkLst>
            <pc:docMk/>
            <pc:sldMk cId="0" sldId="355"/>
            <ac:spMk id="1791" creationId="{00000000-0000-0000-0000-000000000000}"/>
          </ac:spMkLst>
        </pc:spChg>
        <pc:spChg chg="del">
          <ac:chgData name="Ionut Girbea" userId="140628fa-96ce-4361-bce7-5504303d38b3" providerId="ADAL" clId="{07D332A5-C578-714C-B97C-CD71A5874CF5}" dt="2023-11-09T12:53:25.789" v="529" actId="478"/>
          <ac:spMkLst>
            <pc:docMk/>
            <pc:sldMk cId="0" sldId="355"/>
            <ac:spMk id="1792" creationId="{00000000-0000-0000-0000-000000000000}"/>
          </ac:spMkLst>
        </pc:spChg>
        <pc:spChg chg="mod">
          <ac:chgData name="Ionut Girbea" userId="140628fa-96ce-4361-bce7-5504303d38b3" providerId="ADAL" clId="{07D332A5-C578-714C-B97C-CD71A5874CF5}" dt="2023-11-16T12:19:55.734" v="2813" actId="14826"/>
          <ac:spMkLst>
            <pc:docMk/>
            <pc:sldMk cId="0" sldId="355"/>
            <ac:spMk id="1794" creationId="{00000000-0000-0000-0000-000000000000}"/>
          </ac:spMkLst>
        </pc:spChg>
        <pc:spChg chg="del mod">
          <ac:chgData name="Ionut Girbea" userId="140628fa-96ce-4361-bce7-5504303d38b3" providerId="ADAL" clId="{07D332A5-C578-714C-B97C-CD71A5874CF5}" dt="2023-11-09T12:52:21.297" v="511" actId="478"/>
          <ac:spMkLst>
            <pc:docMk/>
            <pc:sldMk cId="0" sldId="355"/>
            <ac:spMk id="1797" creationId="{00000000-0000-0000-0000-000000000000}"/>
          </ac:spMkLst>
        </pc:spChg>
        <pc:spChg chg="del topLvl">
          <ac:chgData name="Ionut Girbea" userId="140628fa-96ce-4361-bce7-5504303d38b3" providerId="ADAL" clId="{07D332A5-C578-714C-B97C-CD71A5874CF5}" dt="2023-11-09T12:52:21.297" v="511" actId="478"/>
          <ac:spMkLst>
            <pc:docMk/>
            <pc:sldMk cId="0" sldId="355"/>
            <ac:spMk id="1798" creationId="{00000000-0000-0000-0000-000000000000}"/>
          </ac:spMkLst>
        </pc:spChg>
        <pc:spChg chg="mod">
          <ac:chgData name="Ionut Girbea" userId="140628fa-96ce-4361-bce7-5504303d38b3" providerId="ADAL" clId="{07D332A5-C578-714C-B97C-CD71A5874CF5}" dt="2023-11-16T12:20:22.798" v="2815" actId="14826"/>
          <ac:spMkLst>
            <pc:docMk/>
            <pc:sldMk cId="0" sldId="355"/>
            <ac:spMk id="1801" creationId="{00000000-0000-0000-0000-000000000000}"/>
          </ac:spMkLst>
        </pc:spChg>
        <pc:spChg chg="del mod">
          <ac:chgData name="Ionut Girbea" userId="140628fa-96ce-4361-bce7-5504303d38b3" providerId="ADAL" clId="{07D332A5-C578-714C-B97C-CD71A5874CF5}" dt="2023-11-09T12:53:29.402" v="531" actId="478"/>
          <ac:spMkLst>
            <pc:docMk/>
            <pc:sldMk cId="0" sldId="355"/>
            <ac:spMk id="1804" creationId="{00000000-0000-0000-0000-000000000000}"/>
          </ac:spMkLst>
        </pc:spChg>
        <pc:spChg chg="del topLvl">
          <ac:chgData name="Ionut Girbea" userId="140628fa-96ce-4361-bce7-5504303d38b3" providerId="ADAL" clId="{07D332A5-C578-714C-B97C-CD71A5874CF5}" dt="2023-11-09T12:53:30.893" v="532" actId="478"/>
          <ac:spMkLst>
            <pc:docMk/>
            <pc:sldMk cId="0" sldId="355"/>
            <ac:spMk id="1805" creationId="{00000000-0000-0000-0000-000000000000}"/>
          </ac:spMkLst>
        </pc:spChg>
        <pc:spChg chg="mod">
          <ac:chgData name="Ionut Girbea" userId="140628fa-96ce-4361-bce7-5504303d38b3" providerId="ADAL" clId="{07D332A5-C578-714C-B97C-CD71A5874CF5}" dt="2023-11-16T12:20:14.452" v="2814" actId="14826"/>
          <ac:spMkLst>
            <pc:docMk/>
            <pc:sldMk cId="0" sldId="355"/>
            <ac:spMk id="1807" creationId="{00000000-0000-0000-0000-000000000000}"/>
          </ac:spMkLst>
        </pc:spChg>
        <pc:spChg chg="del mod topLvl">
          <ac:chgData name="Ionut Girbea" userId="140628fa-96ce-4361-bce7-5504303d38b3" providerId="ADAL" clId="{07D332A5-C578-714C-B97C-CD71A5874CF5}" dt="2023-11-09T12:53:32.773" v="533" actId="478"/>
          <ac:spMkLst>
            <pc:docMk/>
            <pc:sldMk cId="0" sldId="355"/>
            <ac:spMk id="1810" creationId="{00000000-0000-0000-0000-000000000000}"/>
          </ac:spMkLst>
        </pc:spChg>
        <pc:spChg chg="del mod topLvl">
          <ac:chgData name="Ionut Girbea" userId="140628fa-96ce-4361-bce7-5504303d38b3" providerId="ADAL" clId="{07D332A5-C578-714C-B97C-CD71A5874CF5}" dt="2023-11-09T12:53:34.357" v="534" actId="478"/>
          <ac:spMkLst>
            <pc:docMk/>
            <pc:sldMk cId="0" sldId="355"/>
            <ac:spMk id="1811" creationId="{00000000-0000-0000-0000-000000000000}"/>
          </ac:spMkLst>
        </pc:spChg>
        <pc:spChg chg="mod">
          <ac:chgData name="Ionut Girbea" userId="140628fa-96ce-4361-bce7-5504303d38b3" providerId="ADAL" clId="{07D332A5-C578-714C-B97C-CD71A5874CF5}" dt="2023-11-16T12:19:22.240" v="2810" actId="14826"/>
          <ac:spMkLst>
            <pc:docMk/>
            <pc:sldMk cId="0" sldId="355"/>
            <ac:spMk id="1813" creationId="{00000000-0000-0000-0000-000000000000}"/>
          </ac:spMkLst>
        </pc:spChg>
        <pc:spChg chg="del mod topLvl">
          <ac:chgData name="Ionut Girbea" userId="140628fa-96ce-4361-bce7-5504303d38b3" providerId="ADAL" clId="{07D332A5-C578-714C-B97C-CD71A5874CF5}" dt="2023-11-09T12:53:17.006" v="525" actId="478"/>
          <ac:spMkLst>
            <pc:docMk/>
            <pc:sldMk cId="0" sldId="355"/>
            <ac:spMk id="1816" creationId="{00000000-0000-0000-0000-000000000000}"/>
          </ac:spMkLst>
        </pc:spChg>
        <pc:spChg chg="del mod topLvl">
          <ac:chgData name="Ionut Girbea" userId="140628fa-96ce-4361-bce7-5504303d38b3" providerId="ADAL" clId="{07D332A5-C578-714C-B97C-CD71A5874CF5}" dt="2023-11-09T12:53:18.710" v="526" actId="478"/>
          <ac:spMkLst>
            <pc:docMk/>
            <pc:sldMk cId="0" sldId="355"/>
            <ac:spMk id="1817" creationId="{00000000-0000-0000-0000-000000000000}"/>
          </ac:spMkLst>
        </pc:spChg>
        <pc:spChg chg="mod">
          <ac:chgData name="Ionut Girbea" userId="140628fa-96ce-4361-bce7-5504303d38b3" providerId="ADAL" clId="{07D332A5-C578-714C-B97C-CD71A5874CF5}" dt="2023-11-16T12:20:35.095" v="2816" actId="14826"/>
          <ac:spMkLst>
            <pc:docMk/>
            <pc:sldMk cId="0" sldId="355"/>
            <ac:spMk id="1819" creationId="{00000000-0000-0000-0000-000000000000}"/>
          </ac:spMkLst>
        </pc:spChg>
        <pc:spChg chg="del mod">
          <ac:chgData name="Ionut Girbea" userId="140628fa-96ce-4361-bce7-5504303d38b3" providerId="ADAL" clId="{07D332A5-C578-714C-B97C-CD71A5874CF5}" dt="2023-11-09T12:51:54.447" v="489" actId="478"/>
          <ac:spMkLst>
            <pc:docMk/>
            <pc:sldMk cId="0" sldId="355"/>
            <ac:spMk id="1822" creationId="{00000000-0000-0000-0000-000000000000}"/>
          </ac:spMkLst>
        </pc:spChg>
        <pc:spChg chg="del topLvl">
          <ac:chgData name="Ionut Girbea" userId="140628fa-96ce-4361-bce7-5504303d38b3" providerId="ADAL" clId="{07D332A5-C578-714C-B97C-CD71A5874CF5}" dt="2023-11-09T12:51:54.447" v="489" actId="478"/>
          <ac:spMkLst>
            <pc:docMk/>
            <pc:sldMk cId="0" sldId="355"/>
            <ac:spMk id="1823" creationId="{00000000-0000-0000-0000-000000000000}"/>
          </ac:spMkLst>
        </pc:spChg>
        <pc:spChg chg="mod">
          <ac:chgData name="Ionut Girbea" userId="140628fa-96ce-4361-bce7-5504303d38b3" providerId="ADAL" clId="{07D332A5-C578-714C-B97C-CD71A5874CF5}" dt="2023-11-16T12:20:46.257" v="2817" actId="14826"/>
          <ac:spMkLst>
            <pc:docMk/>
            <pc:sldMk cId="0" sldId="355"/>
            <ac:spMk id="1826" creationId="{00000000-0000-0000-0000-000000000000}"/>
          </ac:spMkLst>
        </pc:spChg>
        <pc:spChg chg="del mod topLvl">
          <ac:chgData name="Ionut Girbea" userId="140628fa-96ce-4361-bce7-5504303d38b3" providerId="ADAL" clId="{07D332A5-C578-714C-B97C-CD71A5874CF5}" dt="2023-11-09T12:52:49.774" v="520" actId="478"/>
          <ac:spMkLst>
            <pc:docMk/>
            <pc:sldMk cId="0" sldId="355"/>
            <ac:spMk id="1829" creationId="{00000000-0000-0000-0000-000000000000}"/>
          </ac:spMkLst>
        </pc:spChg>
        <pc:spChg chg="del mod topLvl">
          <ac:chgData name="Ionut Girbea" userId="140628fa-96ce-4361-bce7-5504303d38b3" providerId="ADAL" clId="{07D332A5-C578-714C-B97C-CD71A5874CF5}" dt="2023-11-09T12:52:49.774" v="520" actId="478"/>
          <ac:spMkLst>
            <pc:docMk/>
            <pc:sldMk cId="0" sldId="355"/>
            <ac:spMk id="1830" creationId="{00000000-0000-0000-0000-000000000000}"/>
          </ac:spMkLst>
        </pc:spChg>
        <pc:spChg chg="mod">
          <ac:chgData name="Ionut Girbea" userId="140628fa-96ce-4361-bce7-5504303d38b3" providerId="ADAL" clId="{07D332A5-C578-714C-B97C-CD71A5874CF5}" dt="2023-11-16T12:20:56.145" v="2818" actId="14826"/>
          <ac:spMkLst>
            <pc:docMk/>
            <pc:sldMk cId="0" sldId="355"/>
            <ac:spMk id="1832" creationId="{00000000-0000-0000-0000-000000000000}"/>
          </ac:spMkLst>
        </pc:spChg>
        <pc:spChg chg="del mod topLvl">
          <ac:chgData name="Ionut Girbea" userId="140628fa-96ce-4361-bce7-5504303d38b3" providerId="ADAL" clId="{07D332A5-C578-714C-B97C-CD71A5874CF5}" dt="2023-11-09T12:52:57.284" v="522" actId="478"/>
          <ac:spMkLst>
            <pc:docMk/>
            <pc:sldMk cId="0" sldId="355"/>
            <ac:spMk id="1835" creationId="{00000000-0000-0000-0000-000000000000}"/>
          </ac:spMkLst>
        </pc:spChg>
        <pc:spChg chg="del mod topLvl">
          <ac:chgData name="Ionut Girbea" userId="140628fa-96ce-4361-bce7-5504303d38b3" providerId="ADAL" clId="{07D332A5-C578-714C-B97C-CD71A5874CF5}" dt="2023-11-09T12:52:57.284" v="522" actId="478"/>
          <ac:spMkLst>
            <pc:docMk/>
            <pc:sldMk cId="0" sldId="355"/>
            <ac:spMk id="1836" creationId="{00000000-0000-0000-0000-000000000000}"/>
          </ac:spMkLst>
        </pc:spChg>
        <pc:spChg chg="mod">
          <ac:chgData name="Ionut Girbea" userId="140628fa-96ce-4361-bce7-5504303d38b3" providerId="ADAL" clId="{07D332A5-C578-714C-B97C-CD71A5874CF5}" dt="2023-11-16T12:21:12.206" v="2819" actId="14826"/>
          <ac:spMkLst>
            <pc:docMk/>
            <pc:sldMk cId="0" sldId="355"/>
            <ac:spMk id="1838" creationId="{00000000-0000-0000-0000-000000000000}"/>
          </ac:spMkLst>
        </pc:spChg>
        <pc:spChg chg="del mod topLvl">
          <ac:chgData name="Ionut Girbea" userId="140628fa-96ce-4361-bce7-5504303d38b3" providerId="ADAL" clId="{07D332A5-C578-714C-B97C-CD71A5874CF5}" dt="2023-11-09T12:53:47.028" v="535" actId="478"/>
          <ac:spMkLst>
            <pc:docMk/>
            <pc:sldMk cId="0" sldId="355"/>
            <ac:spMk id="1841" creationId="{00000000-0000-0000-0000-000000000000}"/>
          </ac:spMkLst>
        </pc:spChg>
        <pc:grpChg chg="mod topLvl">
          <ac:chgData name="Ionut Girbea" userId="140628fa-96ce-4361-bce7-5504303d38b3" providerId="ADAL" clId="{07D332A5-C578-714C-B97C-CD71A5874CF5}" dt="2023-11-16T12:19:31.208" v="2811" actId="14826"/>
          <ac:grpSpMkLst>
            <pc:docMk/>
            <pc:sldMk cId="0" sldId="355"/>
            <ac:grpSpMk id="1784" creationId="{00000000-0000-0000-0000-000000000000}"/>
          </ac:grpSpMkLst>
        </pc:grpChg>
        <pc:grpChg chg="del">
          <ac:chgData name="Ionut Girbea" userId="140628fa-96ce-4361-bce7-5504303d38b3" providerId="ADAL" clId="{07D332A5-C578-714C-B97C-CD71A5874CF5}" dt="2023-11-09T12:53:23.243" v="528" actId="478"/>
          <ac:grpSpMkLst>
            <pc:docMk/>
            <pc:sldMk cId="0" sldId="355"/>
            <ac:grpSpMk id="1787" creationId="{00000000-0000-0000-0000-000000000000}"/>
          </ac:grpSpMkLst>
        </pc:grpChg>
        <pc:grpChg chg="mod topLvl">
          <ac:chgData name="Ionut Girbea" userId="140628fa-96ce-4361-bce7-5504303d38b3" providerId="ADAL" clId="{07D332A5-C578-714C-B97C-CD71A5874CF5}" dt="2023-11-16T12:19:47.150" v="2812" actId="14826"/>
          <ac:grpSpMkLst>
            <pc:docMk/>
            <pc:sldMk cId="0" sldId="355"/>
            <ac:grpSpMk id="1790" creationId="{00000000-0000-0000-0000-000000000000}"/>
          </ac:grpSpMkLst>
        </pc:grpChg>
        <pc:grpChg chg="del">
          <ac:chgData name="Ionut Girbea" userId="140628fa-96ce-4361-bce7-5504303d38b3" providerId="ADAL" clId="{07D332A5-C578-714C-B97C-CD71A5874CF5}" dt="2023-11-09T12:53:27.574" v="530" actId="478"/>
          <ac:grpSpMkLst>
            <pc:docMk/>
            <pc:sldMk cId="0" sldId="355"/>
            <ac:grpSpMk id="1793" creationId="{00000000-0000-0000-0000-000000000000}"/>
          </ac:grpSpMkLst>
        </pc:grpChg>
        <pc:grpChg chg="mod topLvl">
          <ac:chgData name="Ionut Girbea" userId="140628fa-96ce-4361-bce7-5504303d38b3" providerId="ADAL" clId="{07D332A5-C578-714C-B97C-CD71A5874CF5}" dt="2023-11-16T12:19:55.734" v="2813" actId="14826"/>
          <ac:grpSpMkLst>
            <pc:docMk/>
            <pc:sldMk cId="0" sldId="355"/>
            <ac:grpSpMk id="1796" creationId="{00000000-0000-0000-0000-000000000000}"/>
          </ac:grpSpMkLst>
        </pc:grpChg>
        <pc:grpChg chg="del">
          <ac:chgData name="Ionut Girbea" userId="140628fa-96ce-4361-bce7-5504303d38b3" providerId="ADAL" clId="{07D332A5-C578-714C-B97C-CD71A5874CF5}" dt="2023-11-09T12:52:21.297" v="511" actId="478"/>
          <ac:grpSpMkLst>
            <pc:docMk/>
            <pc:sldMk cId="0" sldId="355"/>
            <ac:grpSpMk id="1799" creationId="{00000000-0000-0000-0000-000000000000}"/>
          </ac:grpSpMkLst>
        </pc:grpChg>
        <pc:grpChg chg="del">
          <ac:chgData name="Ionut Girbea" userId="140628fa-96ce-4361-bce7-5504303d38b3" providerId="ADAL" clId="{07D332A5-C578-714C-B97C-CD71A5874CF5}" dt="2023-11-09T12:52:21.297" v="511" actId="478"/>
          <ac:grpSpMkLst>
            <pc:docMk/>
            <pc:sldMk cId="0" sldId="355"/>
            <ac:grpSpMk id="1800" creationId="{00000000-0000-0000-0000-000000000000}"/>
          </ac:grpSpMkLst>
        </pc:grpChg>
        <pc:grpChg chg="mod topLvl">
          <ac:chgData name="Ionut Girbea" userId="140628fa-96ce-4361-bce7-5504303d38b3" providerId="ADAL" clId="{07D332A5-C578-714C-B97C-CD71A5874CF5}" dt="2023-11-16T12:20:22.798" v="2815" actId="14826"/>
          <ac:grpSpMkLst>
            <pc:docMk/>
            <pc:sldMk cId="0" sldId="355"/>
            <ac:grpSpMk id="1803" creationId="{00000000-0000-0000-0000-000000000000}"/>
          </ac:grpSpMkLst>
        </pc:grpChg>
        <pc:grpChg chg="del">
          <ac:chgData name="Ionut Girbea" userId="140628fa-96ce-4361-bce7-5504303d38b3" providerId="ADAL" clId="{07D332A5-C578-714C-B97C-CD71A5874CF5}" dt="2023-11-09T12:53:30.893" v="532" actId="478"/>
          <ac:grpSpMkLst>
            <pc:docMk/>
            <pc:sldMk cId="0" sldId="355"/>
            <ac:grpSpMk id="1806" creationId="{00000000-0000-0000-0000-000000000000}"/>
          </ac:grpSpMkLst>
        </pc:grpChg>
        <pc:grpChg chg="mod topLvl">
          <ac:chgData name="Ionut Girbea" userId="140628fa-96ce-4361-bce7-5504303d38b3" providerId="ADAL" clId="{07D332A5-C578-714C-B97C-CD71A5874CF5}" dt="2023-11-16T12:20:14.452" v="2814" actId="14826"/>
          <ac:grpSpMkLst>
            <pc:docMk/>
            <pc:sldMk cId="0" sldId="355"/>
            <ac:grpSpMk id="1809" creationId="{00000000-0000-0000-0000-000000000000}"/>
          </ac:grpSpMkLst>
        </pc:grpChg>
        <pc:grpChg chg="del">
          <ac:chgData name="Ionut Girbea" userId="140628fa-96ce-4361-bce7-5504303d38b3" providerId="ADAL" clId="{07D332A5-C578-714C-B97C-CD71A5874CF5}" dt="2023-11-09T12:53:02.489" v="523" actId="165"/>
          <ac:grpSpMkLst>
            <pc:docMk/>
            <pc:sldMk cId="0" sldId="355"/>
            <ac:grpSpMk id="1812" creationId="{00000000-0000-0000-0000-000000000000}"/>
          </ac:grpSpMkLst>
        </pc:grpChg>
        <pc:grpChg chg="mod topLvl">
          <ac:chgData name="Ionut Girbea" userId="140628fa-96ce-4361-bce7-5504303d38b3" providerId="ADAL" clId="{07D332A5-C578-714C-B97C-CD71A5874CF5}" dt="2023-11-16T12:19:22.240" v="2810" actId="14826"/>
          <ac:grpSpMkLst>
            <pc:docMk/>
            <pc:sldMk cId="0" sldId="355"/>
            <ac:grpSpMk id="1815" creationId="{00000000-0000-0000-0000-000000000000}"/>
          </ac:grpSpMkLst>
        </pc:grpChg>
        <pc:grpChg chg="del">
          <ac:chgData name="Ionut Girbea" userId="140628fa-96ce-4361-bce7-5504303d38b3" providerId="ADAL" clId="{07D332A5-C578-714C-B97C-CD71A5874CF5}" dt="2023-11-09T12:53:13.048" v="524" actId="165"/>
          <ac:grpSpMkLst>
            <pc:docMk/>
            <pc:sldMk cId="0" sldId="355"/>
            <ac:grpSpMk id="1818" creationId="{00000000-0000-0000-0000-000000000000}"/>
          </ac:grpSpMkLst>
        </pc:grpChg>
        <pc:grpChg chg="mod topLvl">
          <ac:chgData name="Ionut Girbea" userId="140628fa-96ce-4361-bce7-5504303d38b3" providerId="ADAL" clId="{07D332A5-C578-714C-B97C-CD71A5874CF5}" dt="2023-11-16T12:20:35.095" v="2816" actId="14826"/>
          <ac:grpSpMkLst>
            <pc:docMk/>
            <pc:sldMk cId="0" sldId="355"/>
            <ac:grpSpMk id="1821" creationId="{00000000-0000-0000-0000-000000000000}"/>
          </ac:grpSpMkLst>
        </pc:grpChg>
        <pc:grpChg chg="del">
          <ac:chgData name="Ionut Girbea" userId="140628fa-96ce-4361-bce7-5504303d38b3" providerId="ADAL" clId="{07D332A5-C578-714C-B97C-CD71A5874CF5}" dt="2023-11-09T12:51:54.447" v="489" actId="478"/>
          <ac:grpSpMkLst>
            <pc:docMk/>
            <pc:sldMk cId="0" sldId="355"/>
            <ac:grpSpMk id="1824" creationId="{00000000-0000-0000-0000-000000000000}"/>
          </ac:grpSpMkLst>
        </pc:grpChg>
        <pc:grpChg chg="del">
          <ac:chgData name="Ionut Girbea" userId="140628fa-96ce-4361-bce7-5504303d38b3" providerId="ADAL" clId="{07D332A5-C578-714C-B97C-CD71A5874CF5}" dt="2023-11-09T12:51:54.447" v="489" actId="478"/>
          <ac:grpSpMkLst>
            <pc:docMk/>
            <pc:sldMk cId="0" sldId="355"/>
            <ac:grpSpMk id="1825" creationId="{00000000-0000-0000-0000-000000000000}"/>
          </ac:grpSpMkLst>
        </pc:grpChg>
        <pc:grpChg chg="mod topLvl">
          <ac:chgData name="Ionut Girbea" userId="140628fa-96ce-4361-bce7-5504303d38b3" providerId="ADAL" clId="{07D332A5-C578-714C-B97C-CD71A5874CF5}" dt="2023-11-16T12:20:46.257" v="2817" actId="14826"/>
          <ac:grpSpMkLst>
            <pc:docMk/>
            <pc:sldMk cId="0" sldId="355"/>
            <ac:grpSpMk id="1828" creationId="{00000000-0000-0000-0000-000000000000}"/>
          </ac:grpSpMkLst>
        </pc:grpChg>
        <pc:grpChg chg="del">
          <ac:chgData name="Ionut Girbea" userId="140628fa-96ce-4361-bce7-5504303d38b3" providerId="ADAL" clId="{07D332A5-C578-714C-B97C-CD71A5874CF5}" dt="2023-11-09T12:52:47.201" v="519" actId="165"/>
          <ac:grpSpMkLst>
            <pc:docMk/>
            <pc:sldMk cId="0" sldId="355"/>
            <ac:grpSpMk id="1831" creationId="{00000000-0000-0000-0000-000000000000}"/>
          </ac:grpSpMkLst>
        </pc:grpChg>
        <pc:grpChg chg="mod topLvl">
          <ac:chgData name="Ionut Girbea" userId="140628fa-96ce-4361-bce7-5504303d38b3" providerId="ADAL" clId="{07D332A5-C578-714C-B97C-CD71A5874CF5}" dt="2023-11-16T12:20:56.145" v="2818" actId="14826"/>
          <ac:grpSpMkLst>
            <pc:docMk/>
            <pc:sldMk cId="0" sldId="355"/>
            <ac:grpSpMk id="1834" creationId="{00000000-0000-0000-0000-000000000000}"/>
          </ac:grpSpMkLst>
        </pc:grpChg>
        <pc:grpChg chg="del">
          <ac:chgData name="Ionut Girbea" userId="140628fa-96ce-4361-bce7-5504303d38b3" providerId="ADAL" clId="{07D332A5-C578-714C-B97C-CD71A5874CF5}" dt="2023-11-09T12:52:55.015" v="521" actId="165"/>
          <ac:grpSpMkLst>
            <pc:docMk/>
            <pc:sldMk cId="0" sldId="355"/>
            <ac:grpSpMk id="1837" creationId="{00000000-0000-0000-0000-000000000000}"/>
          </ac:grpSpMkLst>
        </pc:grpChg>
        <pc:grpChg chg="mod topLvl">
          <ac:chgData name="Ionut Girbea" userId="140628fa-96ce-4361-bce7-5504303d38b3" providerId="ADAL" clId="{07D332A5-C578-714C-B97C-CD71A5874CF5}" dt="2023-11-16T12:21:12.206" v="2819" actId="14826"/>
          <ac:grpSpMkLst>
            <pc:docMk/>
            <pc:sldMk cId="0" sldId="355"/>
            <ac:grpSpMk id="1840" creationId="{00000000-0000-0000-0000-000000000000}"/>
          </ac:grpSpMkLst>
        </pc:grpChg>
        <pc:grpChg chg="del">
          <ac:chgData name="Ionut Girbea" userId="140628fa-96ce-4361-bce7-5504303d38b3" providerId="ADAL" clId="{07D332A5-C578-714C-B97C-CD71A5874CF5}" dt="2023-11-09T12:53:47.028" v="535" actId="478"/>
          <ac:grpSpMkLst>
            <pc:docMk/>
            <pc:sldMk cId="0" sldId="355"/>
            <ac:grpSpMk id="1842" creationId="{00000000-0000-0000-0000-000000000000}"/>
          </ac:grpSpMkLst>
        </pc:grpChg>
        <pc:picChg chg="mod">
          <ac:chgData name="Ionut Girbea" userId="140628fa-96ce-4361-bce7-5504303d38b3" providerId="ADAL" clId="{07D332A5-C578-714C-B97C-CD71A5874CF5}" dt="2023-11-16T12:19:31.208" v="2811" actId="14826"/>
          <ac:picMkLst>
            <pc:docMk/>
            <pc:sldMk cId="0" sldId="355"/>
            <ac:picMk id="1783" creationId="{00000000-0000-0000-0000-000000000000}"/>
          </ac:picMkLst>
        </pc:picChg>
        <pc:picChg chg="mod">
          <ac:chgData name="Ionut Girbea" userId="140628fa-96ce-4361-bce7-5504303d38b3" providerId="ADAL" clId="{07D332A5-C578-714C-B97C-CD71A5874CF5}" dt="2023-11-16T12:19:47.150" v="2812" actId="14826"/>
          <ac:picMkLst>
            <pc:docMk/>
            <pc:sldMk cId="0" sldId="355"/>
            <ac:picMk id="1789" creationId="{00000000-0000-0000-0000-000000000000}"/>
          </ac:picMkLst>
        </pc:picChg>
        <pc:picChg chg="mod">
          <ac:chgData name="Ionut Girbea" userId="140628fa-96ce-4361-bce7-5504303d38b3" providerId="ADAL" clId="{07D332A5-C578-714C-B97C-CD71A5874CF5}" dt="2023-11-16T12:19:55.734" v="2813" actId="14826"/>
          <ac:picMkLst>
            <pc:docMk/>
            <pc:sldMk cId="0" sldId="355"/>
            <ac:picMk id="1795" creationId="{00000000-0000-0000-0000-000000000000}"/>
          </ac:picMkLst>
        </pc:picChg>
        <pc:picChg chg="mod">
          <ac:chgData name="Ionut Girbea" userId="140628fa-96ce-4361-bce7-5504303d38b3" providerId="ADAL" clId="{07D332A5-C578-714C-B97C-CD71A5874CF5}" dt="2023-11-16T12:20:22.798" v="2815" actId="14826"/>
          <ac:picMkLst>
            <pc:docMk/>
            <pc:sldMk cId="0" sldId="355"/>
            <ac:picMk id="1802" creationId="{00000000-0000-0000-0000-000000000000}"/>
          </ac:picMkLst>
        </pc:picChg>
        <pc:picChg chg="mod">
          <ac:chgData name="Ionut Girbea" userId="140628fa-96ce-4361-bce7-5504303d38b3" providerId="ADAL" clId="{07D332A5-C578-714C-B97C-CD71A5874CF5}" dt="2023-11-16T12:20:14.452" v="2814" actId="14826"/>
          <ac:picMkLst>
            <pc:docMk/>
            <pc:sldMk cId="0" sldId="355"/>
            <ac:picMk id="1808" creationId="{00000000-0000-0000-0000-000000000000}"/>
          </ac:picMkLst>
        </pc:picChg>
        <pc:picChg chg="mod">
          <ac:chgData name="Ionut Girbea" userId="140628fa-96ce-4361-bce7-5504303d38b3" providerId="ADAL" clId="{07D332A5-C578-714C-B97C-CD71A5874CF5}" dt="2023-11-16T12:19:22.240" v="2810" actId="14826"/>
          <ac:picMkLst>
            <pc:docMk/>
            <pc:sldMk cId="0" sldId="355"/>
            <ac:picMk id="1814" creationId="{00000000-0000-0000-0000-000000000000}"/>
          </ac:picMkLst>
        </pc:picChg>
        <pc:picChg chg="mod">
          <ac:chgData name="Ionut Girbea" userId="140628fa-96ce-4361-bce7-5504303d38b3" providerId="ADAL" clId="{07D332A5-C578-714C-B97C-CD71A5874CF5}" dt="2023-11-16T12:20:35.095" v="2816" actId="14826"/>
          <ac:picMkLst>
            <pc:docMk/>
            <pc:sldMk cId="0" sldId="355"/>
            <ac:picMk id="1820" creationId="{00000000-0000-0000-0000-000000000000}"/>
          </ac:picMkLst>
        </pc:picChg>
        <pc:picChg chg="mod">
          <ac:chgData name="Ionut Girbea" userId="140628fa-96ce-4361-bce7-5504303d38b3" providerId="ADAL" clId="{07D332A5-C578-714C-B97C-CD71A5874CF5}" dt="2023-11-16T12:20:46.257" v="2817" actId="14826"/>
          <ac:picMkLst>
            <pc:docMk/>
            <pc:sldMk cId="0" sldId="355"/>
            <ac:picMk id="1827" creationId="{00000000-0000-0000-0000-000000000000}"/>
          </ac:picMkLst>
        </pc:picChg>
        <pc:picChg chg="mod">
          <ac:chgData name="Ionut Girbea" userId="140628fa-96ce-4361-bce7-5504303d38b3" providerId="ADAL" clId="{07D332A5-C578-714C-B97C-CD71A5874CF5}" dt="2023-11-16T12:20:56.145" v="2818" actId="14826"/>
          <ac:picMkLst>
            <pc:docMk/>
            <pc:sldMk cId="0" sldId="355"/>
            <ac:picMk id="1833" creationId="{00000000-0000-0000-0000-000000000000}"/>
          </ac:picMkLst>
        </pc:picChg>
        <pc:picChg chg="mod">
          <ac:chgData name="Ionut Girbea" userId="140628fa-96ce-4361-bce7-5504303d38b3" providerId="ADAL" clId="{07D332A5-C578-714C-B97C-CD71A5874CF5}" dt="2023-11-16T12:21:12.206" v="2819" actId="14826"/>
          <ac:picMkLst>
            <pc:docMk/>
            <pc:sldMk cId="0" sldId="355"/>
            <ac:picMk id="1839" creationId="{00000000-0000-0000-0000-000000000000}"/>
          </ac:picMkLst>
        </pc:picChg>
      </pc:sldChg>
      <pc:sldChg chg="modNotes">
        <pc:chgData name="Ionut Girbea" userId="140628fa-96ce-4361-bce7-5504303d38b3" providerId="ADAL" clId="{07D332A5-C578-714C-B97C-CD71A5874CF5}" dt="2023-11-09T08:39:43.427" v="58"/>
        <pc:sldMkLst>
          <pc:docMk/>
          <pc:sldMk cId="0" sldId="356"/>
        </pc:sldMkLst>
      </pc:sldChg>
      <pc:sldChg chg="modNotes">
        <pc:chgData name="Ionut Girbea" userId="140628fa-96ce-4361-bce7-5504303d38b3" providerId="ADAL" clId="{07D332A5-C578-714C-B97C-CD71A5874CF5}" dt="2023-11-09T08:39:43.427" v="58"/>
        <pc:sldMkLst>
          <pc:docMk/>
          <pc:sldMk cId="0" sldId="357"/>
        </pc:sldMkLst>
      </pc:sldChg>
      <pc:sldChg chg="modNotes">
        <pc:chgData name="Ionut Girbea" userId="140628fa-96ce-4361-bce7-5504303d38b3" providerId="ADAL" clId="{07D332A5-C578-714C-B97C-CD71A5874CF5}" dt="2023-11-09T08:39:43.427" v="58"/>
        <pc:sldMkLst>
          <pc:docMk/>
          <pc:sldMk cId="0" sldId="358"/>
        </pc:sldMkLst>
      </pc:sldChg>
      <pc:sldChg chg="modNotes">
        <pc:chgData name="Ionut Girbea" userId="140628fa-96ce-4361-bce7-5504303d38b3" providerId="ADAL" clId="{07D332A5-C578-714C-B97C-CD71A5874CF5}" dt="2023-11-09T08:39:43.427" v="58"/>
        <pc:sldMkLst>
          <pc:docMk/>
          <pc:sldMk cId="0" sldId="359"/>
        </pc:sldMkLst>
      </pc:sldChg>
      <pc:sldChg chg="modSp mod modNotes">
        <pc:chgData name="Ionut Girbea" userId="140628fa-96ce-4361-bce7-5504303d38b3" providerId="ADAL" clId="{07D332A5-C578-714C-B97C-CD71A5874CF5}" dt="2023-11-16T12:21:35.458" v="2820" actId="948"/>
        <pc:sldMkLst>
          <pc:docMk/>
          <pc:sldMk cId="0" sldId="360"/>
        </pc:sldMkLst>
        <pc:spChg chg="mod">
          <ac:chgData name="Ionut Girbea" userId="140628fa-96ce-4361-bce7-5504303d38b3" providerId="ADAL" clId="{07D332A5-C578-714C-B97C-CD71A5874CF5}" dt="2023-11-16T12:21:35.458" v="2820" actId="948"/>
          <ac:spMkLst>
            <pc:docMk/>
            <pc:sldMk cId="0" sldId="360"/>
            <ac:spMk id="1883" creationId="{00000000-0000-0000-0000-000000000000}"/>
          </ac:spMkLst>
        </pc:spChg>
      </pc:sldChg>
      <pc:sldChg chg="addSp delSp modSp mod modNotes">
        <pc:chgData name="Ionut Girbea" userId="140628fa-96ce-4361-bce7-5504303d38b3" providerId="ADAL" clId="{07D332A5-C578-714C-B97C-CD71A5874CF5}" dt="2023-11-16T12:36:15.124" v="3052" actId="478"/>
        <pc:sldMkLst>
          <pc:docMk/>
          <pc:sldMk cId="0" sldId="361"/>
        </pc:sldMkLst>
        <pc:spChg chg="mod">
          <ac:chgData name="Ionut Girbea" userId="140628fa-96ce-4361-bce7-5504303d38b3" providerId="ADAL" clId="{07D332A5-C578-714C-B97C-CD71A5874CF5}" dt="2023-11-16T12:21:45.065" v="2821" actId="948"/>
          <ac:spMkLst>
            <pc:docMk/>
            <pc:sldMk cId="0" sldId="361"/>
            <ac:spMk id="1890" creationId="{00000000-0000-0000-0000-000000000000}"/>
          </ac:spMkLst>
        </pc:spChg>
        <pc:spChg chg="mod">
          <ac:chgData name="Ionut Girbea" userId="140628fa-96ce-4361-bce7-5504303d38b3" providerId="ADAL" clId="{07D332A5-C578-714C-B97C-CD71A5874CF5}" dt="2023-11-16T12:31:57.907" v="3033" actId="948"/>
          <ac:spMkLst>
            <pc:docMk/>
            <pc:sldMk cId="0" sldId="361"/>
            <ac:spMk id="1892" creationId="{00000000-0000-0000-0000-000000000000}"/>
          </ac:spMkLst>
        </pc:spChg>
        <pc:spChg chg="mod">
          <ac:chgData name="Ionut Girbea" userId="140628fa-96ce-4361-bce7-5504303d38b3" providerId="ADAL" clId="{07D332A5-C578-714C-B97C-CD71A5874CF5}" dt="2023-11-16T12:31:57.907" v="3033" actId="948"/>
          <ac:spMkLst>
            <pc:docMk/>
            <pc:sldMk cId="0" sldId="361"/>
            <ac:spMk id="1894" creationId="{00000000-0000-0000-0000-000000000000}"/>
          </ac:spMkLst>
        </pc:spChg>
        <pc:spChg chg="mod">
          <ac:chgData name="Ionut Girbea" userId="140628fa-96ce-4361-bce7-5504303d38b3" providerId="ADAL" clId="{07D332A5-C578-714C-B97C-CD71A5874CF5}" dt="2023-11-16T12:31:57.907" v="3033" actId="948"/>
          <ac:spMkLst>
            <pc:docMk/>
            <pc:sldMk cId="0" sldId="361"/>
            <ac:spMk id="1896" creationId="{00000000-0000-0000-0000-000000000000}"/>
          </ac:spMkLst>
        </pc:spChg>
        <pc:spChg chg="mod">
          <ac:chgData name="Ionut Girbea" userId="140628fa-96ce-4361-bce7-5504303d38b3" providerId="ADAL" clId="{07D332A5-C578-714C-B97C-CD71A5874CF5}" dt="2023-11-16T12:31:57.907" v="3033" actId="948"/>
          <ac:spMkLst>
            <pc:docMk/>
            <pc:sldMk cId="0" sldId="361"/>
            <ac:spMk id="1898" creationId="{00000000-0000-0000-0000-000000000000}"/>
          </ac:spMkLst>
        </pc:spChg>
        <pc:spChg chg="mod">
          <ac:chgData name="Ionut Girbea" userId="140628fa-96ce-4361-bce7-5504303d38b3" providerId="ADAL" clId="{07D332A5-C578-714C-B97C-CD71A5874CF5}" dt="2023-11-16T12:31:57.907" v="3033" actId="948"/>
          <ac:spMkLst>
            <pc:docMk/>
            <pc:sldMk cId="0" sldId="361"/>
            <ac:spMk id="1900" creationId="{00000000-0000-0000-0000-000000000000}"/>
          </ac:spMkLst>
        </pc:spChg>
        <pc:spChg chg="mod">
          <ac:chgData name="Ionut Girbea" userId="140628fa-96ce-4361-bce7-5504303d38b3" providerId="ADAL" clId="{07D332A5-C578-714C-B97C-CD71A5874CF5}" dt="2023-11-16T12:31:57.907" v="3033" actId="948"/>
          <ac:spMkLst>
            <pc:docMk/>
            <pc:sldMk cId="0" sldId="361"/>
            <ac:spMk id="1902" creationId="{00000000-0000-0000-0000-000000000000}"/>
          </ac:spMkLst>
        </pc:spChg>
        <pc:picChg chg="add del mod">
          <ac:chgData name="Ionut Girbea" userId="140628fa-96ce-4361-bce7-5504303d38b3" providerId="ADAL" clId="{07D332A5-C578-714C-B97C-CD71A5874CF5}" dt="2023-11-16T12:36:15.124" v="3052" actId="478"/>
          <ac:picMkLst>
            <pc:docMk/>
            <pc:sldMk cId="0" sldId="361"/>
            <ac:picMk id="2" creationId="{DA25354E-6024-0DDE-A6DA-C7D65E401FCB}"/>
          </ac:picMkLst>
        </pc:picChg>
        <pc:picChg chg="mod">
          <ac:chgData name="Ionut Girbea" userId="140628fa-96ce-4361-bce7-5504303d38b3" providerId="ADAL" clId="{07D332A5-C578-714C-B97C-CD71A5874CF5}" dt="2023-11-16T12:25:04.465" v="2872" actId="14826"/>
          <ac:picMkLst>
            <pc:docMk/>
            <pc:sldMk cId="0" sldId="361"/>
            <ac:picMk id="1893" creationId="{00000000-0000-0000-0000-000000000000}"/>
          </ac:picMkLst>
        </pc:picChg>
        <pc:picChg chg="mod">
          <ac:chgData name="Ionut Girbea" userId="140628fa-96ce-4361-bce7-5504303d38b3" providerId="ADAL" clId="{07D332A5-C578-714C-B97C-CD71A5874CF5}" dt="2023-11-16T12:25:27.771" v="2873" actId="14826"/>
          <ac:picMkLst>
            <pc:docMk/>
            <pc:sldMk cId="0" sldId="361"/>
            <ac:picMk id="1895" creationId="{00000000-0000-0000-0000-000000000000}"/>
          </ac:picMkLst>
        </pc:picChg>
        <pc:picChg chg="mod">
          <ac:chgData name="Ionut Girbea" userId="140628fa-96ce-4361-bce7-5504303d38b3" providerId="ADAL" clId="{07D332A5-C578-714C-B97C-CD71A5874CF5}" dt="2023-11-16T12:25:36.700" v="2874" actId="14826"/>
          <ac:picMkLst>
            <pc:docMk/>
            <pc:sldMk cId="0" sldId="361"/>
            <ac:picMk id="1897" creationId="{00000000-0000-0000-0000-000000000000}"/>
          </ac:picMkLst>
        </pc:picChg>
        <pc:picChg chg="mod">
          <ac:chgData name="Ionut Girbea" userId="140628fa-96ce-4361-bce7-5504303d38b3" providerId="ADAL" clId="{07D332A5-C578-714C-B97C-CD71A5874CF5}" dt="2023-11-16T12:30:27.521" v="3019" actId="1036"/>
          <ac:picMkLst>
            <pc:docMk/>
            <pc:sldMk cId="0" sldId="361"/>
            <ac:picMk id="1899" creationId="{00000000-0000-0000-0000-000000000000}"/>
          </ac:picMkLst>
        </pc:picChg>
        <pc:picChg chg="mod">
          <ac:chgData name="Ionut Girbea" userId="140628fa-96ce-4361-bce7-5504303d38b3" providerId="ADAL" clId="{07D332A5-C578-714C-B97C-CD71A5874CF5}" dt="2023-11-16T12:30:27.521" v="3019" actId="1036"/>
          <ac:picMkLst>
            <pc:docMk/>
            <pc:sldMk cId="0" sldId="361"/>
            <ac:picMk id="1901" creationId="{00000000-0000-0000-0000-000000000000}"/>
          </ac:picMkLst>
        </pc:picChg>
        <pc:picChg chg="mod">
          <ac:chgData name="Ionut Girbea" userId="140628fa-96ce-4361-bce7-5504303d38b3" providerId="ADAL" clId="{07D332A5-C578-714C-B97C-CD71A5874CF5}" dt="2023-11-16T12:30:27.521" v="3019" actId="1036"/>
          <ac:picMkLst>
            <pc:docMk/>
            <pc:sldMk cId="0" sldId="361"/>
            <ac:picMk id="1903" creationId="{00000000-0000-0000-0000-000000000000}"/>
          </ac:picMkLst>
        </pc:picChg>
      </pc:sldChg>
      <pc:sldChg chg="modSp mod modNotes">
        <pc:chgData name="Ionut Girbea" userId="140628fa-96ce-4361-bce7-5504303d38b3" providerId="ADAL" clId="{07D332A5-C578-714C-B97C-CD71A5874CF5}" dt="2023-11-16T12:22:30.519" v="2851" actId="948"/>
        <pc:sldMkLst>
          <pc:docMk/>
          <pc:sldMk cId="0" sldId="362"/>
        </pc:sldMkLst>
        <pc:spChg chg="mod">
          <ac:chgData name="Ionut Girbea" userId="140628fa-96ce-4361-bce7-5504303d38b3" providerId="ADAL" clId="{07D332A5-C578-714C-B97C-CD71A5874CF5}" dt="2023-11-16T12:22:30.519" v="2851" actId="948"/>
          <ac:spMkLst>
            <pc:docMk/>
            <pc:sldMk cId="0" sldId="362"/>
            <ac:spMk id="1908" creationId="{00000000-0000-0000-0000-000000000000}"/>
          </ac:spMkLst>
        </pc:spChg>
        <pc:spChg chg="mod">
          <ac:chgData name="Ionut Girbea" userId="140628fa-96ce-4361-bce7-5504303d38b3" providerId="ADAL" clId="{07D332A5-C578-714C-B97C-CD71A5874CF5}" dt="2023-11-16T08:52:27.414" v="2326" actId="113"/>
          <ac:spMkLst>
            <pc:docMk/>
            <pc:sldMk cId="0" sldId="362"/>
            <ac:spMk id="1926" creationId="{00000000-0000-0000-0000-000000000000}"/>
          </ac:spMkLst>
        </pc:spChg>
        <pc:spChg chg="mod">
          <ac:chgData name="Ionut Girbea" userId="140628fa-96ce-4361-bce7-5504303d38b3" providerId="ADAL" clId="{07D332A5-C578-714C-B97C-CD71A5874CF5}" dt="2023-11-16T08:52:22.758" v="2324" actId="113"/>
          <ac:spMkLst>
            <pc:docMk/>
            <pc:sldMk cId="0" sldId="362"/>
            <ac:spMk id="1935" creationId="{00000000-0000-0000-0000-000000000000}"/>
          </ac:spMkLst>
        </pc:spChg>
      </pc:sldChg>
      <pc:sldChg chg="modSp mod modNotes">
        <pc:chgData name="Ionut Girbea" userId="140628fa-96ce-4361-bce7-5504303d38b3" providerId="ADAL" clId="{07D332A5-C578-714C-B97C-CD71A5874CF5}" dt="2023-11-20T07:44:07.347" v="3356" actId="1076"/>
        <pc:sldMkLst>
          <pc:docMk/>
          <pc:sldMk cId="0" sldId="363"/>
        </pc:sldMkLst>
        <pc:spChg chg="mod">
          <ac:chgData name="Ionut Girbea" userId="140628fa-96ce-4361-bce7-5504303d38b3" providerId="ADAL" clId="{07D332A5-C578-714C-B97C-CD71A5874CF5}" dt="2023-11-20T07:44:07.347" v="3356" actId="1076"/>
          <ac:spMkLst>
            <pc:docMk/>
            <pc:sldMk cId="0" sldId="363"/>
            <ac:spMk id="1966" creationId="{00000000-0000-0000-0000-000000000000}"/>
          </ac:spMkLst>
        </pc:spChg>
      </pc:sldChg>
      <pc:sldChg chg="addSp delSp modSp mod modNotes">
        <pc:chgData name="Ionut Girbea" userId="140628fa-96ce-4361-bce7-5504303d38b3" providerId="ADAL" clId="{07D332A5-C578-714C-B97C-CD71A5874CF5}" dt="2023-11-22T09:00:57.064" v="3712" actId="478"/>
        <pc:sldMkLst>
          <pc:docMk/>
          <pc:sldMk cId="0" sldId="364"/>
        </pc:sldMkLst>
        <pc:spChg chg="mod">
          <ac:chgData name="Ionut Girbea" userId="140628fa-96ce-4361-bce7-5504303d38b3" providerId="ADAL" clId="{07D332A5-C578-714C-B97C-CD71A5874CF5}" dt="2023-11-22T08:55:25.024" v="3651" actId="27803"/>
          <ac:spMkLst>
            <pc:docMk/>
            <pc:sldMk cId="0" sldId="364"/>
            <ac:spMk id="41" creationId="{0493870C-619C-5445-6A11-7E2F9243F222}"/>
          </ac:spMkLst>
        </pc:spChg>
        <pc:spChg chg="mod">
          <ac:chgData name="Ionut Girbea" userId="140628fa-96ce-4361-bce7-5504303d38b3" providerId="ADAL" clId="{07D332A5-C578-714C-B97C-CD71A5874CF5}" dt="2023-11-16T12:23:44.484" v="2859" actId="14100"/>
          <ac:spMkLst>
            <pc:docMk/>
            <pc:sldMk cId="0" sldId="364"/>
            <ac:spMk id="1973" creationId="{00000000-0000-0000-0000-000000000000}"/>
          </ac:spMkLst>
        </pc:spChg>
        <pc:spChg chg="mod">
          <ac:chgData name="Ionut Girbea" userId="140628fa-96ce-4361-bce7-5504303d38b3" providerId="ADAL" clId="{07D332A5-C578-714C-B97C-CD71A5874CF5}" dt="2023-11-16T12:23:53.154" v="2861" actId="948"/>
          <ac:spMkLst>
            <pc:docMk/>
            <pc:sldMk cId="0" sldId="364"/>
            <ac:spMk id="1974" creationId="{00000000-0000-0000-0000-000000000000}"/>
          </ac:spMkLst>
        </pc:spChg>
        <pc:grpChg chg="del">
          <ac:chgData name="Ionut Girbea" userId="140628fa-96ce-4361-bce7-5504303d38b3" providerId="ADAL" clId="{07D332A5-C578-714C-B97C-CD71A5874CF5}" dt="2023-11-16T10:03:38.236" v="2634" actId="478"/>
          <ac:grpSpMkLst>
            <pc:docMk/>
            <pc:sldMk cId="0" sldId="364"/>
            <ac:grpSpMk id="2" creationId="{9AC1B951-CE7A-67A0-206F-9D68D39DEDD8}"/>
          </ac:grpSpMkLst>
        </pc:grpChg>
        <pc:grpChg chg="del mod">
          <ac:chgData name="Ionut Girbea" userId="140628fa-96ce-4361-bce7-5504303d38b3" providerId="ADAL" clId="{07D332A5-C578-714C-B97C-CD71A5874CF5}" dt="2023-11-16T10:04:46.913" v="2638" actId="165"/>
          <ac:grpSpMkLst>
            <pc:docMk/>
            <pc:sldMk cId="0" sldId="364"/>
            <ac:grpSpMk id="15" creationId="{1518D0C1-B73B-9C56-44FF-E6313A5A8DF7}"/>
          </ac:grpSpMkLst>
        </pc:grpChg>
        <pc:grpChg chg="del mod">
          <ac:chgData name="Ionut Girbea" userId="140628fa-96ce-4361-bce7-5504303d38b3" providerId="ADAL" clId="{07D332A5-C578-714C-B97C-CD71A5874CF5}" dt="2023-11-16T10:05:28.892" v="2643" actId="165"/>
          <ac:grpSpMkLst>
            <pc:docMk/>
            <pc:sldMk cId="0" sldId="364"/>
            <ac:grpSpMk id="28" creationId="{3CA4643A-8C5A-D858-1968-6575914D3D72}"/>
          </ac:grpSpMkLst>
        </pc:grpChg>
        <pc:grpChg chg="del mod">
          <ac:chgData name="Ionut Girbea" userId="140628fa-96ce-4361-bce7-5504303d38b3" providerId="ADAL" clId="{07D332A5-C578-714C-B97C-CD71A5874CF5}" dt="2023-11-16T10:05:25.255" v="2642" actId="165"/>
          <ac:grpSpMkLst>
            <pc:docMk/>
            <pc:sldMk cId="0" sldId="364"/>
            <ac:grpSpMk id="41" creationId="{56DB7F52-8537-7314-5740-9B1AF3E2A3C3}"/>
          </ac:grpSpMkLst>
        </pc:grpChg>
        <pc:grpChg chg="del mod">
          <ac:chgData name="Ionut Girbea" userId="140628fa-96ce-4361-bce7-5504303d38b3" providerId="ADAL" clId="{07D332A5-C578-714C-B97C-CD71A5874CF5}" dt="2023-11-16T10:05:21.047" v="2641" actId="165"/>
          <ac:grpSpMkLst>
            <pc:docMk/>
            <pc:sldMk cId="0" sldId="364"/>
            <ac:grpSpMk id="54" creationId="{BEE9EAFC-50A5-BE4E-3489-43162260F1D7}"/>
          </ac:grpSpMkLst>
        </pc:grpChg>
        <pc:grpChg chg="del mod">
          <ac:chgData name="Ionut Girbea" userId="140628fa-96ce-4361-bce7-5504303d38b3" providerId="ADAL" clId="{07D332A5-C578-714C-B97C-CD71A5874CF5}" dt="2023-11-16T10:03:38.236" v="2634" actId="478"/>
          <ac:grpSpMkLst>
            <pc:docMk/>
            <pc:sldMk cId="0" sldId="364"/>
            <ac:grpSpMk id="1923" creationId="{FC8D2B83-17C2-FE84-0F77-4F03FB7CA342}"/>
          </ac:grpSpMkLst>
        </pc:grpChg>
        <pc:grpChg chg="add del mod">
          <ac:chgData name="Ionut Girbea" userId="140628fa-96ce-4361-bce7-5504303d38b3" providerId="ADAL" clId="{07D332A5-C578-714C-B97C-CD71A5874CF5}" dt="2023-11-16T10:04:51.507" v="2639" actId="165"/>
          <ac:grpSpMkLst>
            <pc:docMk/>
            <pc:sldMk cId="0" sldId="364"/>
            <ac:grpSpMk id="1948" creationId="{620AE3FB-CB3C-A809-32D2-F15D4560FD9D}"/>
          </ac:grpSpMkLst>
        </pc:grpChg>
        <pc:grpChg chg="add del mod">
          <ac:chgData name="Ionut Girbea" userId="140628fa-96ce-4361-bce7-5504303d38b3" providerId="ADAL" clId="{07D332A5-C578-714C-B97C-CD71A5874CF5}" dt="2023-11-16T10:04:58.842" v="2640" actId="165"/>
          <ac:grpSpMkLst>
            <pc:docMk/>
            <pc:sldMk cId="0" sldId="364"/>
            <ac:grpSpMk id="1961" creationId="{464C898D-6B1D-F45E-EEAC-3667F0CE719D}"/>
          </ac:grpSpMkLst>
        </pc:grpChg>
        <pc:picChg chg="add del mod">
          <ac:chgData name="Ionut Girbea" userId="140628fa-96ce-4361-bce7-5504303d38b3" providerId="ADAL" clId="{07D332A5-C578-714C-B97C-CD71A5874CF5}" dt="2023-11-22T08:49:23.950" v="3626" actId="478"/>
          <ac:picMkLst>
            <pc:docMk/>
            <pc:sldMk cId="0" sldId="364"/>
            <ac:picMk id="2" creationId="{EBD27D29-0ACE-7587-7A66-CC8E3709AFA6}"/>
          </ac:picMkLst>
        </pc:picChg>
        <pc:picChg chg="add mod">
          <ac:chgData name="Ionut Girbea" userId="140628fa-96ce-4361-bce7-5504303d38b3" providerId="ADAL" clId="{07D332A5-C578-714C-B97C-CD71A5874CF5}" dt="2023-11-22T08:57:44.700" v="3662" actId="1076"/>
          <ac:picMkLst>
            <pc:docMk/>
            <pc:sldMk cId="0" sldId="364"/>
            <ac:picMk id="3" creationId="{3C2CAEAA-F227-DADA-3ADA-E800D0FD1CD2}"/>
          </ac:picMkLst>
        </pc:picChg>
        <pc:picChg chg="add mod">
          <ac:chgData name="Ionut Girbea" userId="140628fa-96ce-4361-bce7-5504303d38b3" providerId="ADAL" clId="{07D332A5-C578-714C-B97C-CD71A5874CF5}" dt="2023-11-22T08:57:44.700" v="3662" actId="1076"/>
          <ac:picMkLst>
            <pc:docMk/>
            <pc:sldMk cId="0" sldId="364"/>
            <ac:picMk id="4" creationId="{9F491AE3-1601-FD0D-CBD8-9F9526A8E201}"/>
          </ac:picMkLst>
        </pc:picChg>
        <pc:picChg chg="add mod">
          <ac:chgData name="Ionut Girbea" userId="140628fa-96ce-4361-bce7-5504303d38b3" providerId="ADAL" clId="{07D332A5-C578-714C-B97C-CD71A5874CF5}" dt="2023-11-22T08:57:44.700" v="3662" actId="1076"/>
          <ac:picMkLst>
            <pc:docMk/>
            <pc:sldMk cId="0" sldId="364"/>
            <ac:picMk id="5" creationId="{151EA05E-5DA4-B395-E42B-8F868F194B30}"/>
          </ac:picMkLst>
        </pc:picChg>
        <pc:picChg chg="add mod">
          <ac:chgData name="Ionut Girbea" userId="140628fa-96ce-4361-bce7-5504303d38b3" providerId="ADAL" clId="{07D332A5-C578-714C-B97C-CD71A5874CF5}" dt="2023-11-22T08:57:44.700" v="3662" actId="1076"/>
          <ac:picMkLst>
            <pc:docMk/>
            <pc:sldMk cId="0" sldId="364"/>
            <ac:picMk id="6" creationId="{C0DD628E-C5CA-B61F-0047-F2F3F7D2FC4D}"/>
          </ac:picMkLst>
        </pc:picChg>
        <pc:picChg chg="add mod">
          <ac:chgData name="Ionut Girbea" userId="140628fa-96ce-4361-bce7-5504303d38b3" providerId="ADAL" clId="{07D332A5-C578-714C-B97C-CD71A5874CF5}" dt="2023-11-22T08:57:44.700" v="3662" actId="1076"/>
          <ac:picMkLst>
            <pc:docMk/>
            <pc:sldMk cId="0" sldId="364"/>
            <ac:picMk id="7" creationId="{51C47BBC-4535-F45C-6568-2490B39EA5A1}"/>
          </ac:picMkLst>
        </pc:picChg>
        <pc:picChg chg="add mod">
          <ac:chgData name="Ionut Girbea" userId="140628fa-96ce-4361-bce7-5504303d38b3" providerId="ADAL" clId="{07D332A5-C578-714C-B97C-CD71A5874CF5}" dt="2023-11-22T08:57:44.700" v="3662" actId="1076"/>
          <ac:picMkLst>
            <pc:docMk/>
            <pc:sldMk cId="0" sldId="364"/>
            <ac:picMk id="8" creationId="{34B7CCBC-F9BE-D208-AE32-462EE759DA80}"/>
          </ac:picMkLst>
        </pc:picChg>
        <pc:picChg chg="add mod">
          <ac:chgData name="Ionut Girbea" userId="140628fa-96ce-4361-bce7-5504303d38b3" providerId="ADAL" clId="{07D332A5-C578-714C-B97C-CD71A5874CF5}" dt="2023-11-22T08:57:52.440" v="3663" actId="1076"/>
          <ac:picMkLst>
            <pc:docMk/>
            <pc:sldMk cId="0" sldId="364"/>
            <ac:picMk id="9" creationId="{280BE1AD-3D13-C5CA-0018-6A0C4521486B}"/>
          </ac:picMkLst>
        </pc:picChg>
        <pc:picChg chg="add mod">
          <ac:chgData name="Ionut Girbea" userId="140628fa-96ce-4361-bce7-5504303d38b3" providerId="ADAL" clId="{07D332A5-C578-714C-B97C-CD71A5874CF5}" dt="2023-11-22T08:57:52.440" v="3663" actId="1076"/>
          <ac:picMkLst>
            <pc:docMk/>
            <pc:sldMk cId="0" sldId="364"/>
            <ac:picMk id="10" creationId="{1F9A343D-4556-9577-20F8-A2DAE7A32F23}"/>
          </ac:picMkLst>
        </pc:picChg>
        <pc:picChg chg="add mod">
          <ac:chgData name="Ionut Girbea" userId="140628fa-96ce-4361-bce7-5504303d38b3" providerId="ADAL" clId="{07D332A5-C578-714C-B97C-CD71A5874CF5}" dt="2023-11-22T08:57:52.440" v="3663" actId="1076"/>
          <ac:picMkLst>
            <pc:docMk/>
            <pc:sldMk cId="0" sldId="364"/>
            <ac:picMk id="11" creationId="{9917F2E1-2B11-F6CE-B883-0DACE3EE1493}"/>
          </ac:picMkLst>
        </pc:picChg>
        <pc:picChg chg="add mod">
          <ac:chgData name="Ionut Girbea" userId="140628fa-96ce-4361-bce7-5504303d38b3" providerId="ADAL" clId="{07D332A5-C578-714C-B97C-CD71A5874CF5}" dt="2023-11-22T08:57:52.440" v="3663" actId="1076"/>
          <ac:picMkLst>
            <pc:docMk/>
            <pc:sldMk cId="0" sldId="364"/>
            <ac:picMk id="12" creationId="{F62AD1DB-2486-516C-7B41-F4B2AB225742}"/>
          </ac:picMkLst>
        </pc:picChg>
        <pc:picChg chg="add mod">
          <ac:chgData name="Ionut Girbea" userId="140628fa-96ce-4361-bce7-5504303d38b3" providerId="ADAL" clId="{07D332A5-C578-714C-B97C-CD71A5874CF5}" dt="2023-11-22T08:57:52.440" v="3663" actId="1076"/>
          <ac:picMkLst>
            <pc:docMk/>
            <pc:sldMk cId="0" sldId="364"/>
            <ac:picMk id="13" creationId="{2576EB0E-2342-3929-7934-AEFE73E2E708}"/>
          </ac:picMkLst>
        </pc:picChg>
        <pc:picChg chg="add mod">
          <ac:chgData name="Ionut Girbea" userId="140628fa-96ce-4361-bce7-5504303d38b3" providerId="ADAL" clId="{07D332A5-C578-714C-B97C-CD71A5874CF5}" dt="2023-11-22T08:57:52.440" v="3663" actId="1076"/>
          <ac:picMkLst>
            <pc:docMk/>
            <pc:sldMk cId="0" sldId="364"/>
            <ac:picMk id="14" creationId="{9BFACAE8-EC4F-0DD1-FD1B-9ED2596D26DD}"/>
          </ac:picMkLst>
        </pc:picChg>
        <pc:picChg chg="add mod">
          <ac:chgData name="Ionut Girbea" userId="140628fa-96ce-4361-bce7-5504303d38b3" providerId="ADAL" clId="{07D332A5-C578-714C-B97C-CD71A5874CF5}" dt="2023-11-22T08:57:52.440" v="3663" actId="1076"/>
          <ac:picMkLst>
            <pc:docMk/>
            <pc:sldMk cId="0" sldId="364"/>
            <ac:picMk id="15" creationId="{0E0639F5-8C3A-18DB-38F4-C5E5D6C024C8}"/>
          </ac:picMkLst>
        </pc:picChg>
        <pc:picChg chg="del mod">
          <ac:chgData name="Ionut Girbea" userId="140628fa-96ce-4361-bce7-5504303d38b3" providerId="ADAL" clId="{07D332A5-C578-714C-B97C-CD71A5874CF5}" dt="2023-11-16T10:04:34.914" v="2636" actId="478"/>
          <ac:picMkLst>
            <pc:docMk/>
            <pc:sldMk cId="0" sldId="364"/>
            <ac:picMk id="16" creationId="{AAD9334A-4619-F59C-03CA-4B7A8E44FD4B}"/>
          </ac:picMkLst>
        </pc:picChg>
        <pc:picChg chg="add mod">
          <ac:chgData name="Ionut Girbea" userId="140628fa-96ce-4361-bce7-5504303d38b3" providerId="ADAL" clId="{07D332A5-C578-714C-B97C-CD71A5874CF5}" dt="2023-11-22T08:57:52.440" v="3663" actId="1076"/>
          <ac:picMkLst>
            <pc:docMk/>
            <pc:sldMk cId="0" sldId="364"/>
            <ac:picMk id="16" creationId="{DCFBAE9A-02A0-3381-28C4-FA2A2CAABA6E}"/>
          </ac:picMkLst>
        </pc:picChg>
        <pc:picChg chg="add del mod">
          <ac:chgData name="Ionut Girbea" userId="140628fa-96ce-4361-bce7-5504303d38b3" providerId="ADAL" clId="{07D332A5-C578-714C-B97C-CD71A5874CF5}" dt="2023-11-22T08:57:52.440" v="3663" actId="1076"/>
          <ac:picMkLst>
            <pc:docMk/>
            <pc:sldMk cId="0" sldId="364"/>
            <ac:picMk id="17" creationId="{0493870C-619C-5445-6A11-7E2F9243F222}"/>
          </ac:picMkLst>
        </pc:picChg>
        <pc:picChg chg="del mod">
          <ac:chgData name="Ionut Girbea" userId="140628fa-96ce-4361-bce7-5504303d38b3" providerId="ADAL" clId="{07D332A5-C578-714C-B97C-CD71A5874CF5}" dt="2023-11-16T10:04:34.914" v="2636" actId="478"/>
          <ac:picMkLst>
            <pc:docMk/>
            <pc:sldMk cId="0" sldId="364"/>
            <ac:picMk id="17" creationId="{647980C0-6A93-03ED-5914-A6475AFEBBD8}"/>
          </ac:picMkLst>
        </pc:picChg>
        <pc:picChg chg="del mod">
          <ac:chgData name="Ionut Girbea" userId="140628fa-96ce-4361-bce7-5504303d38b3" providerId="ADAL" clId="{07D332A5-C578-714C-B97C-CD71A5874CF5}" dt="2023-11-16T10:04:34.914" v="2636" actId="478"/>
          <ac:picMkLst>
            <pc:docMk/>
            <pc:sldMk cId="0" sldId="364"/>
            <ac:picMk id="18" creationId="{4D792094-4DCC-3CD7-DD49-69688C8A621E}"/>
          </ac:picMkLst>
        </pc:picChg>
        <pc:picChg chg="add mod">
          <ac:chgData name="Ionut Girbea" userId="140628fa-96ce-4361-bce7-5504303d38b3" providerId="ADAL" clId="{07D332A5-C578-714C-B97C-CD71A5874CF5}" dt="2023-11-22T08:57:52.440" v="3663" actId="1076"/>
          <ac:picMkLst>
            <pc:docMk/>
            <pc:sldMk cId="0" sldId="364"/>
            <ac:picMk id="18" creationId="{99079607-B5A9-4D55-219E-B2EC8F681406}"/>
          </ac:picMkLst>
        </pc:picChg>
        <pc:picChg chg="del mod">
          <ac:chgData name="Ionut Girbea" userId="140628fa-96ce-4361-bce7-5504303d38b3" providerId="ADAL" clId="{07D332A5-C578-714C-B97C-CD71A5874CF5}" dt="2023-11-16T10:04:34.914" v="2636" actId="478"/>
          <ac:picMkLst>
            <pc:docMk/>
            <pc:sldMk cId="0" sldId="364"/>
            <ac:picMk id="19" creationId="{3923B71E-ADBC-BB46-154E-AC5FD53B18BC}"/>
          </ac:picMkLst>
        </pc:picChg>
        <pc:picChg chg="add mod">
          <ac:chgData name="Ionut Girbea" userId="140628fa-96ce-4361-bce7-5504303d38b3" providerId="ADAL" clId="{07D332A5-C578-714C-B97C-CD71A5874CF5}" dt="2023-11-22T08:57:52.440" v="3663" actId="1076"/>
          <ac:picMkLst>
            <pc:docMk/>
            <pc:sldMk cId="0" sldId="364"/>
            <ac:picMk id="19" creationId="{6062AB2C-3880-C57B-2BF6-8AEB767FF280}"/>
          </ac:picMkLst>
        </pc:picChg>
        <pc:picChg chg="mod topLvl">
          <ac:chgData name="Ionut Girbea" userId="140628fa-96ce-4361-bce7-5504303d38b3" providerId="ADAL" clId="{07D332A5-C578-714C-B97C-CD71A5874CF5}" dt="2023-11-22T08:57:04.520" v="3658" actId="1076"/>
          <ac:picMkLst>
            <pc:docMk/>
            <pc:sldMk cId="0" sldId="364"/>
            <ac:picMk id="20" creationId="{7901B1C7-6414-1C3A-10C3-745ED1771D5B}"/>
          </ac:picMkLst>
        </pc:picChg>
        <pc:picChg chg="mod topLvl">
          <ac:chgData name="Ionut Girbea" userId="140628fa-96ce-4361-bce7-5504303d38b3" providerId="ADAL" clId="{07D332A5-C578-714C-B97C-CD71A5874CF5}" dt="2023-11-22T08:57:04.520" v="3658" actId="1076"/>
          <ac:picMkLst>
            <pc:docMk/>
            <pc:sldMk cId="0" sldId="364"/>
            <ac:picMk id="21" creationId="{FB070761-70A5-EEF5-5F1A-53C64B4039D1}"/>
          </ac:picMkLst>
        </pc:picChg>
        <pc:picChg chg="mod topLvl">
          <ac:chgData name="Ionut Girbea" userId="140628fa-96ce-4361-bce7-5504303d38b3" providerId="ADAL" clId="{07D332A5-C578-714C-B97C-CD71A5874CF5}" dt="2023-11-22T08:57:04.520" v="3658" actId="1076"/>
          <ac:picMkLst>
            <pc:docMk/>
            <pc:sldMk cId="0" sldId="364"/>
            <ac:picMk id="22" creationId="{90DAC162-6274-89F2-94DF-49398724E685}"/>
          </ac:picMkLst>
        </pc:picChg>
        <pc:picChg chg="mod topLvl">
          <ac:chgData name="Ionut Girbea" userId="140628fa-96ce-4361-bce7-5504303d38b3" providerId="ADAL" clId="{07D332A5-C578-714C-B97C-CD71A5874CF5}" dt="2023-11-22T08:57:04.520" v="3658" actId="1076"/>
          <ac:picMkLst>
            <pc:docMk/>
            <pc:sldMk cId="0" sldId="364"/>
            <ac:picMk id="23" creationId="{EFD79181-881F-B718-28A5-81183E712953}"/>
          </ac:picMkLst>
        </pc:picChg>
        <pc:picChg chg="mod topLvl">
          <ac:chgData name="Ionut Girbea" userId="140628fa-96ce-4361-bce7-5504303d38b3" providerId="ADAL" clId="{07D332A5-C578-714C-B97C-CD71A5874CF5}" dt="2023-11-22T08:57:04.520" v="3658" actId="1076"/>
          <ac:picMkLst>
            <pc:docMk/>
            <pc:sldMk cId="0" sldId="364"/>
            <ac:picMk id="24" creationId="{27C822E0-C0C4-5786-B9AD-027B6C4851F3}"/>
          </ac:picMkLst>
        </pc:picChg>
        <pc:picChg chg="mod topLvl">
          <ac:chgData name="Ionut Girbea" userId="140628fa-96ce-4361-bce7-5504303d38b3" providerId="ADAL" clId="{07D332A5-C578-714C-B97C-CD71A5874CF5}" dt="2023-11-22T08:57:04.520" v="3658" actId="1076"/>
          <ac:picMkLst>
            <pc:docMk/>
            <pc:sldMk cId="0" sldId="364"/>
            <ac:picMk id="25" creationId="{173C5A68-BA17-BB73-59BF-09A7E206C62D}"/>
          </ac:picMkLst>
        </pc:picChg>
        <pc:picChg chg="mod topLvl">
          <ac:chgData name="Ionut Girbea" userId="140628fa-96ce-4361-bce7-5504303d38b3" providerId="ADAL" clId="{07D332A5-C578-714C-B97C-CD71A5874CF5}" dt="2023-11-22T08:57:04.520" v="3658" actId="1076"/>
          <ac:picMkLst>
            <pc:docMk/>
            <pc:sldMk cId="0" sldId="364"/>
            <ac:picMk id="26" creationId="{0CFD7520-6266-4DA2-3991-1ED44A9B94B5}"/>
          </ac:picMkLst>
        </pc:picChg>
        <pc:picChg chg="mod topLvl">
          <ac:chgData name="Ionut Girbea" userId="140628fa-96ce-4361-bce7-5504303d38b3" providerId="ADAL" clId="{07D332A5-C578-714C-B97C-CD71A5874CF5}" dt="2023-11-22T08:57:04.520" v="3658" actId="1076"/>
          <ac:picMkLst>
            <pc:docMk/>
            <pc:sldMk cId="0" sldId="364"/>
            <ac:picMk id="27" creationId="{66AA3587-DA92-F595-38DA-836B52C3EEBA}"/>
          </ac:picMkLst>
        </pc:picChg>
        <pc:picChg chg="add mod">
          <ac:chgData name="Ionut Girbea" userId="140628fa-96ce-4361-bce7-5504303d38b3" providerId="ADAL" clId="{07D332A5-C578-714C-B97C-CD71A5874CF5}" dt="2023-11-22T08:57:52.440" v="3663" actId="1076"/>
          <ac:picMkLst>
            <pc:docMk/>
            <pc:sldMk cId="0" sldId="364"/>
            <ac:picMk id="28" creationId="{62BDEFC9-969B-E35E-5D1E-0799A9E8C45C}"/>
          </ac:picMkLst>
        </pc:picChg>
        <pc:picChg chg="mod topLvl">
          <ac:chgData name="Ionut Girbea" userId="140628fa-96ce-4361-bce7-5504303d38b3" providerId="ADAL" clId="{07D332A5-C578-714C-B97C-CD71A5874CF5}" dt="2023-11-22T08:57:14.429" v="3659" actId="1076"/>
          <ac:picMkLst>
            <pc:docMk/>
            <pc:sldMk cId="0" sldId="364"/>
            <ac:picMk id="29" creationId="{684F1BEF-FF01-669B-F5AE-6EB276FA75DA}"/>
          </ac:picMkLst>
        </pc:picChg>
        <pc:picChg chg="mod topLvl">
          <ac:chgData name="Ionut Girbea" userId="140628fa-96ce-4361-bce7-5504303d38b3" providerId="ADAL" clId="{07D332A5-C578-714C-B97C-CD71A5874CF5}" dt="2023-11-22T08:57:14.429" v="3659" actId="1076"/>
          <ac:picMkLst>
            <pc:docMk/>
            <pc:sldMk cId="0" sldId="364"/>
            <ac:picMk id="30" creationId="{142BEDA9-BD27-85F9-6C97-E212422FADDF}"/>
          </ac:picMkLst>
        </pc:picChg>
        <pc:picChg chg="mod topLvl">
          <ac:chgData name="Ionut Girbea" userId="140628fa-96ce-4361-bce7-5504303d38b3" providerId="ADAL" clId="{07D332A5-C578-714C-B97C-CD71A5874CF5}" dt="2023-11-22T08:57:14.429" v="3659" actId="1076"/>
          <ac:picMkLst>
            <pc:docMk/>
            <pc:sldMk cId="0" sldId="364"/>
            <ac:picMk id="31" creationId="{6729415C-654F-445A-50AA-608EEC412DCB}"/>
          </ac:picMkLst>
        </pc:picChg>
        <pc:picChg chg="mod topLvl">
          <ac:chgData name="Ionut Girbea" userId="140628fa-96ce-4361-bce7-5504303d38b3" providerId="ADAL" clId="{07D332A5-C578-714C-B97C-CD71A5874CF5}" dt="2023-11-22T08:57:14.429" v="3659" actId="1076"/>
          <ac:picMkLst>
            <pc:docMk/>
            <pc:sldMk cId="0" sldId="364"/>
            <ac:picMk id="32" creationId="{F31BF1F6-C2E3-FF70-448D-92BEEFB5420B}"/>
          </ac:picMkLst>
        </pc:picChg>
        <pc:picChg chg="mod topLvl">
          <ac:chgData name="Ionut Girbea" userId="140628fa-96ce-4361-bce7-5504303d38b3" providerId="ADAL" clId="{07D332A5-C578-714C-B97C-CD71A5874CF5}" dt="2023-11-22T08:57:14.429" v="3659" actId="1076"/>
          <ac:picMkLst>
            <pc:docMk/>
            <pc:sldMk cId="0" sldId="364"/>
            <ac:picMk id="33" creationId="{97BE21E5-3B9F-6025-569C-00F14682B29D}"/>
          </ac:picMkLst>
        </pc:picChg>
        <pc:picChg chg="mod topLvl">
          <ac:chgData name="Ionut Girbea" userId="140628fa-96ce-4361-bce7-5504303d38b3" providerId="ADAL" clId="{07D332A5-C578-714C-B97C-CD71A5874CF5}" dt="2023-11-22T08:57:14.429" v="3659" actId="1076"/>
          <ac:picMkLst>
            <pc:docMk/>
            <pc:sldMk cId="0" sldId="364"/>
            <ac:picMk id="34" creationId="{278574BC-D97F-8A62-7290-6BC9734E18CA}"/>
          </ac:picMkLst>
        </pc:picChg>
        <pc:picChg chg="mod topLvl">
          <ac:chgData name="Ionut Girbea" userId="140628fa-96ce-4361-bce7-5504303d38b3" providerId="ADAL" clId="{07D332A5-C578-714C-B97C-CD71A5874CF5}" dt="2023-11-22T08:57:14.429" v="3659" actId="1076"/>
          <ac:picMkLst>
            <pc:docMk/>
            <pc:sldMk cId="0" sldId="364"/>
            <ac:picMk id="35" creationId="{71A024A4-B074-4C87-4A62-E16678D169AD}"/>
          </ac:picMkLst>
        </pc:picChg>
        <pc:picChg chg="mod topLvl">
          <ac:chgData name="Ionut Girbea" userId="140628fa-96ce-4361-bce7-5504303d38b3" providerId="ADAL" clId="{07D332A5-C578-714C-B97C-CD71A5874CF5}" dt="2023-11-22T08:57:14.429" v="3659" actId="1076"/>
          <ac:picMkLst>
            <pc:docMk/>
            <pc:sldMk cId="0" sldId="364"/>
            <ac:picMk id="36" creationId="{318AD90D-7B63-741E-9C6B-1F97B6BD2BFC}"/>
          </ac:picMkLst>
        </pc:picChg>
        <pc:picChg chg="mod topLvl">
          <ac:chgData name="Ionut Girbea" userId="140628fa-96ce-4361-bce7-5504303d38b3" providerId="ADAL" clId="{07D332A5-C578-714C-B97C-CD71A5874CF5}" dt="2023-11-22T08:57:14.429" v="3659" actId="1076"/>
          <ac:picMkLst>
            <pc:docMk/>
            <pc:sldMk cId="0" sldId="364"/>
            <ac:picMk id="37" creationId="{4EA73FA6-E613-1A23-F6DD-3BFBE14658A4}"/>
          </ac:picMkLst>
        </pc:picChg>
        <pc:picChg chg="mod topLvl">
          <ac:chgData name="Ionut Girbea" userId="140628fa-96ce-4361-bce7-5504303d38b3" providerId="ADAL" clId="{07D332A5-C578-714C-B97C-CD71A5874CF5}" dt="2023-11-22T08:57:14.429" v="3659" actId="1076"/>
          <ac:picMkLst>
            <pc:docMk/>
            <pc:sldMk cId="0" sldId="364"/>
            <ac:picMk id="38" creationId="{91220CE6-024E-44A0-7F78-A6E62FDD389C}"/>
          </ac:picMkLst>
        </pc:picChg>
        <pc:picChg chg="mod topLvl">
          <ac:chgData name="Ionut Girbea" userId="140628fa-96ce-4361-bce7-5504303d38b3" providerId="ADAL" clId="{07D332A5-C578-714C-B97C-CD71A5874CF5}" dt="2023-11-22T08:57:14.429" v="3659" actId="1076"/>
          <ac:picMkLst>
            <pc:docMk/>
            <pc:sldMk cId="0" sldId="364"/>
            <ac:picMk id="39" creationId="{DA5B53A8-8931-52F7-9CDC-F94513CAAC95}"/>
          </ac:picMkLst>
        </pc:picChg>
        <pc:picChg chg="mod topLvl">
          <ac:chgData name="Ionut Girbea" userId="140628fa-96ce-4361-bce7-5504303d38b3" providerId="ADAL" clId="{07D332A5-C578-714C-B97C-CD71A5874CF5}" dt="2023-11-22T08:57:14.429" v="3659" actId="1076"/>
          <ac:picMkLst>
            <pc:docMk/>
            <pc:sldMk cId="0" sldId="364"/>
            <ac:picMk id="40" creationId="{29B7DC22-39F8-7BDE-112E-5F85FCF8DDEA}"/>
          </ac:picMkLst>
        </pc:picChg>
        <pc:picChg chg="mod topLvl">
          <ac:chgData name="Ionut Girbea" userId="140628fa-96ce-4361-bce7-5504303d38b3" providerId="ADAL" clId="{07D332A5-C578-714C-B97C-CD71A5874CF5}" dt="2023-11-22T08:57:28.903" v="3660" actId="1076"/>
          <ac:picMkLst>
            <pc:docMk/>
            <pc:sldMk cId="0" sldId="364"/>
            <ac:picMk id="42" creationId="{8035965E-6178-987A-EF34-3C8FEB35CDF0}"/>
          </ac:picMkLst>
        </pc:picChg>
        <pc:picChg chg="mod topLvl">
          <ac:chgData name="Ionut Girbea" userId="140628fa-96ce-4361-bce7-5504303d38b3" providerId="ADAL" clId="{07D332A5-C578-714C-B97C-CD71A5874CF5}" dt="2023-11-22T08:57:28.903" v="3660" actId="1076"/>
          <ac:picMkLst>
            <pc:docMk/>
            <pc:sldMk cId="0" sldId="364"/>
            <ac:picMk id="43" creationId="{3E17379D-30C5-4927-F8E5-84D3A9DBB694}"/>
          </ac:picMkLst>
        </pc:picChg>
        <pc:picChg chg="mod topLvl">
          <ac:chgData name="Ionut Girbea" userId="140628fa-96ce-4361-bce7-5504303d38b3" providerId="ADAL" clId="{07D332A5-C578-714C-B97C-CD71A5874CF5}" dt="2023-11-22T08:57:28.903" v="3660" actId="1076"/>
          <ac:picMkLst>
            <pc:docMk/>
            <pc:sldMk cId="0" sldId="364"/>
            <ac:picMk id="44" creationId="{9AC9D68B-16B3-BAE6-DA78-CCA9E0520A2E}"/>
          </ac:picMkLst>
        </pc:picChg>
        <pc:picChg chg="mod topLvl">
          <ac:chgData name="Ionut Girbea" userId="140628fa-96ce-4361-bce7-5504303d38b3" providerId="ADAL" clId="{07D332A5-C578-714C-B97C-CD71A5874CF5}" dt="2023-11-22T08:57:28.903" v="3660" actId="1076"/>
          <ac:picMkLst>
            <pc:docMk/>
            <pc:sldMk cId="0" sldId="364"/>
            <ac:picMk id="45" creationId="{F64F064B-2D21-6C8F-FC13-930C0C00DE5F}"/>
          </ac:picMkLst>
        </pc:picChg>
        <pc:picChg chg="mod topLvl">
          <ac:chgData name="Ionut Girbea" userId="140628fa-96ce-4361-bce7-5504303d38b3" providerId="ADAL" clId="{07D332A5-C578-714C-B97C-CD71A5874CF5}" dt="2023-11-22T08:57:28.903" v="3660" actId="1076"/>
          <ac:picMkLst>
            <pc:docMk/>
            <pc:sldMk cId="0" sldId="364"/>
            <ac:picMk id="46" creationId="{843EC096-B7AB-F96C-BC97-131D18CD87A5}"/>
          </ac:picMkLst>
        </pc:picChg>
        <pc:picChg chg="mod topLvl">
          <ac:chgData name="Ionut Girbea" userId="140628fa-96ce-4361-bce7-5504303d38b3" providerId="ADAL" clId="{07D332A5-C578-714C-B97C-CD71A5874CF5}" dt="2023-11-22T08:57:28.903" v="3660" actId="1076"/>
          <ac:picMkLst>
            <pc:docMk/>
            <pc:sldMk cId="0" sldId="364"/>
            <ac:picMk id="47" creationId="{69ED0A29-96F1-26BD-82B0-96DAA4588474}"/>
          </ac:picMkLst>
        </pc:picChg>
        <pc:picChg chg="mod topLvl">
          <ac:chgData name="Ionut Girbea" userId="140628fa-96ce-4361-bce7-5504303d38b3" providerId="ADAL" clId="{07D332A5-C578-714C-B97C-CD71A5874CF5}" dt="2023-11-22T08:57:28.903" v="3660" actId="1076"/>
          <ac:picMkLst>
            <pc:docMk/>
            <pc:sldMk cId="0" sldId="364"/>
            <ac:picMk id="48" creationId="{170AD845-7F4C-5BA9-B2B9-550E80ADEF46}"/>
          </ac:picMkLst>
        </pc:picChg>
        <pc:picChg chg="mod topLvl">
          <ac:chgData name="Ionut Girbea" userId="140628fa-96ce-4361-bce7-5504303d38b3" providerId="ADAL" clId="{07D332A5-C578-714C-B97C-CD71A5874CF5}" dt="2023-11-22T08:57:28.903" v="3660" actId="1076"/>
          <ac:picMkLst>
            <pc:docMk/>
            <pc:sldMk cId="0" sldId="364"/>
            <ac:picMk id="49" creationId="{5B15FAF1-04F9-2ABE-DDA8-352A7BFCE6C4}"/>
          </ac:picMkLst>
        </pc:picChg>
        <pc:picChg chg="mod topLvl">
          <ac:chgData name="Ionut Girbea" userId="140628fa-96ce-4361-bce7-5504303d38b3" providerId="ADAL" clId="{07D332A5-C578-714C-B97C-CD71A5874CF5}" dt="2023-11-22T08:57:28.903" v="3660" actId="1076"/>
          <ac:picMkLst>
            <pc:docMk/>
            <pc:sldMk cId="0" sldId="364"/>
            <ac:picMk id="50" creationId="{FA44D7E6-767A-1876-C440-DA61BD06B9AC}"/>
          </ac:picMkLst>
        </pc:picChg>
        <pc:picChg chg="mod topLvl">
          <ac:chgData name="Ionut Girbea" userId="140628fa-96ce-4361-bce7-5504303d38b3" providerId="ADAL" clId="{07D332A5-C578-714C-B97C-CD71A5874CF5}" dt="2023-11-22T08:57:28.903" v="3660" actId="1076"/>
          <ac:picMkLst>
            <pc:docMk/>
            <pc:sldMk cId="0" sldId="364"/>
            <ac:picMk id="51" creationId="{10B1180B-0683-D854-7A94-E2855EE2AAA8}"/>
          </ac:picMkLst>
        </pc:picChg>
        <pc:picChg chg="mod topLvl">
          <ac:chgData name="Ionut Girbea" userId="140628fa-96ce-4361-bce7-5504303d38b3" providerId="ADAL" clId="{07D332A5-C578-714C-B97C-CD71A5874CF5}" dt="2023-11-22T08:57:28.903" v="3660" actId="1076"/>
          <ac:picMkLst>
            <pc:docMk/>
            <pc:sldMk cId="0" sldId="364"/>
            <ac:picMk id="52" creationId="{4BA7C97C-E8AE-B685-0CA1-6514DB38BD29}"/>
          </ac:picMkLst>
        </pc:picChg>
        <pc:picChg chg="mod topLvl">
          <ac:chgData name="Ionut Girbea" userId="140628fa-96ce-4361-bce7-5504303d38b3" providerId="ADAL" clId="{07D332A5-C578-714C-B97C-CD71A5874CF5}" dt="2023-11-22T08:57:28.903" v="3660" actId="1076"/>
          <ac:picMkLst>
            <pc:docMk/>
            <pc:sldMk cId="0" sldId="364"/>
            <ac:picMk id="53" creationId="{3A1E49BB-8567-91DD-A811-3C073B06B8CD}"/>
          </ac:picMkLst>
        </pc:picChg>
        <pc:picChg chg="add mod">
          <ac:chgData name="Ionut Girbea" userId="140628fa-96ce-4361-bce7-5504303d38b3" providerId="ADAL" clId="{07D332A5-C578-714C-B97C-CD71A5874CF5}" dt="2023-11-22T08:59:11.287" v="3704" actId="14826"/>
          <ac:picMkLst>
            <pc:docMk/>
            <pc:sldMk cId="0" sldId="364"/>
            <ac:picMk id="54" creationId="{82B5DFE0-9A7A-F09B-586A-68B5FDAFD64D}"/>
          </ac:picMkLst>
        </pc:picChg>
        <pc:picChg chg="mod topLvl">
          <ac:chgData name="Ionut Girbea" userId="140628fa-96ce-4361-bce7-5504303d38b3" providerId="ADAL" clId="{07D332A5-C578-714C-B97C-CD71A5874CF5}" dt="2023-11-22T08:57:38.565" v="3661" actId="1076"/>
          <ac:picMkLst>
            <pc:docMk/>
            <pc:sldMk cId="0" sldId="364"/>
            <ac:picMk id="55" creationId="{CAC29822-B677-78C9-936B-4BF930CC6697}"/>
          </ac:picMkLst>
        </pc:picChg>
        <pc:picChg chg="mod topLvl">
          <ac:chgData name="Ionut Girbea" userId="140628fa-96ce-4361-bce7-5504303d38b3" providerId="ADAL" clId="{07D332A5-C578-714C-B97C-CD71A5874CF5}" dt="2023-11-22T08:57:38.565" v="3661" actId="1076"/>
          <ac:picMkLst>
            <pc:docMk/>
            <pc:sldMk cId="0" sldId="364"/>
            <ac:picMk id="56" creationId="{AF0F8415-E16A-9219-613D-090079F46595}"/>
          </ac:picMkLst>
        </pc:picChg>
        <pc:picChg chg="mod topLvl">
          <ac:chgData name="Ionut Girbea" userId="140628fa-96ce-4361-bce7-5504303d38b3" providerId="ADAL" clId="{07D332A5-C578-714C-B97C-CD71A5874CF5}" dt="2023-11-22T08:57:38.565" v="3661" actId="1076"/>
          <ac:picMkLst>
            <pc:docMk/>
            <pc:sldMk cId="0" sldId="364"/>
            <ac:picMk id="57" creationId="{906415A1-577B-C24B-E698-415ABE8E94F0}"/>
          </ac:picMkLst>
        </pc:picChg>
        <pc:picChg chg="mod topLvl">
          <ac:chgData name="Ionut Girbea" userId="140628fa-96ce-4361-bce7-5504303d38b3" providerId="ADAL" clId="{07D332A5-C578-714C-B97C-CD71A5874CF5}" dt="2023-11-22T08:57:38.565" v="3661" actId="1076"/>
          <ac:picMkLst>
            <pc:docMk/>
            <pc:sldMk cId="0" sldId="364"/>
            <ac:picMk id="58" creationId="{7E4E6384-469C-5EAA-28D1-87B5004D005F}"/>
          </ac:picMkLst>
        </pc:picChg>
        <pc:picChg chg="mod topLvl">
          <ac:chgData name="Ionut Girbea" userId="140628fa-96ce-4361-bce7-5504303d38b3" providerId="ADAL" clId="{07D332A5-C578-714C-B97C-CD71A5874CF5}" dt="2023-11-22T08:57:38.565" v="3661" actId="1076"/>
          <ac:picMkLst>
            <pc:docMk/>
            <pc:sldMk cId="0" sldId="364"/>
            <ac:picMk id="59" creationId="{C4013743-D20D-0183-2B9C-F27C89A7671D}"/>
          </ac:picMkLst>
        </pc:picChg>
        <pc:picChg chg="mod topLvl">
          <ac:chgData name="Ionut Girbea" userId="140628fa-96ce-4361-bce7-5504303d38b3" providerId="ADAL" clId="{07D332A5-C578-714C-B97C-CD71A5874CF5}" dt="2023-11-22T08:57:38.565" v="3661" actId="1076"/>
          <ac:picMkLst>
            <pc:docMk/>
            <pc:sldMk cId="0" sldId="364"/>
            <ac:picMk id="60" creationId="{1234EDFA-8FB2-6354-C40D-9B66B7B580FC}"/>
          </ac:picMkLst>
        </pc:picChg>
        <pc:picChg chg="mod topLvl">
          <ac:chgData name="Ionut Girbea" userId="140628fa-96ce-4361-bce7-5504303d38b3" providerId="ADAL" clId="{07D332A5-C578-714C-B97C-CD71A5874CF5}" dt="2023-11-22T08:57:38.565" v="3661" actId="1076"/>
          <ac:picMkLst>
            <pc:docMk/>
            <pc:sldMk cId="0" sldId="364"/>
            <ac:picMk id="61" creationId="{EA3CF1EC-1A95-3600-7884-740AB2B318AA}"/>
          </ac:picMkLst>
        </pc:picChg>
        <pc:picChg chg="mod topLvl">
          <ac:chgData name="Ionut Girbea" userId="140628fa-96ce-4361-bce7-5504303d38b3" providerId="ADAL" clId="{07D332A5-C578-714C-B97C-CD71A5874CF5}" dt="2023-11-22T08:57:38.565" v="3661" actId="1076"/>
          <ac:picMkLst>
            <pc:docMk/>
            <pc:sldMk cId="0" sldId="364"/>
            <ac:picMk id="62" creationId="{82A4D296-C583-96D7-0713-587AFB445EDE}"/>
          </ac:picMkLst>
        </pc:picChg>
        <pc:picChg chg="mod topLvl">
          <ac:chgData name="Ionut Girbea" userId="140628fa-96ce-4361-bce7-5504303d38b3" providerId="ADAL" clId="{07D332A5-C578-714C-B97C-CD71A5874CF5}" dt="2023-11-22T08:57:38.565" v="3661" actId="1076"/>
          <ac:picMkLst>
            <pc:docMk/>
            <pc:sldMk cId="0" sldId="364"/>
            <ac:picMk id="63" creationId="{01560B06-06F5-130C-9FD6-3FF300A62E56}"/>
          </ac:picMkLst>
        </pc:picChg>
        <pc:picChg chg="mod topLvl">
          <ac:chgData name="Ionut Girbea" userId="140628fa-96ce-4361-bce7-5504303d38b3" providerId="ADAL" clId="{07D332A5-C578-714C-B97C-CD71A5874CF5}" dt="2023-11-22T08:57:38.565" v="3661" actId="1076"/>
          <ac:picMkLst>
            <pc:docMk/>
            <pc:sldMk cId="0" sldId="364"/>
            <ac:picMk id="1920" creationId="{99CBD5FC-078D-29BB-D1FB-9C84DA5712DC}"/>
          </ac:picMkLst>
        </pc:picChg>
        <pc:picChg chg="mod topLvl">
          <ac:chgData name="Ionut Girbea" userId="140628fa-96ce-4361-bce7-5504303d38b3" providerId="ADAL" clId="{07D332A5-C578-714C-B97C-CD71A5874CF5}" dt="2023-11-22T08:57:38.565" v="3661" actId="1076"/>
          <ac:picMkLst>
            <pc:docMk/>
            <pc:sldMk cId="0" sldId="364"/>
            <ac:picMk id="1921" creationId="{0C071B68-F5DC-834A-62D1-A4E43380D4CE}"/>
          </ac:picMkLst>
        </pc:picChg>
        <pc:picChg chg="mod topLvl">
          <ac:chgData name="Ionut Girbea" userId="140628fa-96ce-4361-bce7-5504303d38b3" providerId="ADAL" clId="{07D332A5-C578-714C-B97C-CD71A5874CF5}" dt="2023-11-22T08:57:38.565" v="3661" actId="1076"/>
          <ac:picMkLst>
            <pc:docMk/>
            <pc:sldMk cId="0" sldId="364"/>
            <ac:picMk id="1922" creationId="{95B4A81E-66FD-6DB1-2611-B180FC6FF7FE}"/>
          </ac:picMkLst>
        </pc:picChg>
        <pc:picChg chg="add mod">
          <ac:chgData name="Ionut Girbea" userId="140628fa-96ce-4361-bce7-5504303d38b3" providerId="ADAL" clId="{07D332A5-C578-714C-B97C-CD71A5874CF5}" dt="2023-11-22T08:58:54.577" v="3703" actId="14826"/>
          <ac:picMkLst>
            <pc:docMk/>
            <pc:sldMk cId="0" sldId="364"/>
            <ac:picMk id="1923" creationId="{1197E438-85E4-F3FF-9D8D-58CFD1EB0B25}"/>
          </ac:picMkLst>
        </pc:picChg>
        <pc:picChg chg="mod">
          <ac:chgData name="Ionut Girbea" userId="140628fa-96ce-4361-bce7-5504303d38b3" providerId="ADAL" clId="{07D332A5-C578-714C-B97C-CD71A5874CF5}" dt="2023-11-16T09:19:29.213" v="2532" actId="14826"/>
          <ac:picMkLst>
            <pc:docMk/>
            <pc:sldMk cId="0" sldId="364"/>
            <ac:picMk id="1924" creationId="{5BD3DB1B-736D-D802-B4CC-B53BAF2841C2}"/>
          </ac:picMkLst>
        </pc:picChg>
        <pc:picChg chg="add mod">
          <ac:chgData name="Ionut Girbea" userId="140628fa-96ce-4361-bce7-5504303d38b3" providerId="ADAL" clId="{07D332A5-C578-714C-B97C-CD71A5874CF5}" dt="2023-11-22T08:59:27.647" v="3705" actId="14826"/>
          <ac:picMkLst>
            <pc:docMk/>
            <pc:sldMk cId="0" sldId="364"/>
            <ac:picMk id="1924" creationId="{FB5703CA-8C93-3C84-92CD-A4BE0A4520FC}"/>
          </ac:picMkLst>
        </pc:picChg>
        <pc:picChg chg="mod">
          <ac:chgData name="Ionut Girbea" userId="140628fa-96ce-4361-bce7-5504303d38b3" providerId="ADAL" clId="{07D332A5-C578-714C-B97C-CD71A5874CF5}" dt="2023-11-16T09:19:29.213" v="2532" actId="14826"/>
          <ac:picMkLst>
            <pc:docMk/>
            <pc:sldMk cId="0" sldId="364"/>
            <ac:picMk id="1925" creationId="{236098BE-0CF7-00D2-DC87-BB3D9F3D86C4}"/>
          </ac:picMkLst>
        </pc:picChg>
        <pc:picChg chg="add mod">
          <ac:chgData name="Ionut Girbea" userId="140628fa-96ce-4361-bce7-5504303d38b3" providerId="ADAL" clId="{07D332A5-C578-714C-B97C-CD71A5874CF5}" dt="2023-11-22T08:59:38.502" v="3706" actId="14826"/>
          <ac:picMkLst>
            <pc:docMk/>
            <pc:sldMk cId="0" sldId="364"/>
            <ac:picMk id="1925" creationId="{8BDF4136-EF92-F32E-3C22-8E7314B3E966}"/>
          </ac:picMkLst>
        </pc:picChg>
        <pc:picChg chg="add mod">
          <ac:chgData name="Ionut Girbea" userId="140628fa-96ce-4361-bce7-5504303d38b3" providerId="ADAL" clId="{07D332A5-C578-714C-B97C-CD71A5874CF5}" dt="2023-11-22T08:59:49.102" v="3707" actId="14826"/>
          <ac:picMkLst>
            <pc:docMk/>
            <pc:sldMk cId="0" sldId="364"/>
            <ac:picMk id="1926" creationId="{D48795E2-A674-8F5A-77EF-A2E7F307ED66}"/>
          </ac:picMkLst>
        </pc:picChg>
        <pc:picChg chg="mod">
          <ac:chgData name="Ionut Girbea" userId="140628fa-96ce-4361-bce7-5504303d38b3" providerId="ADAL" clId="{07D332A5-C578-714C-B97C-CD71A5874CF5}" dt="2023-11-16T09:19:29.213" v="2532" actId="14826"/>
          <ac:picMkLst>
            <pc:docMk/>
            <pc:sldMk cId="0" sldId="364"/>
            <ac:picMk id="1926" creationId="{F6A1D4F3-B74F-8D80-67FF-2D8A7EEA0D14}"/>
          </ac:picMkLst>
        </pc:picChg>
        <pc:picChg chg="mod">
          <ac:chgData name="Ionut Girbea" userId="140628fa-96ce-4361-bce7-5504303d38b3" providerId="ADAL" clId="{07D332A5-C578-714C-B97C-CD71A5874CF5}" dt="2023-11-16T09:19:29.213" v="2532" actId="14826"/>
          <ac:picMkLst>
            <pc:docMk/>
            <pc:sldMk cId="0" sldId="364"/>
            <ac:picMk id="1927" creationId="{0327A156-556C-C38D-A512-0F2A5E768203}"/>
          </ac:picMkLst>
        </pc:picChg>
        <pc:picChg chg="add mod">
          <ac:chgData name="Ionut Girbea" userId="140628fa-96ce-4361-bce7-5504303d38b3" providerId="ADAL" clId="{07D332A5-C578-714C-B97C-CD71A5874CF5}" dt="2023-11-22T09:00:08.979" v="3708" actId="14826"/>
          <ac:picMkLst>
            <pc:docMk/>
            <pc:sldMk cId="0" sldId="364"/>
            <ac:picMk id="1927" creationId="{66191778-2263-3D75-0635-5DCC6F818B94}"/>
          </ac:picMkLst>
        </pc:picChg>
        <pc:picChg chg="add mod">
          <ac:chgData name="Ionut Girbea" userId="140628fa-96ce-4361-bce7-5504303d38b3" providerId="ADAL" clId="{07D332A5-C578-714C-B97C-CD71A5874CF5}" dt="2023-11-22T09:00:30.249" v="3709" actId="14826"/>
          <ac:picMkLst>
            <pc:docMk/>
            <pc:sldMk cId="0" sldId="364"/>
            <ac:picMk id="1928" creationId="{07E47805-252B-0EF6-025D-FA7925F209BE}"/>
          </ac:picMkLst>
        </pc:picChg>
        <pc:picChg chg="mod">
          <ac:chgData name="Ionut Girbea" userId="140628fa-96ce-4361-bce7-5504303d38b3" providerId="ADAL" clId="{07D332A5-C578-714C-B97C-CD71A5874CF5}" dt="2023-11-16T09:19:29.213" v="2532" actId="14826"/>
          <ac:picMkLst>
            <pc:docMk/>
            <pc:sldMk cId="0" sldId="364"/>
            <ac:picMk id="1928" creationId="{2B621FC5-CB18-9511-5FED-3B655AB449ED}"/>
          </ac:picMkLst>
        </pc:picChg>
        <pc:picChg chg="mod">
          <ac:chgData name="Ionut Girbea" userId="140628fa-96ce-4361-bce7-5504303d38b3" providerId="ADAL" clId="{07D332A5-C578-714C-B97C-CD71A5874CF5}" dt="2023-11-16T09:19:29.213" v="2532" actId="14826"/>
          <ac:picMkLst>
            <pc:docMk/>
            <pc:sldMk cId="0" sldId="364"/>
            <ac:picMk id="1929" creationId="{165507A9-3C24-D1A3-D9DB-C1E7B964E0A9}"/>
          </ac:picMkLst>
        </pc:picChg>
        <pc:picChg chg="add mod">
          <ac:chgData name="Ionut Girbea" userId="140628fa-96ce-4361-bce7-5504303d38b3" providerId="ADAL" clId="{07D332A5-C578-714C-B97C-CD71A5874CF5}" dt="2023-11-22T09:00:40.541" v="3710" actId="14826"/>
          <ac:picMkLst>
            <pc:docMk/>
            <pc:sldMk cId="0" sldId="364"/>
            <ac:picMk id="1929" creationId="{739427ED-103C-DCAB-7F2C-36AAC6280F82}"/>
          </ac:picMkLst>
        </pc:picChg>
        <pc:picChg chg="add mod">
          <ac:chgData name="Ionut Girbea" userId="140628fa-96ce-4361-bce7-5504303d38b3" providerId="ADAL" clId="{07D332A5-C578-714C-B97C-CD71A5874CF5}" dt="2023-11-22T09:00:53.346" v="3711" actId="14826"/>
          <ac:picMkLst>
            <pc:docMk/>
            <pc:sldMk cId="0" sldId="364"/>
            <ac:picMk id="1930" creationId="{A0C5EC1E-5CFA-9BC9-91A9-08D2873E970E}"/>
          </ac:picMkLst>
        </pc:picChg>
        <pc:picChg chg="mod">
          <ac:chgData name="Ionut Girbea" userId="140628fa-96ce-4361-bce7-5504303d38b3" providerId="ADAL" clId="{07D332A5-C578-714C-B97C-CD71A5874CF5}" dt="2023-11-16T09:19:29.213" v="2532" actId="14826"/>
          <ac:picMkLst>
            <pc:docMk/>
            <pc:sldMk cId="0" sldId="364"/>
            <ac:picMk id="1930" creationId="{C1B99E00-C567-6504-1FB2-6966EB91E4B8}"/>
          </ac:picMkLst>
        </pc:picChg>
        <pc:picChg chg="add del mod">
          <ac:chgData name="Ionut Girbea" userId="140628fa-96ce-4361-bce7-5504303d38b3" providerId="ADAL" clId="{07D332A5-C578-714C-B97C-CD71A5874CF5}" dt="2023-11-22T09:00:57.064" v="3712" actId="478"/>
          <ac:picMkLst>
            <pc:docMk/>
            <pc:sldMk cId="0" sldId="364"/>
            <ac:picMk id="1931" creationId="{2E2A768E-0317-A3D8-8793-0683AEDCA5E9}"/>
          </ac:picMkLst>
        </pc:picChg>
        <pc:picChg chg="mod">
          <ac:chgData name="Ionut Girbea" userId="140628fa-96ce-4361-bce7-5504303d38b3" providerId="ADAL" clId="{07D332A5-C578-714C-B97C-CD71A5874CF5}" dt="2023-11-16T09:19:29.213" v="2532" actId="14826"/>
          <ac:picMkLst>
            <pc:docMk/>
            <pc:sldMk cId="0" sldId="364"/>
            <ac:picMk id="1931" creationId="{A72C5C04-CE8C-FA42-4B76-320DAF4083A2}"/>
          </ac:picMkLst>
        </pc:picChg>
        <pc:picChg chg="add del mod">
          <ac:chgData name="Ionut Girbea" userId="140628fa-96ce-4361-bce7-5504303d38b3" providerId="ADAL" clId="{07D332A5-C578-714C-B97C-CD71A5874CF5}" dt="2023-11-22T09:00:57.064" v="3712" actId="478"/>
          <ac:picMkLst>
            <pc:docMk/>
            <pc:sldMk cId="0" sldId="364"/>
            <ac:picMk id="1932" creationId="{216BA836-E024-A339-8272-68300FA31273}"/>
          </ac:picMkLst>
        </pc:picChg>
        <pc:picChg chg="mod">
          <ac:chgData name="Ionut Girbea" userId="140628fa-96ce-4361-bce7-5504303d38b3" providerId="ADAL" clId="{07D332A5-C578-714C-B97C-CD71A5874CF5}" dt="2023-11-16T09:19:29.213" v="2532" actId="14826"/>
          <ac:picMkLst>
            <pc:docMk/>
            <pc:sldMk cId="0" sldId="364"/>
            <ac:picMk id="1932" creationId="{B91188DA-C644-8B24-5B9A-859998C5C13B}"/>
          </ac:picMkLst>
        </pc:picChg>
        <pc:picChg chg="add del mod">
          <ac:chgData name="Ionut Girbea" userId="140628fa-96ce-4361-bce7-5504303d38b3" providerId="ADAL" clId="{07D332A5-C578-714C-B97C-CD71A5874CF5}" dt="2023-11-22T09:00:57.064" v="3712" actId="478"/>
          <ac:picMkLst>
            <pc:docMk/>
            <pc:sldMk cId="0" sldId="364"/>
            <ac:picMk id="1933" creationId="{98971DDE-759F-66D3-C203-5174BA6F484A}"/>
          </ac:picMkLst>
        </pc:picChg>
        <pc:picChg chg="mod">
          <ac:chgData name="Ionut Girbea" userId="140628fa-96ce-4361-bce7-5504303d38b3" providerId="ADAL" clId="{07D332A5-C578-714C-B97C-CD71A5874CF5}" dt="2023-11-16T09:19:29.213" v="2532" actId="14826"/>
          <ac:picMkLst>
            <pc:docMk/>
            <pc:sldMk cId="0" sldId="364"/>
            <ac:picMk id="1933" creationId="{E4AF493A-B0F7-2128-727D-65F303814422}"/>
          </ac:picMkLst>
        </pc:picChg>
        <pc:picChg chg="mod">
          <ac:chgData name="Ionut Girbea" userId="140628fa-96ce-4361-bce7-5504303d38b3" providerId="ADAL" clId="{07D332A5-C578-714C-B97C-CD71A5874CF5}" dt="2023-11-16T09:19:29.213" v="2532" actId="14826"/>
          <ac:picMkLst>
            <pc:docMk/>
            <pc:sldMk cId="0" sldId="364"/>
            <ac:picMk id="1934" creationId="{CB4312EA-B211-C5B4-A73E-3DB8C06A2A6F}"/>
          </ac:picMkLst>
        </pc:picChg>
        <pc:picChg chg="mod">
          <ac:chgData name="Ionut Girbea" userId="140628fa-96ce-4361-bce7-5504303d38b3" providerId="ADAL" clId="{07D332A5-C578-714C-B97C-CD71A5874CF5}" dt="2023-11-16T09:19:29.213" v="2532" actId="14826"/>
          <ac:picMkLst>
            <pc:docMk/>
            <pc:sldMk cId="0" sldId="364"/>
            <ac:picMk id="1935" creationId="{530395AC-781A-3752-5463-F4B39CC1339A}"/>
          </ac:picMkLst>
        </pc:picChg>
        <pc:picChg chg="mod">
          <ac:chgData name="Ionut Girbea" userId="140628fa-96ce-4361-bce7-5504303d38b3" providerId="ADAL" clId="{07D332A5-C578-714C-B97C-CD71A5874CF5}" dt="2023-11-22T08:57:44.700" v="3662" actId="1076"/>
          <ac:picMkLst>
            <pc:docMk/>
            <pc:sldMk cId="0" sldId="364"/>
            <ac:picMk id="1936" creationId="{70987D61-989D-3887-3B72-09BCFA34185A}"/>
          </ac:picMkLst>
        </pc:picChg>
        <pc:picChg chg="mod">
          <ac:chgData name="Ionut Girbea" userId="140628fa-96ce-4361-bce7-5504303d38b3" providerId="ADAL" clId="{07D332A5-C578-714C-B97C-CD71A5874CF5}" dt="2023-11-22T08:57:44.700" v="3662" actId="1076"/>
          <ac:picMkLst>
            <pc:docMk/>
            <pc:sldMk cId="0" sldId="364"/>
            <ac:picMk id="1937" creationId="{7FD80718-D4F8-2863-99B7-BAD076967DEE}"/>
          </ac:picMkLst>
        </pc:picChg>
        <pc:picChg chg="mod">
          <ac:chgData name="Ionut Girbea" userId="140628fa-96ce-4361-bce7-5504303d38b3" providerId="ADAL" clId="{07D332A5-C578-714C-B97C-CD71A5874CF5}" dt="2023-11-22T08:57:44.700" v="3662" actId="1076"/>
          <ac:picMkLst>
            <pc:docMk/>
            <pc:sldMk cId="0" sldId="364"/>
            <ac:picMk id="1938" creationId="{DD3AABEC-087D-0C03-FF37-27DC349347F5}"/>
          </ac:picMkLst>
        </pc:picChg>
        <pc:picChg chg="mod">
          <ac:chgData name="Ionut Girbea" userId="140628fa-96ce-4361-bce7-5504303d38b3" providerId="ADAL" clId="{07D332A5-C578-714C-B97C-CD71A5874CF5}" dt="2023-11-22T08:57:44.700" v="3662" actId="1076"/>
          <ac:picMkLst>
            <pc:docMk/>
            <pc:sldMk cId="0" sldId="364"/>
            <ac:picMk id="1939" creationId="{BA4AA5DE-9991-5DC4-53B3-2D00C537D39C}"/>
          </ac:picMkLst>
        </pc:picChg>
        <pc:picChg chg="mod">
          <ac:chgData name="Ionut Girbea" userId="140628fa-96ce-4361-bce7-5504303d38b3" providerId="ADAL" clId="{07D332A5-C578-714C-B97C-CD71A5874CF5}" dt="2023-11-22T08:57:44.700" v="3662" actId="1076"/>
          <ac:picMkLst>
            <pc:docMk/>
            <pc:sldMk cId="0" sldId="364"/>
            <ac:picMk id="1940" creationId="{BDAA7443-74C8-35CC-5B7C-5E98DDD4BE27}"/>
          </ac:picMkLst>
        </pc:picChg>
        <pc:picChg chg="mod">
          <ac:chgData name="Ionut Girbea" userId="140628fa-96ce-4361-bce7-5504303d38b3" providerId="ADAL" clId="{07D332A5-C578-714C-B97C-CD71A5874CF5}" dt="2023-11-22T08:57:44.700" v="3662" actId="1076"/>
          <ac:picMkLst>
            <pc:docMk/>
            <pc:sldMk cId="0" sldId="364"/>
            <ac:picMk id="1941" creationId="{FF71F52F-AC8B-8810-5B0E-FEFAAB8ACCEB}"/>
          </ac:picMkLst>
        </pc:picChg>
        <pc:picChg chg="add mod">
          <ac:chgData name="Ionut Girbea" userId="140628fa-96ce-4361-bce7-5504303d38b3" providerId="ADAL" clId="{07D332A5-C578-714C-B97C-CD71A5874CF5}" dt="2023-11-16T09:54:49.117" v="2619"/>
          <ac:picMkLst>
            <pc:docMk/>
            <pc:sldMk cId="0" sldId="364"/>
            <ac:picMk id="1942" creationId="{60D87687-C08D-52A0-F088-C127565B99DE}"/>
          </ac:picMkLst>
        </pc:picChg>
        <pc:picChg chg="add del mod">
          <ac:chgData name="Ionut Girbea" userId="140628fa-96ce-4361-bce7-5504303d38b3" providerId="ADAL" clId="{07D332A5-C578-714C-B97C-CD71A5874CF5}" dt="2023-11-16T10:02:34.932" v="2633" actId="478"/>
          <ac:picMkLst>
            <pc:docMk/>
            <pc:sldMk cId="0" sldId="364"/>
            <ac:picMk id="1943" creationId="{28F29F8D-4931-325E-E4DE-53FED32DB6C5}"/>
          </ac:picMkLst>
        </pc:picChg>
        <pc:picChg chg="add del mod">
          <ac:chgData name="Ionut Girbea" userId="140628fa-96ce-4361-bce7-5504303d38b3" providerId="ADAL" clId="{07D332A5-C578-714C-B97C-CD71A5874CF5}" dt="2023-11-16T09:55:35.398" v="2623" actId="478"/>
          <ac:picMkLst>
            <pc:docMk/>
            <pc:sldMk cId="0" sldId="364"/>
            <ac:picMk id="1945" creationId="{914B871D-B5CC-9ECC-2DB8-ACB39365BF54}"/>
          </ac:picMkLst>
        </pc:picChg>
        <pc:picChg chg="add del mod">
          <ac:chgData name="Ionut Girbea" userId="140628fa-96ce-4361-bce7-5504303d38b3" providerId="ADAL" clId="{07D332A5-C578-714C-B97C-CD71A5874CF5}" dt="2023-11-16T10:02:34.932" v="2633" actId="478"/>
          <ac:picMkLst>
            <pc:docMk/>
            <pc:sldMk cId="0" sldId="364"/>
            <ac:picMk id="1946" creationId="{0582491B-9544-3FB2-6596-49EB238A8D26}"/>
          </ac:picMkLst>
        </pc:picChg>
        <pc:picChg chg="add del mod">
          <ac:chgData name="Ionut Girbea" userId="140628fa-96ce-4361-bce7-5504303d38b3" providerId="ADAL" clId="{07D332A5-C578-714C-B97C-CD71A5874CF5}" dt="2023-11-16T10:02:34.932" v="2633" actId="478"/>
          <ac:picMkLst>
            <pc:docMk/>
            <pc:sldMk cId="0" sldId="364"/>
            <ac:picMk id="1947" creationId="{182F3FC0-5E94-8E25-9CC8-64FF70EBD81F}"/>
          </ac:picMkLst>
        </pc:picChg>
        <pc:picChg chg="mod topLvl">
          <ac:chgData name="Ionut Girbea" userId="140628fa-96ce-4361-bce7-5504303d38b3" providerId="ADAL" clId="{07D332A5-C578-714C-B97C-CD71A5874CF5}" dt="2023-11-22T08:56:55.678" v="3657" actId="1076"/>
          <ac:picMkLst>
            <pc:docMk/>
            <pc:sldMk cId="0" sldId="364"/>
            <ac:picMk id="1949" creationId="{9FE31B7D-F3BE-4D84-D585-37F98C95DE32}"/>
          </ac:picMkLst>
        </pc:picChg>
        <pc:picChg chg="mod topLvl">
          <ac:chgData name="Ionut Girbea" userId="140628fa-96ce-4361-bce7-5504303d38b3" providerId="ADAL" clId="{07D332A5-C578-714C-B97C-CD71A5874CF5}" dt="2023-11-22T08:56:55.678" v="3657" actId="1076"/>
          <ac:picMkLst>
            <pc:docMk/>
            <pc:sldMk cId="0" sldId="364"/>
            <ac:picMk id="1950" creationId="{E91C5418-8ADE-1CBC-978A-048CB13CFC5A}"/>
          </ac:picMkLst>
        </pc:picChg>
        <pc:picChg chg="mod topLvl">
          <ac:chgData name="Ionut Girbea" userId="140628fa-96ce-4361-bce7-5504303d38b3" providerId="ADAL" clId="{07D332A5-C578-714C-B97C-CD71A5874CF5}" dt="2023-11-22T08:56:55.678" v="3657" actId="1076"/>
          <ac:picMkLst>
            <pc:docMk/>
            <pc:sldMk cId="0" sldId="364"/>
            <ac:picMk id="1951" creationId="{0F704539-6BEE-E808-CF3A-C146FBB4D182}"/>
          </ac:picMkLst>
        </pc:picChg>
        <pc:picChg chg="mod topLvl">
          <ac:chgData name="Ionut Girbea" userId="140628fa-96ce-4361-bce7-5504303d38b3" providerId="ADAL" clId="{07D332A5-C578-714C-B97C-CD71A5874CF5}" dt="2023-11-22T08:56:55.678" v="3657" actId="1076"/>
          <ac:picMkLst>
            <pc:docMk/>
            <pc:sldMk cId="0" sldId="364"/>
            <ac:picMk id="1952" creationId="{7CE5DA9A-6BC6-7BCE-4521-01D6212DB706}"/>
          </ac:picMkLst>
        </pc:picChg>
        <pc:picChg chg="mod topLvl">
          <ac:chgData name="Ionut Girbea" userId="140628fa-96ce-4361-bce7-5504303d38b3" providerId="ADAL" clId="{07D332A5-C578-714C-B97C-CD71A5874CF5}" dt="2023-11-22T08:56:55.678" v="3657" actId="1076"/>
          <ac:picMkLst>
            <pc:docMk/>
            <pc:sldMk cId="0" sldId="364"/>
            <ac:picMk id="1953" creationId="{FD25B10F-39BC-866D-9614-57A9E3D1E400}"/>
          </ac:picMkLst>
        </pc:picChg>
        <pc:picChg chg="mod topLvl">
          <ac:chgData name="Ionut Girbea" userId="140628fa-96ce-4361-bce7-5504303d38b3" providerId="ADAL" clId="{07D332A5-C578-714C-B97C-CD71A5874CF5}" dt="2023-11-22T08:56:55.678" v="3657" actId="1076"/>
          <ac:picMkLst>
            <pc:docMk/>
            <pc:sldMk cId="0" sldId="364"/>
            <ac:picMk id="1954" creationId="{1F1CFE9F-99DA-3216-BE91-5905F71061DB}"/>
          </ac:picMkLst>
        </pc:picChg>
        <pc:picChg chg="mod topLvl">
          <ac:chgData name="Ionut Girbea" userId="140628fa-96ce-4361-bce7-5504303d38b3" providerId="ADAL" clId="{07D332A5-C578-714C-B97C-CD71A5874CF5}" dt="2023-11-22T08:56:55.678" v="3657" actId="1076"/>
          <ac:picMkLst>
            <pc:docMk/>
            <pc:sldMk cId="0" sldId="364"/>
            <ac:picMk id="1955" creationId="{4F32BAE0-E4E5-DD26-4B4E-63B1EC753DA9}"/>
          </ac:picMkLst>
        </pc:picChg>
        <pc:picChg chg="mod topLvl">
          <ac:chgData name="Ionut Girbea" userId="140628fa-96ce-4361-bce7-5504303d38b3" providerId="ADAL" clId="{07D332A5-C578-714C-B97C-CD71A5874CF5}" dt="2023-11-22T08:56:55.678" v="3657" actId="1076"/>
          <ac:picMkLst>
            <pc:docMk/>
            <pc:sldMk cId="0" sldId="364"/>
            <ac:picMk id="1956" creationId="{CBF508CA-F536-0704-4D8B-89F06B745614}"/>
          </ac:picMkLst>
        </pc:picChg>
        <pc:picChg chg="mod topLvl">
          <ac:chgData name="Ionut Girbea" userId="140628fa-96ce-4361-bce7-5504303d38b3" providerId="ADAL" clId="{07D332A5-C578-714C-B97C-CD71A5874CF5}" dt="2023-11-22T08:56:55.678" v="3657" actId="1076"/>
          <ac:picMkLst>
            <pc:docMk/>
            <pc:sldMk cId="0" sldId="364"/>
            <ac:picMk id="1957" creationId="{27ECB1A2-8EBD-8822-1096-7DD364C22BAD}"/>
          </ac:picMkLst>
        </pc:picChg>
        <pc:picChg chg="mod topLvl">
          <ac:chgData name="Ionut Girbea" userId="140628fa-96ce-4361-bce7-5504303d38b3" providerId="ADAL" clId="{07D332A5-C578-714C-B97C-CD71A5874CF5}" dt="2023-11-22T08:56:55.678" v="3657" actId="1076"/>
          <ac:picMkLst>
            <pc:docMk/>
            <pc:sldMk cId="0" sldId="364"/>
            <ac:picMk id="1958" creationId="{9DDD5005-F26A-36AB-E17F-A114B67B8FE3}"/>
          </ac:picMkLst>
        </pc:picChg>
        <pc:picChg chg="mod topLvl">
          <ac:chgData name="Ionut Girbea" userId="140628fa-96ce-4361-bce7-5504303d38b3" providerId="ADAL" clId="{07D332A5-C578-714C-B97C-CD71A5874CF5}" dt="2023-11-22T08:56:55.678" v="3657" actId="1076"/>
          <ac:picMkLst>
            <pc:docMk/>
            <pc:sldMk cId="0" sldId="364"/>
            <ac:picMk id="1959" creationId="{41320040-CBB0-EA43-7F29-81E821DA3DCE}"/>
          </ac:picMkLst>
        </pc:picChg>
        <pc:picChg chg="mod topLvl">
          <ac:chgData name="Ionut Girbea" userId="140628fa-96ce-4361-bce7-5504303d38b3" providerId="ADAL" clId="{07D332A5-C578-714C-B97C-CD71A5874CF5}" dt="2023-11-22T08:56:55.678" v="3657" actId="1076"/>
          <ac:picMkLst>
            <pc:docMk/>
            <pc:sldMk cId="0" sldId="364"/>
            <ac:picMk id="1960" creationId="{BD9A550B-4941-B03E-05BB-B3F84C7D28B5}"/>
          </ac:picMkLst>
        </pc:picChg>
        <pc:picChg chg="add del mod topLvl">
          <ac:chgData name="Ionut Girbea" userId="140628fa-96ce-4361-bce7-5504303d38b3" providerId="ADAL" clId="{07D332A5-C578-714C-B97C-CD71A5874CF5}" dt="2023-11-22T08:48:32.613" v="3624" actId="14100"/>
          <ac:picMkLst>
            <pc:docMk/>
            <pc:sldMk cId="0" sldId="364"/>
            <ac:picMk id="1962" creationId="{28208A79-B577-D4A4-D9B1-61C8BF4F3DC6}"/>
          </ac:picMkLst>
        </pc:picChg>
        <pc:picChg chg="mod topLvl">
          <ac:chgData name="Ionut Girbea" userId="140628fa-96ce-4361-bce7-5504303d38b3" providerId="ADAL" clId="{07D332A5-C578-714C-B97C-CD71A5874CF5}" dt="2023-11-22T08:48:32.613" v="3624" actId="14100"/>
          <ac:picMkLst>
            <pc:docMk/>
            <pc:sldMk cId="0" sldId="364"/>
            <ac:picMk id="1963" creationId="{F4B8D04B-308F-57D3-E6EF-8219E874B556}"/>
          </ac:picMkLst>
        </pc:picChg>
        <pc:picChg chg="mod topLvl">
          <ac:chgData name="Ionut Girbea" userId="140628fa-96ce-4361-bce7-5504303d38b3" providerId="ADAL" clId="{07D332A5-C578-714C-B97C-CD71A5874CF5}" dt="2023-11-22T08:48:32.613" v="3624" actId="14100"/>
          <ac:picMkLst>
            <pc:docMk/>
            <pc:sldMk cId="0" sldId="364"/>
            <ac:picMk id="1964" creationId="{9CF0D28C-148E-EBEF-D72A-3449935BDB16}"/>
          </ac:picMkLst>
        </pc:picChg>
        <pc:picChg chg="mod topLvl">
          <ac:chgData name="Ionut Girbea" userId="140628fa-96ce-4361-bce7-5504303d38b3" providerId="ADAL" clId="{07D332A5-C578-714C-B97C-CD71A5874CF5}" dt="2023-11-22T08:48:32.613" v="3624" actId="14100"/>
          <ac:picMkLst>
            <pc:docMk/>
            <pc:sldMk cId="0" sldId="364"/>
            <ac:picMk id="1965" creationId="{9F3C2C91-98BD-2406-3F41-2024848F27F4}"/>
          </ac:picMkLst>
        </pc:picChg>
        <pc:picChg chg="mod topLvl">
          <ac:chgData name="Ionut Girbea" userId="140628fa-96ce-4361-bce7-5504303d38b3" providerId="ADAL" clId="{07D332A5-C578-714C-B97C-CD71A5874CF5}" dt="2023-11-22T08:48:32.613" v="3624" actId="14100"/>
          <ac:picMkLst>
            <pc:docMk/>
            <pc:sldMk cId="0" sldId="364"/>
            <ac:picMk id="1966" creationId="{78CA7B25-A123-857E-73E6-BF9EDEC511F5}"/>
          </ac:picMkLst>
        </pc:picChg>
        <pc:picChg chg="mod topLvl">
          <ac:chgData name="Ionut Girbea" userId="140628fa-96ce-4361-bce7-5504303d38b3" providerId="ADAL" clId="{07D332A5-C578-714C-B97C-CD71A5874CF5}" dt="2023-11-22T08:48:32.613" v="3624" actId="14100"/>
          <ac:picMkLst>
            <pc:docMk/>
            <pc:sldMk cId="0" sldId="364"/>
            <ac:picMk id="1967" creationId="{758822D1-75ED-B578-E3F3-A040D42FDDC1}"/>
          </ac:picMkLst>
        </pc:picChg>
        <pc:picChg chg="mod topLvl">
          <ac:chgData name="Ionut Girbea" userId="140628fa-96ce-4361-bce7-5504303d38b3" providerId="ADAL" clId="{07D332A5-C578-714C-B97C-CD71A5874CF5}" dt="2023-11-22T08:48:32.613" v="3624" actId="14100"/>
          <ac:picMkLst>
            <pc:docMk/>
            <pc:sldMk cId="0" sldId="364"/>
            <ac:picMk id="1968" creationId="{24B2FD92-7862-5757-C016-13EBFA405313}"/>
          </ac:picMkLst>
        </pc:picChg>
        <pc:picChg chg="mod topLvl">
          <ac:chgData name="Ionut Girbea" userId="140628fa-96ce-4361-bce7-5504303d38b3" providerId="ADAL" clId="{07D332A5-C578-714C-B97C-CD71A5874CF5}" dt="2023-11-22T08:48:32.613" v="3624" actId="14100"/>
          <ac:picMkLst>
            <pc:docMk/>
            <pc:sldMk cId="0" sldId="364"/>
            <ac:picMk id="1969" creationId="{D4670FDF-9A28-0A0E-2D3A-BB11463B4515}"/>
          </ac:picMkLst>
        </pc:picChg>
        <pc:picChg chg="mod topLvl">
          <ac:chgData name="Ionut Girbea" userId="140628fa-96ce-4361-bce7-5504303d38b3" providerId="ADAL" clId="{07D332A5-C578-714C-B97C-CD71A5874CF5}" dt="2023-11-22T08:48:32.613" v="3624" actId="14100"/>
          <ac:picMkLst>
            <pc:docMk/>
            <pc:sldMk cId="0" sldId="364"/>
            <ac:picMk id="1970" creationId="{7EB01B6C-D3F2-CFED-E19B-D4D38D828903}"/>
          </ac:picMkLst>
        </pc:picChg>
        <pc:picChg chg="mod topLvl">
          <ac:chgData name="Ionut Girbea" userId="140628fa-96ce-4361-bce7-5504303d38b3" providerId="ADAL" clId="{07D332A5-C578-714C-B97C-CD71A5874CF5}" dt="2023-11-22T08:48:32.613" v="3624" actId="14100"/>
          <ac:picMkLst>
            <pc:docMk/>
            <pc:sldMk cId="0" sldId="364"/>
            <ac:picMk id="1971" creationId="{520CD8BA-C709-1A22-8D2C-69DB48CB854B}"/>
          </ac:picMkLst>
        </pc:picChg>
        <pc:picChg chg="mod topLvl">
          <ac:chgData name="Ionut Girbea" userId="140628fa-96ce-4361-bce7-5504303d38b3" providerId="ADAL" clId="{07D332A5-C578-714C-B97C-CD71A5874CF5}" dt="2023-11-22T08:48:32.613" v="3624" actId="14100"/>
          <ac:picMkLst>
            <pc:docMk/>
            <pc:sldMk cId="0" sldId="364"/>
            <ac:picMk id="1972" creationId="{E091E207-0AF1-607F-A866-14BFE5D40802}"/>
          </ac:picMkLst>
        </pc:picChg>
        <pc:picChg chg="mod topLvl">
          <ac:chgData name="Ionut Girbea" userId="140628fa-96ce-4361-bce7-5504303d38b3" providerId="ADAL" clId="{07D332A5-C578-714C-B97C-CD71A5874CF5}" dt="2023-11-22T08:48:32.613" v="3624" actId="14100"/>
          <ac:picMkLst>
            <pc:docMk/>
            <pc:sldMk cId="0" sldId="364"/>
            <ac:picMk id="1976" creationId="{0884A11F-BBC1-A0E5-4136-853E6539BCA9}"/>
          </ac:picMkLst>
        </pc:picChg>
        <pc:picChg chg="add mod">
          <ac:chgData name="Ionut Girbea" userId="140628fa-96ce-4361-bce7-5504303d38b3" providerId="ADAL" clId="{07D332A5-C578-714C-B97C-CD71A5874CF5}" dt="2023-11-22T08:57:04.520" v="3658" actId="1076"/>
          <ac:picMkLst>
            <pc:docMk/>
            <pc:sldMk cId="0" sldId="364"/>
            <ac:picMk id="1977" creationId="{74C2CCB6-C1CA-2092-25F9-6BB4780A8FDE}"/>
          </ac:picMkLst>
        </pc:picChg>
        <pc:picChg chg="add mod">
          <ac:chgData name="Ionut Girbea" userId="140628fa-96ce-4361-bce7-5504303d38b3" providerId="ADAL" clId="{07D332A5-C578-714C-B97C-CD71A5874CF5}" dt="2023-11-22T08:57:04.520" v="3658" actId="1076"/>
          <ac:picMkLst>
            <pc:docMk/>
            <pc:sldMk cId="0" sldId="364"/>
            <ac:picMk id="1978" creationId="{41207F8F-30E1-912A-DF65-5FEDC6B112EB}"/>
          </ac:picMkLst>
        </pc:picChg>
        <pc:picChg chg="add mod">
          <ac:chgData name="Ionut Girbea" userId="140628fa-96ce-4361-bce7-5504303d38b3" providerId="ADAL" clId="{07D332A5-C578-714C-B97C-CD71A5874CF5}" dt="2023-11-22T08:57:04.520" v="3658" actId="1076"/>
          <ac:picMkLst>
            <pc:docMk/>
            <pc:sldMk cId="0" sldId="364"/>
            <ac:picMk id="1979" creationId="{11F78E70-6F9D-3546-CB07-BEAA5585FAA9}"/>
          </ac:picMkLst>
        </pc:picChg>
        <pc:picChg chg="add mod">
          <ac:chgData name="Ionut Girbea" userId="140628fa-96ce-4361-bce7-5504303d38b3" providerId="ADAL" clId="{07D332A5-C578-714C-B97C-CD71A5874CF5}" dt="2023-11-22T08:57:04.520" v="3658" actId="1076"/>
          <ac:picMkLst>
            <pc:docMk/>
            <pc:sldMk cId="0" sldId="364"/>
            <ac:picMk id="1980" creationId="{BA648CD8-E446-E226-E644-530D9E41C9C0}"/>
          </ac:picMkLst>
        </pc:picChg>
      </pc:sldChg>
      <pc:sldChg chg="addSp delSp modSp mod modNotes">
        <pc:chgData name="Ionut Girbea" userId="140628fa-96ce-4361-bce7-5504303d38b3" providerId="ADAL" clId="{07D332A5-C578-714C-B97C-CD71A5874CF5}" dt="2023-11-16T07:46:41.372" v="1453" actId="692"/>
        <pc:sldMkLst>
          <pc:docMk/>
          <pc:sldMk cId="1435344572" sldId="367"/>
        </pc:sldMkLst>
        <pc:spChg chg="add del mod">
          <ac:chgData name="Ionut Girbea" userId="140628fa-96ce-4361-bce7-5504303d38b3" providerId="ADAL" clId="{07D332A5-C578-714C-B97C-CD71A5874CF5}" dt="2023-11-16T07:46:04.530" v="1446"/>
          <ac:spMkLst>
            <pc:docMk/>
            <pc:sldMk cId="1435344572" sldId="367"/>
            <ac:spMk id="2" creationId="{B8719601-FDEF-2A85-2C93-EA16EE558ADA}"/>
          </ac:spMkLst>
        </pc:spChg>
        <pc:spChg chg="add del mod">
          <ac:chgData name="Ionut Girbea" userId="140628fa-96ce-4361-bce7-5504303d38b3" providerId="ADAL" clId="{07D332A5-C578-714C-B97C-CD71A5874CF5}" dt="2023-11-16T07:46:04.530" v="1446"/>
          <ac:spMkLst>
            <pc:docMk/>
            <pc:sldMk cId="1435344572" sldId="367"/>
            <ac:spMk id="3" creationId="{D16C68BE-07CD-B5BE-DD4E-34E32DC227AD}"/>
          </ac:spMkLst>
        </pc:spChg>
        <pc:spChg chg="mod">
          <ac:chgData name="Ionut Girbea" userId="140628fa-96ce-4361-bce7-5504303d38b3" providerId="ADAL" clId="{07D332A5-C578-714C-B97C-CD71A5874CF5}" dt="2023-11-09T08:52:22.458" v="173" actId="113"/>
          <ac:spMkLst>
            <pc:docMk/>
            <pc:sldMk cId="1435344572" sldId="367"/>
            <ac:spMk id="4" creationId="{D2C69118-54C1-6BBA-2AC0-4557E10AC211}"/>
          </ac:spMkLst>
        </pc:spChg>
        <pc:spChg chg="add del mod">
          <ac:chgData name="Ionut Girbea" userId="140628fa-96ce-4361-bce7-5504303d38b3" providerId="ADAL" clId="{07D332A5-C578-714C-B97C-CD71A5874CF5}" dt="2023-11-16T07:46:04.530" v="1446"/>
          <ac:spMkLst>
            <pc:docMk/>
            <pc:sldMk cId="1435344572" sldId="367"/>
            <ac:spMk id="6" creationId="{70F215DD-6511-9D66-3078-C1CFF13CB353}"/>
          </ac:spMkLst>
        </pc:spChg>
        <pc:spChg chg="add del mod">
          <ac:chgData name="Ionut Girbea" userId="140628fa-96ce-4361-bce7-5504303d38b3" providerId="ADAL" clId="{07D332A5-C578-714C-B97C-CD71A5874CF5}" dt="2023-11-16T07:46:04.530" v="1446"/>
          <ac:spMkLst>
            <pc:docMk/>
            <pc:sldMk cId="1435344572" sldId="367"/>
            <ac:spMk id="7" creationId="{1DB6D4BE-BF46-235D-25C1-43CE966BBDCB}"/>
          </ac:spMkLst>
        </pc:spChg>
        <pc:spChg chg="add del mod">
          <ac:chgData name="Ionut Girbea" userId="140628fa-96ce-4361-bce7-5504303d38b3" providerId="ADAL" clId="{07D332A5-C578-714C-B97C-CD71A5874CF5}" dt="2023-11-16T07:46:04.530" v="1446"/>
          <ac:spMkLst>
            <pc:docMk/>
            <pc:sldMk cId="1435344572" sldId="367"/>
            <ac:spMk id="8" creationId="{43C02B67-64D2-1213-8289-DEAB08FF15C9}"/>
          </ac:spMkLst>
        </pc:spChg>
        <pc:spChg chg="add del">
          <ac:chgData name="Ionut Girbea" userId="140628fa-96ce-4361-bce7-5504303d38b3" providerId="ADAL" clId="{07D332A5-C578-714C-B97C-CD71A5874CF5}" dt="2023-11-16T07:46:12.420" v="1450" actId="478"/>
          <ac:spMkLst>
            <pc:docMk/>
            <pc:sldMk cId="1435344572" sldId="367"/>
            <ac:spMk id="9" creationId="{D09403BA-2028-1737-EFF8-A1F00E36B49C}"/>
          </ac:spMkLst>
        </pc:spChg>
        <pc:spChg chg="add del">
          <ac:chgData name="Ionut Girbea" userId="140628fa-96ce-4361-bce7-5504303d38b3" providerId="ADAL" clId="{07D332A5-C578-714C-B97C-CD71A5874CF5}" dt="2023-11-16T07:46:12.420" v="1450" actId="478"/>
          <ac:spMkLst>
            <pc:docMk/>
            <pc:sldMk cId="1435344572" sldId="367"/>
            <ac:spMk id="10" creationId="{C1251DC0-76B1-6237-6CB6-1CDCC4B33F60}"/>
          </ac:spMkLst>
        </pc:spChg>
        <pc:spChg chg="add del">
          <ac:chgData name="Ionut Girbea" userId="140628fa-96ce-4361-bce7-5504303d38b3" providerId="ADAL" clId="{07D332A5-C578-714C-B97C-CD71A5874CF5}" dt="2023-11-16T07:46:12.420" v="1450" actId="478"/>
          <ac:spMkLst>
            <pc:docMk/>
            <pc:sldMk cId="1435344572" sldId="367"/>
            <ac:spMk id="11" creationId="{862B53DC-B234-6BDC-B7B2-A482943C10FF}"/>
          </ac:spMkLst>
        </pc:spChg>
        <pc:spChg chg="add del">
          <ac:chgData name="Ionut Girbea" userId="140628fa-96ce-4361-bce7-5504303d38b3" providerId="ADAL" clId="{07D332A5-C578-714C-B97C-CD71A5874CF5}" dt="2023-11-16T07:46:12.420" v="1450" actId="478"/>
          <ac:spMkLst>
            <pc:docMk/>
            <pc:sldMk cId="1435344572" sldId="367"/>
            <ac:spMk id="12" creationId="{60A6C655-E0E8-BD88-919D-999AE56870CF}"/>
          </ac:spMkLst>
        </pc:spChg>
        <pc:spChg chg="add del mod">
          <ac:chgData name="Ionut Girbea" userId="140628fa-96ce-4361-bce7-5504303d38b3" providerId="ADAL" clId="{07D332A5-C578-714C-B97C-CD71A5874CF5}" dt="2023-11-16T07:46:04.530" v="1446"/>
          <ac:spMkLst>
            <pc:docMk/>
            <pc:sldMk cId="1435344572" sldId="367"/>
            <ac:spMk id="13" creationId="{DBA76825-2ADD-86F5-0F15-54AAED56A04D}"/>
          </ac:spMkLst>
        </pc:spChg>
        <pc:spChg chg="add del mod">
          <ac:chgData name="Ionut Girbea" userId="140628fa-96ce-4361-bce7-5504303d38b3" providerId="ADAL" clId="{07D332A5-C578-714C-B97C-CD71A5874CF5}" dt="2023-11-16T07:46:04.530" v="1446"/>
          <ac:spMkLst>
            <pc:docMk/>
            <pc:sldMk cId="1435344572" sldId="367"/>
            <ac:spMk id="14" creationId="{700F4574-145F-4535-7CA6-A9EA5B6F1AE2}"/>
          </ac:spMkLst>
        </pc:spChg>
        <pc:spChg chg="add del mod">
          <ac:chgData name="Ionut Girbea" userId="140628fa-96ce-4361-bce7-5504303d38b3" providerId="ADAL" clId="{07D332A5-C578-714C-B97C-CD71A5874CF5}" dt="2023-11-16T07:46:04.530" v="1446"/>
          <ac:spMkLst>
            <pc:docMk/>
            <pc:sldMk cId="1435344572" sldId="367"/>
            <ac:spMk id="15" creationId="{2E9234AF-8BDF-CF35-49F2-95579FA2DFEF}"/>
          </ac:spMkLst>
        </pc:spChg>
        <pc:spChg chg="add del mod">
          <ac:chgData name="Ionut Girbea" userId="140628fa-96ce-4361-bce7-5504303d38b3" providerId="ADAL" clId="{07D332A5-C578-714C-B97C-CD71A5874CF5}" dt="2023-11-16T07:46:09.183" v="1449"/>
          <ac:spMkLst>
            <pc:docMk/>
            <pc:sldMk cId="1435344572" sldId="367"/>
            <ac:spMk id="16" creationId="{2B13C008-19B8-A8EF-282B-D9B6FEB562A4}"/>
          </ac:spMkLst>
        </pc:spChg>
        <pc:spChg chg="add del mod">
          <ac:chgData name="Ionut Girbea" userId="140628fa-96ce-4361-bce7-5504303d38b3" providerId="ADAL" clId="{07D332A5-C578-714C-B97C-CD71A5874CF5}" dt="2023-11-16T07:46:09.183" v="1449"/>
          <ac:spMkLst>
            <pc:docMk/>
            <pc:sldMk cId="1435344572" sldId="367"/>
            <ac:spMk id="17" creationId="{19629854-137E-6F0A-F3B7-9826E0138AE9}"/>
          </ac:spMkLst>
        </pc:spChg>
        <pc:spChg chg="add del mod">
          <ac:chgData name="Ionut Girbea" userId="140628fa-96ce-4361-bce7-5504303d38b3" providerId="ADAL" clId="{07D332A5-C578-714C-B97C-CD71A5874CF5}" dt="2023-11-16T07:46:09.183" v="1449"/>
          <ac:spMkLst>
            <pc:docMk/>
            <pc:sldMk cId="1435344572" sldId="367"/>
            <ac:spMk id="18" creationId="{318FCA95-5FAB-928B-9A85-6EEA498D44D6}"/>
          </ac:spMkLst>
        </pc:spChg>
        <pc:spChg chg="add del mod">
          <ac:chgData name="Ionut Girbea" userId="140628fa-96ce-4361-bce7-5504303d38b3" providerId="ADAL" clId="{07D332A5-C578-714C-B97C-CD71A5874CF5}" dt="2023-11-16T07:46:09.183" v="1449"/>
          <ac:spMkLst>
            <pc:docMk/>
            <pc:sldMk cId="1435344572" sldId="367"/>
            <ac:spMk id="19" creationId="{1FFE7530-84B3-779F-BAFB-AF551DD27760}"/>
          </ac:spMkLst>
        </pc:spChg>
        <pc:spChg chg="add del mod">
          <ac:chgData name="Ionut Girbea" userId="140628fa-96ce-4361-bce7-5504303d38b3" providerId="ADAL" clId="{07D332A5-C578-714C-B97C-CD71A5874CF5}" dt="2023-11-16T07:46:09.183" v="1449"/>
          <ac:spMkLst>
            <pc:docMk/>
            <pc:sldMk cId="1435344572" sldId="367"/>
            <ac:spMk id="20" creationId="{AC933673-4AF2-607E-2CA1-48C84E6D023F}"/>
          </ac:spMkLst>
        </pc:spChg>
        <pc:spChg chg="add del mod">
          <ac:chgData name="Ionut Girbea" userId="140628fa-96ce-4361-bce7-5504303d38b3" providerId="ADAL" clId="{07D332A5-C578-714C-B97C-CD71A5874CF5}" dt="2023-11-16T07:46:09.183" v="1449"/>
          <ac:spMkLst>
            <pc:docMk/>
            <pc:sldMk cId="1435344572" sldId="367"/>
            <ac:spMk id="21" creationId="{8C2B2364-574F-718F-3E1A-B37CF1EB6189}"/>
          </ac:spMkLst>
        </pc:spChg>
        <pc:spChg chg="add del mod">
          <ac:chgData name="Ionut Girbea" userId="140628fa-96ce-4361-bce7-5504303d38b3" providerId="ADAL" clId="{07D332A5-C578-714C-B97C-CD71A5874CF5}" dt="2023-11-16T07:46:09.183" v="1449"/>
          <ac:spMkLst>
            <pc:docMk/>
            <pc:sldMk cId="1435344572" sldId="367"/>
            <ac:spMk id="22" creationId="{B9D1EC88-B618-1766-78BC-AAA774B627E0}"/>
          </ac:spMkLst>
        </pc:spChg>
        <pc:spChg chg="add del mod">
          <ac:chgData name="Ionut Girbea" userId="140628fa-96ce-4361-bce7-5504303d38b3" providerId="ADAL" clId="{07D332A5-C578-714C-B97C-CD71A5874CF5}" dt="2023-11-16T07:46:09.183" v="1449"/>
          <ac:spMkLst>
            <pc:docMk/>
            <pc:sldMk cId="1435344572" sldId="367"/>
            <ac:spMk id="23" creationId="{81064F13-6D41-1001-B8C3-62BC21E0177D}"/>
          </ac:spMkLst>
        </pc:spChg>
        <pc:spChg chg="add mod">
          <ac:chgData name="Ionut Girbea" userId="140628fa-96ce-4361-bce7-5504303d38b3" providerId="ADAL" clId="{07D332A5-C578-714C-B97C-CD71A5874CF5}" dt="2023-11-16T07:46:12.678" v="1451"/>
          <ac:spMkLst>
            <pc:docMk/>
            <pc:sldMk cId="1435344572" sldId="367"/>
            <ac:spMk id="24" creationId="{002199F6-5701-5944-2F53-789362C7B6C3}"/>
          </ac:spMkLst>
        </pc:spChg>
        <pc:spChg chg="add mod">
          <ac:chgData name="Ionut Girbea" userId="140628fa-96ce-4361-bce7-5504303d38b3" providerId="ADAL" clId="{07D332A5-C578-714C-B97C-CD71A5874CF5}" dt="2023-11-16T07:46:41.372" v="1453" actId="692"/>
          <ac:spMkLst>
            <pc:docMk/>
            <pc:sldMk cId="1435344572" sldId="367"/>
            <ac:spMk id="25" creationId="{45CD1D3E-FF4B-7D2D-2812-F76DF16DCB66}"/>
          </ac:spMkLst>
        </pc:spChg>
        <pc:spChg chg="add mod">
          <ac:chgData name="Ionut Girbea" userId="140628fa-96ce-4361-bce7-5504303d38b3" providerId="ADAL" clId="{07D332A5-C578-714C-B97C-CD71A5874CF5}" dt="2023-11-16T07:46:12.678" v="1451"/>
          <ac:spMkLst>
            <pc:docMk/>
            <pc:sldMk cId="1435344572" sldId="367"/>
            <ac:spMk id="26" creationId="{85913B6D-5AAE-AE78-08F6-7EF943CC7B14}"/>
          </ac:spMkLst>
        </pc:spChg>
        <pc:spChg chg="add mod">
          <ac:chgData name="Ionut Girbea" userId="140628fa-96ce-4361-bce7-5504303d38b3" providerId="ADAL" clId="{07D332A5-C578-714C-B97C-CD71A5874CF5}" dt="2023-11-16T07:46:12.678" v="1451"/>
          <ac:spMkLst>
            <pc:docMk/>
            <pc:sldMk cId="1435344572" sldId="367"/>
            <ac:spMk id="27" creationId="{3923B6A4-7041-8E7A-45EA-A9ED4AFCFC4E}"/>
          </ac:spMkLst>
        </pc:spChg>
        <pc:spChg chg="add mod">
          <ac:chgData name="Ionut Girbea" userId="140628fa-96ce-4361-bce7-5504303d38b3" providerId="ADAL" clId="{07D332A5-C578-714C-B97C-CD71A5874CF5}" dt="2023-11-16T07:46:12.678" v="1451"/>
          <ac:spMkLst>
            <pc:docMk/>
            <pc:sldMk cId="1435344572" sldId="367"/>
            <ac:spMk id="28" creationId="{C5DE49AE-239F-7AF6-3D08-7AA2C53EE440}"/>
          </ac:spMkLst>
        </pc:spChg>
        <pc:spChg chg="add mod">
          <ac:chgData name="Ionut Girbea" userId="140628fa-96ce-4361-bce7-5504303d38b3" providerId="ADAL" clId="{07D332A5-C578-714C-B97C-CD71A5874CF5}" dt="2023-11-16T07:46:41.372" v="1453" actId="692"/>
          <ac:spMkLst>
            <pc:docMk/>
            <pc:sldMk cId="1435344572" sldId="367"/>
            <ac:spMk id="29" creationId="{7827D212-B803-A01A-C662-6CB4D70BFAD2}"/>
          </ac:spMkLst>
        </pc:spChg>
        <pc:spChg chg="add mod">
          <ac:chgData name="Ionut Girbea" userId="140628fa-96ce-4361-bce7-5504303d38b3" providerId="ADAL" clId="{07D332A5-C578-714C-B97C-CD71A5874CF5}" dt="2023-11-16T07:46:41.372" v="1453" actId="692"/>
          <ac:spMkLst>
            <pc:docMk/>
            <pc:sldMk cId="1435344572" sldId="367"/>
            <ac:spMk id="30" creationId="{63EFE45D-17D7-E84B-1951-09D49E719F36}"/>
          </ac:spMkLst>
        </pc:spChg>
        <pc:spChg chg="add mod">
          <ac:chgData name="Ionut Girbea" userId="140628fa-96ce-4361-bce7-5504303d38b3" providerId="ADAL" clId="{07D332A5-C578-714C-B97C-CD71A5874CF5}" dt="2023-11-16T07:46:41.372" v="1453" actId="692"/>
          <ac:spMkLst>
            <pc:docMk/>
            <pc:sldMk cId="1435344572" sldId="367"/>
            <ac:spMk id="31" creationId="{6F71F1A1-0F15-72F1-246E-7A2F42338109}"/>
          </ac:spMkLst>
        </pc:spChg>
        <pc:spChg chg="add del">
          <ac:chgData name="Ionut Girbea" userId="140628fa-96ce-4361-bce7-5504303d38b3" providerId="ADAL" clId="{07D332A5-C578-714C-B97C-CD71A5874CF5}" dt="2023-11-16T07:46:12.420" v="1450" actId="478"/>
          <ac:spMkLst>
            <pc:docMk/>
            <pc:sldMk cId="1435344572" sldId="367"/>
            <ac:spMk id="540" creationId="{00000000-0000-0000-0000-000000000000}"/>
          </ac:spMkLst>
        </pc:spChg>
        <pc:spChg chg="add del">
          <ac:chgData name="Ionut Girbea" userId="140628fa-96ce-4361-bce7-5504303d38b3" providerId="ADAL" clId="{07D332A5-C578-714C-B97C-CD71A5874CF5}" dt="2023-11-16T07:46:12.420" v="1450" actId="478"/>
          <ac:spMkLst>
            <pc:docMk/>
            <pc:sldMk cId="1435344572" sldId="367"/>
            <ac:spMk id="543" creationId="{00000000-0000-0000-0000-000000000000}"/>
          </ac:spMkLst>
        </pc:spChg>
        <pc:spChg chg="add del">
          <ac:chgData name="Ionut Girbea" userId="140628fa-96ce-4361-bce7-5504303d38b3" providerId="ADAL" clId="{07D332A5-C578-714C-B97C-CD71A5874CF5}" dt="2023-11-16T07:46:12.420" v="1450" actId="478"/>
          <ac:spMkLst>
            <pc:docMk/>
            <pc:sldMk cId="1435344572" sldId="367"/>
            <ac:spMk id="546" creationId="{00000000-0000-0000-0000-000000000000}"/>
          </ac:spMkLst>
        </pc:spChg>
        <pc:spChg chg="add del">
          <ac:chgData name="Ionut Girbea" userId="140628fa-96ce-4361-bce7-5504303d38b3" providerId="ADAL" clId="{07D332A5-C578-714C-B97C-CD71A5874CF5}" dt="2023-11-16T07:46:12.420" v="1450" actId="478"/>
          <ac:spMkLst>
            <pc:docMk/>
            <pc:sldMk cId="1435344572" sldId="367"/>
            <ac:spMk id="549" creationId="{00000000-0000-0000-0000-000000000000}"/>
          </ac:spMkLst>
        </pc:spChg>
      </pc:sldChg>
      <pc:sldChg chg="addSp delSp modSp mod modNotes">
        <pc:chgData name="Ionut Girbea" userId="140628fa-96ce-4361-bce7-5504303d38b3" providerId="ADAL" clId="{07D332A5-C578-714C-B97C-CD71A5874CF5}" dt="2023-11-16T07:34:14.554" v="1177" actId="948"/>
        <pc:sldMkLst>
          <pc:docMk/>
          <pc:sldMk cId="2974029518" sldId="372"/>
        </pc:sldMkLst>
        <pc:spChg chg="add del mod">
          <ac:chgData name="Ionut Girbea" userId="140628fa-96ce-4361-bce7-5504303d38b3" providerId="ADAL" clId="{07D332A5-C578-714C-B97C-CD71A5874CF5}" dt="2023-11-16T07:28:46.107" v="1097"/>
          <ac:spMkLst>
            <pc:docMk/>
            <pc:sldMk cId="2974029518" sldId="372"/>
            <ac:spMk id="2" creationId="{E44929D0-65E9-F0AC-131A-101529095D6C}"/>
          </ac:spMkLst>
        </pc:spChg>
        <pc:spChg chg="add del mod">
          <ac:chgData name="Ionut Girbea" userId="140628fa-96ce-4361-bce7-5504303d38b3" providerId="ADAL" clId="{07D332A5-C578-714C-B97C-CD71A5874CF5}" dt="2023-11-16T07:29:13.339" v="1102"/>
          <ac:spMkLst>
            <pc:docMk/>
            <pc:sldMk cId="2974029518" sldId="372"/>
            <ac:spMk id="22" creationId="{2471CCE3-76B7-79CC-6529-804CAC3C0F89}"/>
          </ac:spMkLst>
        </pc:spChg>
        <pc:spChg chg="add del mod">
          <ac:chgData name="Ionut Girbea" userId="140628fa-96ce-4361-bce7-5504303d38b3" providerId="ADAL" clId="{07D332A5-C578-714C-B97C-CD71A5874CF5}" dt="2023-11-16T07:29:17.322" v="1105"/>
          <ac:spMkLst>
            <pc:docMk/>
            <pc:sldMk cId="2974029518" sldId="372"/>
            <ac:spMk id="23" creationId="{28BBDD55-C094-27C3-AADE-F5B8912B47E6}"/>
          </ac:spMkLst>
        </pc:spChg>
        <pc:spChg chg="add mod">
          <ac:chgData name="Ionut Girbea" userId="140628fa-96ce-4361-bce7-5504303d38b3" providerId="ADAL" clId="{07D332A5-C578-714C-B97C-CD71A5874CF5}" dt="2023-11-16T07:34:14.554" v="1177" actId="948"/>
          <ac:spMkLst>
            <pc:docMk/>
            <pc:sldMk cId="2974029518" sldId="372"/>
            <ac:spMk id="24" creationId="{C48E4A08-2C3F-AD8F-76EF-C3028A3F030B}"/>
          </ac:spMkLst>
        </pc:spChg>
        <pc:spChg chg="add del mod">
          <ac:chgData name="Ionut Girbea" userId="140628fa-96ce-4361-bce7-5504303d38b3" providerId="ADAL" clId="{07D332A5-C578-714C-B97C-CD71A5874CF5}" dt="2023-11-16T07:29:17.918" v="1106" actId="478"/>
          <ac:spMkLst>
            <pc:docMk/>
            <pc:sldMk cId="2974029518" sldId="372"/>
            <ac:spMk id="26" creationId="{77F90BC7-FE12-8F18-4D31-F686BC110942}"/>
          </ac:spMkLst>
        </pc:spChg>
      </pc:sldChg>
      <pc:sldChg chg="addSp delSp modSp mod modNotes">
        <pc:chgData name="Ionut Girbea" userId="140628fa-96ce-4361-bce7-5504303d38b3" providerId="ADAL" clId="{07D332A5-C578-714C-B97C-CD71A5874CF5}" dt="2023-11-16T14:37:55.174" v="3354" actId="115"/>
        <pc:sldMkLst>
          <pc:docMk/>
          <pc:sldMk cId="3782930312" sldId="373"/>
        </pc:sldMkLst>
        <pc:spChg chg="mod">
          <ac:chgData name="Ionut Girbea" userId="140628fa-96ce-4361-bce7-5504303d38b3" providerId="ADAL" clId="{07D332A5-C578-714C-B97C-CD71A5874CF5}" dt="2023-11-09T08:51:06.118" v="153" actId="113"/>
          <ac:spMkLst>
            <pc:docMk/>
            <pc:sldMk cId="3782930312" sldId="373"/>
            <ac:spMk id="3" creationId="{C62C6C0F-D701-B40F-2686-7F8274189E59}"/>
          </ac:spMkLst>
        </pc:spChg>
        <pc:spChg chg="add del mod">
          <ac:chgData name="Ionut Girbea" userId="140628fa-96ce-4361-bce7-5504303d38b3" providerId="ADAL" clId="{07D332A5-C578-714C-B97C-CD71A5874CF5}" dt="2023-11-16T07:37:59.637" v="1223"/>
          <ac:spMkLst>
            <pc:docMk/>
            <pc:sldMk cId="3782930312" sldId="373"/>
            <ac:spMk id="4" creationId="{75D1B557-1B23-6955-2DF1-ACD668217EF9}"/>
          </ac:spMkLst>
        </pc:spChg>
        <pc:spChg chg="add del mod">
          <ac:chgData name="Ionut Girbea" userId="140628fa-96ce-4361-bce7-5504303d38b3" providerId="ADAL" clId="{07D332A5-C578-714C-B97C-CD71A5874CF5}" dt="2023-11-09T08:44:53.357" v="92" actId="478"/>
          <ac:spMkLst>
            <pc:docMk/>
            <pc:sldMk cId="3782930312" sldId="373"/>
            <ac:spMk id="4" creationId="{F47E8240-2E6B-1BD4-1CD0-42EF91900138}"/>
          </ac:spMkLst>
        </pc:spChg>
        <pc:spChg chg="add mod">
          <ac:chgData name="Ionut Girbea" userId="140628fa-96ce-4361-bce7-5504303d38b3" providerId="ADAL" clId="{07D332A5-C578-714C-B97C-CD71A5874CF5}" dt="2023-11-16T07:39:05.342" v="1272" actId="20577"/>
          <ac:spMkLst>
            <pc:docMk/>
            <pc:sldMk cId="3782930312" sldId="373"/>
            <ac:spMk id="5" creationId="{C0CEE7C7-7F75-0F56-5ECC-EAB561B454E4}"/>
          </ac:spMkLst>
        </pc:spChg>
        <pc:spChg chg="mod">
          <ac:chgData name="Ionut Girbea" userId="140628fa-96ce-4361-bce7-5504303d38b3" providerId="ADAL" clId="{07D332A5-C578-714C-B97C-CD71A5874CF5}" dt="2023-11-16T14:37:55.174" v="3354" actId="115"/>
          <ac:spMkLst>
            <pc:docMk/>
            <pc:sldMk cId="3782930312" sldId="373"/>
            <ac:spMk id="7" creationId="{EDE6745B-D798-C9B0-593E-FB8DAB215DBD}"/>
          </ac:spMkLst>
        </pc:spChg>
        <pc:spChg chg="add del mod">
          <ac:chgData name="Ionut Girbea" userId="140628fa-96ce-4361-bce7-5504303d38b3" providerId="ADAL" clId="{07D332A5-C578-714C-B97C-CD71A5874CF5}" dt="2023-11-16T07:38:59.383" v="1269" actId="478"/>
          <ac:spMkLst>
            <pc:docMk/>
            <pc:sldMk cId="3782930312" sldId="373"/>
            <ac:spMk id="506" creationId="{00000000-0000-0000-0000-000000000000}"/>
          </ac:spMkLst>
        </pc:spChg>
        <pc:picChg chg="mod">
          <ac:chgData name="Ionut Girbea" userId="140628fa-96ce-4361-bce7-5504303d38b3" providerId="ADAL" clId="{07D332A5-C578-714C-B97C-CD71A5874CF5}" dt="2023-11-16T11:42:41.446" v="2671" actId="14826"/>
          <ac:picMkLst>
            <pc:docMk/>
            <pc:sldMk cId="3782930312" sldId="373"/>
            <ac:picMk id="9" creationId="{23F7BEBC-80B6-4B9A-30DC-E8082CE060B3}"/>
          </ac:picMkLst>
        </pc:picChg>
      </pc:sldChg>
      <pc:sldChg chg="addSp delSp modSp mod modNotes">
        <pc:chgData name="Ionut Girbea" userId="140628fa-96ce-4361-bce7-5504303d38b3" providerId="ADAL" clId="{07D332A5-C578-714C-B97C-CD71A5874CF5}" dt="2023-11-16T08:10:44.610" v="1891" actId="207"/>
        <pc:sldMkLst>
          <pc:docMk/>
          <pc:sldMk cId="3013729049" sldId="374"/>
        </pc:sldMkLst>
        <pc:spChg chg="mod">
          <ac:chgData name="Ionut Girbea" userId="140628fa-96ce-4361-bce7-5504303d38b3" providerId="ADAL" clId="{07D332A5-C578-714C-B97C-CD71A5874CF5}" dt="2023-11-09T12:12:16.351" v="289" actId="113"/>
          <ac:spMkLst>
            <pc:docMk/>
            <pc:sldMk cId="3013729049" sldId="374"/>
            <ac:spMk id="3" creationId="{BAB348DD-458A-8D74-4098-78D7DDF9CF7F}"/>
          </ac:spMkLst>
        </pc:spChg>
        <pc:spChg chg="add del mod">
          <ac:chgData name="Ionut Girbea" userId="140628fa-96ce-4361-bce7-5504303d38b3" providerId="ADAL" clId="{07D332A5-C578-714C-B97C-CD71A5874CF5}" dt="2023-11-16T08:10:35.678" v="1889"/>
          <ac:spMkLst>
            <pc:docMk/>
            <pc:sldMk cId="3013729049" sldId="374"/>
            <ac:spMk id="4" creationId="{5CB5891D-53D9-2901-E200-563961E2537C}"/>
          </ac:spMkLst>
        </pc:spChg>
        <pc:spChg chg="del mod">
          <ac:chgData name="Ionut Girbea" userId="140628fa-96ce-4361-bce7-5504303d38b3" providerId="ADAL" clId="{07D332A5-C578-714C-B97C-CD71A5874CF5}" dt="2023-11-16T08:10:33.357" v="1887" actId="478"/>
          <ac:spMkLst>
            <pc:docMk/>
            <pc:sldMk cId="3013729049" sldId="374"/>
            <ac:spMk id="5" creationId="{EA7372BC-C725-F545-F7FE-662402A59B1C}"/>
          </ac:spMkLst>
        </pc:spChg>
        <pc:spChg chg="add mod">
          <ac:chgData name="Ionut Girbea" userId="140628fa-96ce-4361-bce7-5504303d38b3" providerId="ADAL" clId="{07D332A5-C578-714C-B97C-CD71A5874CF5}" dt="2023-11-16T08:10:44.610" v="1891" actId="207"/>
          <ac:spMkLst>
            <pc:docMk/>
            <pc:sldMk cId="3013729049" sldId="374"/>
            <ac:spMk id="6" creationId="{EB9A42FD-AA9D-C8FC-B100-57C986133314}"/>
          </ac:spMkLst>
        </pc:spChg>
        <pc:spChg chg="mod">
          <ac:chgData name="Ionut Girbea" userId="140628fa-96ce-4361-bce7-5504303d38b3" providerId="ADAL" clId="{07D332A5-C578-714C-B97C-CD71A5874CF5}" dt="2023-11-16T08:10:11.582" v="1883" actId="255"/>
          <ac:spMkLst>
            <pc:docMk/>
            <pc:sldMk cId="3013729049" sldId="374"/>
            <ac:spMk id="1037" creationId="{00000000-0000-0000-0000-000000000000}"/>
          </ac:spMkLst>
        </pc:spChg>
        <pc:spChg chg="mod">
          <ac:chgData name="Ionut Girbea" userId="140628fa-96ce-4361-bce7-5504303d38b3" providerId="ADAL" clId="{07D332A5-C578-714C-B97C-CD71A5874CF5}" dt="2023-11-16T08:10:16.619" v="1884" actId="255"/>
          <ac:spMkLst>
            <pc:docMk/>
            <pc:sldMk cId="3013729049" sldId="374"/>
            <ac:spMk id="1038" creationId="{00000000-0000-0000-0000-000000000000}"/>
          </ac:spMkLst>
        </pc:spChg>
        <pc:spChg chg="mod">
          <ac:chgData name="Ionut Girbea" userId="140628fa-96ce-4361-bce7-5504303d38b3" providerId="ADAL" clId="{07D332A5-C578-714C-B97C-CD71A5874CF5}" dt="2023-11-16T08:10:20.493" v="1885" actId="255"/>
          <ac:spMkLst>
            <pc:docMk/>
            <pc:sldMk cId="3013729049" sldId="374"/>
            <ac:spMk id="1039" creationId="{00000000-0000-0000-0000-000000000000}"/>
          </ac:spMkLst>
        </pc:spChg>
      </pc:sldChg>
      <pc:sldChg chg="modSp mod modNotes">
        <pc:chgData name="Ionut Girbea" userId="140628fa-96ce-4361-bce7-5504303d38b3" providerId="ADAL" clId="{07D332A5-C578-714C-B97C-CD71A5874CF5}" dt="2023-11-16T08:36:22.274" v="2054" actId="404"/>
        <pc:sldMkLst>
          <pc:docMk/>
          <pc:sldMk cId="1297695380" sldId="375"/>
        </pc:sldMkLst>
        <pc:spChg chg="mod">
          <ac:chgData name="Ionut Girbea" userId="140628fa-96ce-4361-bce7-5504303d38b3" providerId="ADAL" clId="{07D332A5-C578-714C-B97C-CD71A5874CF5}" dt="2023-11-16T08:36:13.136" v="2052" actId="404"/>
          <ac:spMkLst>
            <pc:docMk/>
            <pc:sldMk cId="1297695380" sldId="375"/>
            <ac:spMk id="2" creationId="{35AB5C62-A7A8-3530-C932-0ED76C455634}"/>
          </ac:spMkLst>
        </pc:spChg>
        <pc:spChg chg="mod">
          <ac:chgData name="Ionut Girbea" userId="140628fa-96ce-4361-bce7-5504303d38b3" providerId="ADAL" clId="{07D332A5-C578-714C-B97C-CD71A5874CF5}" dt="2023-11-16T08:36:16.304" v="2053" actId="404"/>
          <ac:spMkLst>
            <pc:docMk/>
            <pc:sldMk cId="1297695380" sldId="375"/>
            <ac:spMk id="3" creationId="{878F1D23-15C5-C38E-25A8-D4DDB0024B37}"/>
          </ac:spMkLst>
        </pc:spChg>
        <pc:spChg chg="mod">
          <ac:chgData name="Ionut Girbea" userId="140628fa-96ce-4361-bce7-5504303d38b3" providerId="ADAL" clId="{07D332A5-C578-714C-B97C-CD71A5874CF5}" dt="2023-11-16T08:36:22.274" v="2054" actId="404"/>
          <ac:spMkLst>
            <pc:docMk/>
            <pc:sldMk cId="1297695380" sldId="375"/>
            <ac:spMk id="4" creationId="{41C504D5-52E3-F9DB-6EE6-77F9C1A1F462}"/>
          </ac:spMkLst>
        </pc:spChg>
      </pc:sldChg>
      <pc:sldChg chg="modSp mod modNotes">
        <pc:chgData name="Ionut Girbea" userId="140628fa-96ce-4361-bce7-5504303d38b3" providerId="ADAL" clId="{07D332A5-C578-714C-B97C-CD71A5874CF5}" dt="2023-11-16T08:39:47.506" v="2106" actId="404"/>
        <pc:sldMkLst>
          <pc:docMk/>
          <pc:sldMk cId="500214026" sldId="376"/>
        </pc:sldMkLst>
        <pc:spChg chg="mod">
          <ac:chgData name="Ionut Girbea" userId="140628fa-96ce-4361-bce7-5504303d38b3" providerId="ADAL" clId="{07D332A5-C578-714C-B97C-CD71A5874CF5}" dt="2023-11-16T08:39:11.033" v="2095" actId="404"/>
          <ac:spMkLst>
            <pc:docMk/>
            <pc:sldMk cId="500214026" sldId="376"/>
            <ac:spMk id="1214" creationId="{00000000-0000-0000-0000-000000000000}"/>
          </ac:spMkLst>
        </pc:spChg>
        <pc:spChg chg="mod">
          <ac:chgData name="Ionut Girbea" userId="140628fa-96ce-4361-bce7-5504303d38b3" providerId="ADAL" clId="{07D332A5-C578-714C-B97C-CD71A5874CF5}" dt="2023-11-16T08:39:19.160" v="2098" actId="207"/>
          <ac:spMkLst>
            <pc:docMk/>
            <pc:sldMk cId="500214026" sldId="376"/>
            <ac:spMk id="1217" creationId="{00000000-0000-0000-0000-000000000000}"/>
          </ac:spMkLst>
        </pc:spChg>
        <pc:spChg chg="mod">
          <ac:chgData name="Ionut Girbea" userId="140628fa-96ce-4361-bce7-5504303d38b3" providerId="ADAL" clId="{07D332A5-C578-714C-B97C-CD71A5874CF5}" dt="2023-11-16T08:39:35.669" v="2103" actId="404"/>
          <ac:spMkLst>
            <pc:docMk/>
            <pc:sldMk cId="500214026" sldId="376"/>
            <ac:spMk id="1220" creationId="{00000000-0000-0000-0000-000000000000}"/>
          </ac:spMkLst>
        </pc:spChg>
        <pc:spChg chg="mod">
          <ac:chgData name="Ionut Girbea" userId="140628fa-96ce-4361-bce7-5504303d38b3" providerId="ADAL" clId="{07D332A5-C578-714C-B97C-CD71A5874CF5}" dt="2023-11-16T08:39:47.506" v="2106" actId="404"/>
          <ac:spMkLst>
            <pc:docMk/>
            <pc:sldMk cId="500214026" sldId="376"/>
            <ac:spMk id="1223" creationId="{00000000-0000-0000-0000-000000000000}"/>
          </ac:spMkLst>
        </pc:spChg>
      </pc:sldChg>
      <pc:sldChg chg="modSp mod modNotes">
        <pc:chgData name="Ionut Girbea" userId="140628fa-96ce-4361-bce7-5504303d38b3" providerId="ADAL" clId="{07D332A5-C578-714C-B97C-CD71A5874CF5}" dt="2023-11-16T08:40:44.441" v="2116" actId="404"/>
        <pc:sldMkLst>
          <pc:docMk/>
          <pc:sldMk cId="2939988092" sldId="377"/>
        </pc:sldMkLst>
        <pc:spChg chg="mod">
          <ac:chgData name="Ionut Girbea" userId="140628fa-96ce-4361-bce7-5504303d38b3" providerId="ADAL" clId="{07D332A5-C578-714C-B97C-CD71A5874CF5}" dt="2023-11-16T08:40:38.340" v="2114" actId="404"/>
          <ac:spMkLst>
            <pc:docMk/>
            <pc:sldMk cId="2939988092" sldId="377"/>
            <ac:spMk id="1260" creationId="{00000000-0000-0000-0000-000000000000}"/>
          </ac:spMkLst>
        </pc:spChg>
        <pc:spChg chg="mod">
          <ac:chgData name="Ionut Girbea" userId="140628fa-96ce-4361-bce7-5504303d38b3" providerId="ADAL" clId="{07D332A5-C578-714C-B97C-CD71A5874CF5}" dt="2023-11-16T08:40:41.620" v="2115" actId="404"/>
          <ac:spMkLst>
            <pc:docMk/>
            <pc:sldMk cId="2939988092" sldId="377"/>
            <ac:spMk id="1262" creationId="{00000000-0000-0000-0000-000000000000}"/>
          </ac:spMkLst>
        </pc:spChg>
        <pc:spChg chg="mod">
          <ac:chgData name="Ionut Girbea" userId="140628fa-96ce-4361-bce7-5504303d38b3" providerId="ADAL" clId="{07D332A5-C578-714C-B97C-CD71A5874CF5}" dt="2023-11-16T08:40:44.441" v="2116" actId="404"/>
          <ac:spMkLst>
            <pc:docMk/>
            <pc:sldMk cId="2939988092" sldId="377"/>
            <ac:spMk id="1264" creationId="{00000000-0000-0000-0000-000000000000}"/>
          </ac:spMkLst>
        </pc:spChg>
      </pc:sldChg>
      <pc:sldChg chg="modSp mod modNotes">
        <pc:chgData name="Ionut Girbea" userId="140628fa-96ce-4361-bce7-5504303d38b3" providerId="ADAL" clId="{07D332A5-C578-714C-B97C-CD71A5874CF5}" dt="2023-11-16T08:44:50.094" v="2213" actId="207"/>
        <pc:sldMkLst>
          <pc:docMk/>
          <pc:sldMk cId="2034765638" sldId="378"/>
        </pc:sldMkLst>
        <pc:spChg chg="mod">
          <ac:chgData name="Ionut Girbea" userId="140628fa-96ce-4361-bce7-5504303d38b3" providerId="ADAL" clId="{07D332A5-C578-714C-B97C-CD71A5874CF5}" dt="2023-11-09T08:39:34.996" v="57"/>
          <ac:spMkLst>
            <pc:docMk/>
            <pc:sldMk cId="2034765638" sldId="378"/>
            <ac:spMk id="3" creationId="{D69242E7-6C8C-D57A-069B-59483699ADC7}"/>
          </ac:spMkLst>
        </pc:spChg>
        <pc:spChg chg="mod">
          <ac:chgData name="Ionut Girbea" userId="140628fa-96ce-4361-bce7-5504303d38b3" providerId="ADAL" clId="{07D332A5-C578-714C-B97C-CD71A5874CF5}" dt="2023-11-09T08:40:09.367" v="60"/>
          <ac:spMkLst>
            <pc:docMk/>
            <pc:sldMk cId="2034765638" sldId="378"/>
            <ac:spMk id="1282" creationId="{00000000-0000-0000-0000-000000000000}"/>
          </ac:spMkLst>
        </pc:spChg>
        <pc:spChg chg="mod">
          <ac:chgData name="Ionut Girbea" userId="140628fa-96ce-4361-bce7-5504303d38b3" providerId="ADAL" clId="{07D332A5-C578-714C-B97C-CD71A5874CF5}" dt="2023-11-16T08:44:32.859" v="2205" actId="207"/>
          <ac:spMkLst>
            <pc:docMk/>
            <pc:sldMk cId="2034765638" sldId="378"/>
            <ac:spMk id="1283" creationId="{00000000-0000-0000-0000-000000000000}"/>
          </ac:spMkLst>
        </pc:spChg>
        <pc:spChg chg="mod">
          <ac:chgData name="Ionut Girbea" userId="140628fa-96ce-4361-bce7-5504303d38b3" providerId="ADAL" clId="{07D332A5-C578-714C-B97C-CD71A5874CF5}" dt="2023-11-09T08:40:09.367" v="60"/>
          <ac:spMkLst>
            <pc:docMk/>
            <pc:sldMk cId="2034765638" sldId="378"/>
            <ac:spMk id="1285" creationId="{00000000-0000-0000-0000-000000000000}"/>
          </ac:spMkLst>
        </pc:spChg>
        <pc:spChg chg="mod">
          <ac:chgData name="Ionut Girbea" userId="140628fa-96ce-4361-bce7-5504303d38b3" providerId="ADAL" clId="{07D332A5-C578-714C-B97C-CD71A5874CF5}" dt="2023-11-16T08:44:43.688" v="2210" actId="207"/>
          <ac:spMkLst>
            <pc:docMk/>
            <pc:sldMk cId="2034765638" sldId="378"/>
            <ac:spMk id="1287" creationId="{00000000-0000-0000-0000-000000000000}"/>
          </ac:spMkLst>
        </pc:spChg>
        <pc:spChg chg="mod">
          <ac:chgData name="Ionut Girbea" userId="140628fa-96ce-4361-bce7-5504303d38b3" providerId="ADAL" clId="{07D332A5-C578-714C-B97C-CD71A5874CF5}" dt="2023-11-16T08:44:50.094" v="2213" actId="207"/>
          <ac:spMkLst>
            <pc:docMk/>
            <pc:sldMk cId="2034765638" sldId="378"/>
            <ac:spMk id="1289" creationId="{00000000-0000-0000-0000-000000000000}"/>
          </ac:spMkLst>
        </pc:spChg>
        <pc:spChg chg="mod">
          <ac:chgData name="Ionut Girbea" userId="140628fa-96ce-4361-bce7-5504303d38b3" providerId="ADAL" clId="{07D332A5-C578-714C-B97C-CD71A5874CF5}" dt="2023-11-09T08:40:09.367" v="60"/>
          <ac:spMkLst>
            <pc:docMk/>
            <pc:sldMk cId="2034765638" sldId="378"/>
            <ac:spMk id="1291" creationId="{00000000-0000-0000-0000-000000000000}"/>
          </ac:spMkLst>
        </pc:spChg>
        <pc:spChg chg="mod">
          <ac:chgData name="Ionut Girbea" userId="140628fa-96ce-4361-bce7-5504303d38b3" providerId="ADAL" clId="{07D332A5-C578-714C-B97C-CD71A5874CF5}" dt="2023-11-09T08:40:09.367" v="60"/>
          <ac:spMkLst>
            <pc:docMk/>
            <pc:sldMk cId="2034765638" sldId="378"/>
            <ac:spMk id="1293" creationId="{00000000-0000-0000-0000-000000000000}"/>
          </ac:spMkLst>
        </pc:spChg>
        <pc:spChg chg="mod">
          <ac:chgData name="Ionut Girbea" userId="140628fa-96ce-4361-bce7-5504303d38b3" providerId="ADAL" clId="{07D332A5-C578-714C-B97C-CD71A5874CF5}" dt="2023-11-16T08:44:35.198" v="2206" actId="207"/>
          <ac:spMkLst>
            <pc:docMk/>
            <pc:sldMk cId="2034765638" sldId="378"/>
            <ac:spMk id="1294" creationId="{00000000-0000-0000-0000-000000000000}"/>
          </ac:spMkLst>
        </pc:spChg>
        <pc:spChg chg="mod">
          <ac:chgData name="Ionut Girbea" userId="140628fa-96ce-4361-bce7-5504303d38b3" providerId="ADAL" clId="{07D332A5-C578-714C-B97C-CD71A5874CF5}" dt="2023-11-16T08:44:37.249" v="2207" actId="207"/>
          <ac:spMkLst>
            <pc:docMk/>
            <pc:sldMk cId="2034765638" sldId="378"/>
            <ac:spMk id="1298" creationId="{00000000-0000-0000-0000-000000000000}"/>
          </ac:spMkLst>
        </pc:spChg>
        <pc:spChg chg="mod">
          <ac:chgData name="Ionut Girbea" userId="140628fa-96ce-4361-bce7-5504303d38b3" providerId="ADAL" clId="{07D332A5-C578-714C-B97C-CD71A5874CF5}" dt="2023-11-09T12:23:53.908" v="372" actId="113"/>
          <ac:spMkLst>
            <pc:docMk/>
            <pc:sldMk cId="2034765638" sldId="378"/>
            <ac:spMk id="1302" creationId="{00000000-0000-0000-0000-000000000000}"/>
          </ac:spMkLst>
        </pc:spChg>
      </pc:sldChg>
      <pc:sldChg chg="addSp delSp modSp add mod ord">
        <pc:chgData name="Ionut Girbea" userId="140628fa-96ce-4361-bce7-5504303d38b3" providerId="ADAL" clId="{07D332A5-C578-714C-B97C-CD71A5874CF5}" dt="2023-11-22T09:07:34.873" v="3741" actId="20577"/>
        <pc:sldMkLst>
          <pc:docMk/>
          <pc:sldMk cId="2333637835" sldId="379"/>
        </pc:sldMkLst>
        <pc:spChg chg="add mod">
          <ac:chgData name="Ionut Girbea" userId="140628fa-96ce-4361-bce7-5504303d38b3" providerId="ADAL" clId="{07D332A5-C578-714C-B97C-CD71A5874CF5}" dt="2023-11-16T12:50:13.974" v="3136" actId="164"/>
          <ac:spMkLst>
            <pc:docMk/>
            <pc:sldMk cId="2333637835" sldId="379"/>
            <ac:spMk id="3" creationId="{E27BF56A-2A33-2236-9955-F7D42D1F96A3}"/>
          </ac:spMkLst>
        </pc:spChg>
        <pc:spChg chg="del">
          <ac:chgData name="Ionut Girbea" userId="140628fa-96ce-4361-bce7-5504303d38b3" providerId="ADAL" clId="{07D332A5-C578-714C-B97C-CD71A5874CF5}" dt="2023-11-16T12:43:48.809" v="3086" actId="478"/>
          <ac:spMkLst>
            <pc:docMk/>
            <pc:sldMk cId="2333637835" sldId="379"/>
            <ac:spMk id="4" creationId="{A9EDCFD9-BADE-524F-9E34-F35126546A25}"/>
          </ac:spMkLst>
        </pc:spChg>
        <pc:spChg chg="del">
          <ac:chgData name="Ionut Girbea" userId="140628fa-96ce-4361-bce7-5504303d38b3" providerId="ADAL" clId="{07D332A5-C578-714C-B97C-CD71A5874CF5}" dt="2023-11-16T12:43:48.809" v="3086" actId="478"/>
          <ac:spMkLst>
            <pc:docMk/>
            <pc:sldMk cId="2333637835" sldId="379"/>
            <ac:spMk id="5" creationId="{F21F7009-1570-6089-9B61-FF8F63F9B319}"/>
          </ac:spMkLst>
        </pc:spChg>
        <pc:spChg chg="del">
          <ac:chgData name="Ionut Girbea" userId="140628fa-96ce-4361-bce7-5504303d38b3" providerId="ADAL" clId="{07D332A5-C578-714C-B97C-CD71A5874CF5}" dt="2023-11-16T12:43:48.809" v="3086" actId="478"/>
          <ac:spMkLst>
            <pc:docMk/>
            <pc:sldMk cId="2333637835" sldId="379"/>
            <ac:spMk id="6" creationId="{F2F70313-4260-189D-01A3-A8559EA4FEFE}"/>
          </ac:spMkLst>
        </pc:spChg>
        <pc:spChg chg="add mod">
          <ac:chgData name="Ionut Girbea" userId="140628fa-96ce-4361-bce7-5504303d38b3" providerId="ADAL" clId="{07D332A5-C578-714C-B97C-CD71A5874CF5}" dt="2023-11-22T09:06:54.193" v="3733" actId="20577"/>
          <ac:spMkLst>
            <pc:docMk/>
            <pc:sldMk cId="2333637835" sldId="379"/>
            <ac:spMk id="7" creationId="{40BAB764-8346-D0B8-8E88-5948917ADF20}"/>
          </ac:spMkLst>
        </pc:spChg>
        <pc:spChg chg="del">
          <ac:chgData name="Ionut Girbea" userId="140628fa-96ce-4361-bce7-5504303d38b3" providerId="ADAL" clId="{07D332A5-C578-714C-B97C-CD71A5874CF5}" dt="2023-11-16T12:43:48.809" v="3086" actId="478"/>
          <ac:spMkLst>
            <pc:docMk/>
            <pc:sldMk cId="2333637835" sldId="379"/>
            <ac:spMk id="8" creationId="{A17D7F1A-7508-B609-557D-45D52C98795D}"/>
          </ac:spMkLst>
        </pc:spChg>
        <pc:spChg chg="del">
          <ac:chgData name="Ionut Girbea" userId="140628fa-96ce-4361-bce7-5504303d38b3" providerId="ADAL" clId="{07D332A5-C578-714C-B97C-CD71A5874CF5}" dt="2023-11-16T12:43:48.809" v="3086" actId="478"/>
          <ac:spMkLst>
            <pc:docMk/>
            <pc:sldMk cId="2333637835" sldId="379"/>
            <ac:spMk id="9" creationId="{204456A4-61E0-760A-2D36-183C8E0BF495}"/>
          </ac:spMkLst>
        </pc:spChg>
        <pc:spChg chg="del">
          <ac:chgData name="Ionut Girbea" userId="140628fa-96ce-4361-bce7-5504303d38b3" providerId="ADAL" clId="{07D332A5-C578-714C-B97C-CD71A5874CF5}" dt="2023-11-16T12:43:48.809" v="3086" actId="478"/>
          <ac:spMkLst>
            <pc:docMk/>
            <pc:sldMk cId="2333637835" sldId="379"/>
            <ac:spMk id="10" creationId="{52784B9F-E865-5DBA-ECF0-2C85939BFB6E}"/>
          </ac:spMkLst>
        </pc:spChg>
        <pc:spChg chg="mod">
          <ac:chgData name="Ionut Girbea" userId="140628fa-96ce-4361-bce7-5504303d38b3" providerId="ADAL" clId="{07D332A5-C578-714C-B97C-CD71A5874CF5}" dt="2023-11-16T12:50:27.678" v="3137"/>
          <ac:spMkLst>
            <pc:docMk/>
            <pc:sldMk cId="2333637835" sldId="379"/>
            <ac:spMk id="13" creationId="{2963BD98-46AD-FE47-9FBF-30C2FF1A6255}"/>
          </ac:spMkLst>
        </pc:spChg>
        <pc:spChg chg="mod">
          <ac:chgData name="Ionut Girbea" userId="140628fa-96ce-4361-bce7-5504303d38b3" providerId="ADAL" clId="{07D332A5-C578-714C-B97C-CD71A5874CF5}" dt="2023-11-22T09:06:52.167" v="3732" actId="20577"/>
          <ac:spMkLst>
            <pc:docMk/>
            <pc:sldMk cId="2333637835" sldId="379"/>
            <ac:spMk id="14" creationId="{82F4236F-79E8-B4A3-8256-5208B58D30BD}"/>
          </ac:spMkLst>
        </pc:spChg>
        <pc:spChg chg="mod">
          <ac:chgData name="Ionut Girbea" userId="140628fa-96ce-4361-bce7-5504303d38b3" providerId="ADAL" clId="{07D332A5-C578-714C-B97C-CD71A5874CF5}" dt="2023-11-16T12:50:37.848" v="3140"/>
          <ac:spMkLst>
            <pc:docMk/>
            <pc:sldMk cId="2333637835" sldId="379"/>
            <ac:spMk id="16" creationId="{9432F9A1-B419-B037-65EA-F8D208023AE3}"/>
          </ac:spMkLst>
        </pc:spChg>
        <pc:spChg chg="mod">
          <ac:chgData name="Ionut Girbea" userId="140628fa-96ce-4361-bce7-5504303d38b3" providerId="ADAL" clId="{07D332A5-C578-714C-B97C-CD71A5874CF5}" dt="2023-11-22T09:07:04.748" v="3735" actId="20577"/>
          <ac:spMkLst>
            <pc:docMk/>
            <pc:sldMk cId="2333637835" sldId="379"/>
            <ac:spMk id="17" creationId="{DE2D1521-B1B6-1B55-443D-566B5077ADED}"/>
          </ac:spMkLst>
        </pc:spChg>
        <pc:spChg chg="mod">
          <ac:chgData name="Ionut Girbea" userId="140628fa-96ce-4361-bce7-5504303d38b3" providerId="ADAL" clId="{07D332A5-C578-714C-B97C-CD71A5874CF5}" dt="2023-11-16T12:50:37.848" v="3140"/>
          <ac:spMkLst>
            <pc:docMk/>
            <pc:sldMk cId="2333637835" sldId="379"/>
            <ac:spMk id="19" creationId="{073FA2C1-4CA6-9F53-82A1-EB40C8D8F9AB}"/>
          </ac:spMkLst>
        </pc:spChg>
        <pc:spChg chg="mod">
          <ac:chgData name="Ionut Girbea" userId="140628fa-96ce-4361-bce7-5504303d38b3" providerId="ADAL" clId="{07D332A5-C578-714C-B97C-CD71A5874CF5}" dt="2023-11-22T09:07:14.384" v="3737" actId="20577"/>
          <ac:spMkLst>
            <pc:docMk/>
            <pc:sldMk cId="2333637835" sldId="379"/>
            <ac:spMk id="20" creationId="{1B403AC8-3C44-7D03-CB21-F32D907127A2}"/>
          </ac:spMkLst>
        </pc:spChg>
        <pc:spChg chg="mod">
          <ac:chgData name="Ionut Girbea" userId="140628fa-96ce-4361-bce7-5504303d38b3" providerId="ADAL" clId="{07D332A5-C578-714C-B97C-CD71A5874CF5}" dt="2023-11-16T12:50:49.800" v="3142"/>
          <ac:spMkLst>
            <pc:docMk/>
            <pc:sldMk cId="2333637835" sldId="379"/>
            <ac:spMk id="22" creationId="{D2ADF69A-EA69-7FFC-2060-0C35A6480BAE}"/>
          </ac:spMkLst>
        </pc:spChg>
        <pc:spChg chg="mod">
          <ac:chgData name="Ionut Girbea" userId="140628fa-96ce-4361-bce7-5504303d38b3" providerId="ADAL" clId="{07D332A5-C578-714C-B97C-CD71A5874CF5}" dt="2023-11-22T09:07:25.572" v="3739" actId="20577"/>
          <ac:spMkLst>
            <pc:docMk/>
            <pc:sldMk cId="2333637835" sldId="379"/>
            <ac:spMk id="23" creationId="{4A808D74-0FC9-2D48-A70C-EFA898361837}"/>
          </ac:spMkLst>
        </pc:spChg>
        <pc:spChg chg="mod">
          <ac:chgData name="Ionut Girbea" userId="140628fa-96ce-4361-bce7-5504303d38b3" providerId="ADAL" clId="{07D332A5-C578-714C-B97C-CD71A5874CF5}" dt="2023-11-16T12:50:49.800" v="3142"/>
          <ac:spMkLst>
            <pc:docMk/>
            <pc:sldMk cId="2333637835" sldId="379"/>
            <ac:spMk id="25" creationId="{C6421078-459B-51FB-2BB2-FAD08AB2B5F0}"/>
          </ac:spMkLst>
        </pc:spChg>
        <pc:spChg chg="mod">
          <ac:chgData name="Ionut Girbea" userId="140628fa-96ce-4361-bce7-5504303d38b3" providerId="ADAL" clId="{07D332A5-C578-714C-B97C-CD71A5874CF5}" dt="2023-11-22T09:07:34.873" v="3741" actId="20577"/>
          <ac:spMkLst>
            <pc:docMk/>
            <pc:sldMk cId="2333637835" sldId="379"/>
            <ac:spMk id="26" creationId="{86C761AD-7A6B-7834-32AF-B7E59C5E12B0}"/>
          </ac:spMkLst>
        </pc:spChg>
        <pc:spChg chg="add del">
          <ac:chgData name="Ionut Girbea" userId="140628fa-96ce-4361-bce7-5504303d38b3" providerId="ADAL" clId="{07D332A5-C578-714C-B97C-CD71A5874CF5}" dt="2023-11-16T12:51:46.025" v="3147" actId="22"/>
          <ac:spMkLst>
            <pc:docMk/>
            <pc:sldMk cId="2333637835" sldId="379"/>
            <ac:spMk id="29" creationId="{D103BF68-3BEF-2CDB-3348-85A168022E71}"/>
          </ac:spMkLst>
        </pc:spChg>
        <pc:spChg chg="del">
          <ac:chgData name="Ionut Girbea" userId="140628fa-96ce-4361-bce7-5504303d38b3" providerId="ADAL" clId="{07D332A5-C578-714C-B97C-CD71A5874CF5}" dt="2023-11-16T12:43:48.809" v="3086" actId="478"/>
          <ac:spMkLst>
            <pc:docMk/>
            <pc:sldMk cId="2333637835" sldId="379"/>
            <ac:spMk id="1086" creationId="{00000000-0000-0000-0000-000000000000}"/>
          </ac:spMkLst>
        </pc:spChg>
        <pc:spChg chg="del">
          <ac:chgData name="Ionut Girbea" userId="140628fa-96ce-4361-bce7-5504303d38b3" providerId="ADAL" clId="{07D332A5-C578-714C-B97C-CD71A5874CF5}" dt="2023-11-16T12:43:48.809" v="3086" actId="478"/>
          <ac:spMkLst>
            <pc:docMk/>
            <pc:sldMk cId="2333637835" sldId="379"/>
            <ac:spMk id="1087" creationId="{00000000-0000-0000-0000-000000000000}"/>
          </ac:spMkLst>
        </pc:spChg>
        <pc:spChg chg="del">
          <ac:chgData name="Ionut Girbea" userId="140628fa-96ce-4361-bce7-5504303d38b3" providerId="ADAL" clId="{07D332A5-C578-714C-B97C-CD71A5874CF5}" dt="2023-11-16T12:43:48.809" v="3086" actId="478"/>
          <ac:spMkLst>
            <pc:docMk/>
            <pc:sldMk cId="2333637835" sldId="379"/>
            <ac:spMk id="1088" creationId="{00000000-0000-0000-0000-000000000000}"/>
          </ac:spMkLst>
        </pc:spChg>
        <pc:spChg chg="mod">
          <ac:chgData name="Ionut Girbea" userId="140628fa-96ce-4361-bce7-5504303d38b3" providerId="ADAL" clId="{07D332A5-C578-714C-B97C-CD71A5874CF5}" dt="2023-11-16T12:53:57.685" v="3256" actId="1038"/>
          <ac:spMkLst>
            <pc:docMk/>
            <pc:sldMk cId="2333637835" sldId="379"/>
            <ac:spMk id="1094" creationId="{00000000-0000-0000-0000-000000000000}"/>
          </ac:spMkLst>
        </pc:spChg>
        <pc:grpChg chg="add mod">
          <ac:chgData name="Ionut Girbea" userId="140628fa-96ce-4361-bce7-5504303d38b3" providerId="ADAL" clId="{07D332A5-C578-714C-B97C-CD71A5874CF5}" dt="2023-11-16T12:51:10.262" v="3144" actId="164"/>
          <ac:grpSpMkLst>
            <pc:docMk/>
            <pc:sldMk cId="2333637835" sldId="379"/>
            <ac:grpSpMk id="11" creationId="{D4BED44E-2E92-9BE1-E914-B337291DA913}"/>
          </ac:grpSpMkLst>
        </pc:grpChg>
        <pc:grpChg chg="add mod">
          <ac:chgData name="Ionut Girbea" userId="140628fa-96ce-4361-bce7-5504303d38b3" providerId="ADAL" clId="{07D332A5-C578-714C-B97C-CD71A5874CF5}" dt="2023-11-16T12:51:10.262" v="3144" actId="164"/>
          <ac:grpSpMkLst>
            <pc:docMk/>
            <pc:sldMk cId="2333637835" sldId="379"/>
            <ac:grpSpMk id="12" creationId="{B5A52C4C-C0CD-E9F1-24F5-239E39DE6075}"/>
          </ac:grpSpMkLst>
        </pc:grpChg>
        <pc:grpChg chg="add mod">
          <ac:chgData name="Ionut Girbea" userId="140628fa-96ce-4361-bce7-5504303d38b3" providerId="ADAL" clId="{07D332A5-C578-714C-B97C-CD71A5874CF5}" dt="2023-11-16T12:51:10.262" v="3144" actId="164"/>
          <ac:grpSpMkLst>
            <pc:docMk/>
            <pc:sldMk cId="2333637835" sldId="379"/>
            <ac:grpSpMk id="15" creationId="{F5C862F8-F326-799B-3B67-95FC565FA216}"/>
          </ac:grpSpMkLst>
        </pc:grpChg>
        <pc:grpChg chg="add mod">
          <ac:chgData name="Ionut Girbea" userId="140628fa-96ce-4361-bce7-5504303d38b3" providerId="ADAL" clId="{07D332A5-C578-714C-B97C-CD71A5874CF5}" dt="2023-11-16T12:51:10.262" v="3144" actId="164"/>
          <ac:grpSpMkLst>
            <pc:docMk/>
            <pc:sldMk cId="2333637835" sldId="379"/>
            <ac:grpSpMk id="18" creationId="{CB384EF5-0632-6504-DAC9-D5FEFA2BF3C5}"/>
          </ac:grpSpMkLst>
        </pc:grpChg>
        <pc:grpChg chg="add mod">
          <ac:chgData name="Ionut Girbea" userId="140628fa-96ce-4361-bce7-5504303d38b3" providerId="ADAL" clId="{07D332A5-C578-714C-B97C-CD71A5874CF5}" dt="2023-11-16T12:51:10.262" v="3144" actId="164"/>
          <ac:grpSpMkLst>
            <pc:docMk/>
            <pc:sldMk cId="2333637835" sldId="379"/>
            <ac:grpSpMk id="21" creationId="{6FE2C4AB-6B78-7B0F-3E03-46E9D9479B9F}"/>
          </ac:grpSpMkLst>
        </pc:grpChg>
        <pc:grpChg chg="add mod">
          <ac:chgData name="Ionut Girbea" userId="140628fa-96ce-4361-bce7-5504303d38b3" providerId="ADAL" clId="{07D332A5-C578-714C-B97C-CD71A5874CF5}" dt="2023-11-16T12:51:10.262" v="3144" actId="164"/>
          <ac:grpSpMkLst>
            <pc:docMk/>
            <pc:sldMk cId="2333637835" sldId="379"/>
            <ac:grpSpMk id="24" creationId="{5E02D1FF-9399-5F9C-7A80-FF7A7CB9B893}"/>
          </ac:grpSpMkLst>
        </pc:grpChg>
        <pc:grpChg chg="add mod">
          <ac:chgData name="Ionut Girbea" userId="140628fa-96ce-4361-bce7-5504303d38b3" providerId="ADAL" clId="{07D332A5-C578-714C-B97C-CD71A5874CF5}" dt="2023-11-16T12:53:45.091" v="3212" actId="1038"/>
          <ac:grpSpMkLst>
            <pc:docMk/>
            <pc:sldMk cId="2333637835" sldId="379"/>
            <ac:grpSpMk id="27" creationId="{5A0B87BF-3E5B-1BD1-3828-1F80DFFE6A86}"/>
          </ac:grpSpMkLst>
        </pc:grpChg>
        <pc:picChg chg="add del mod">
          <ac:chgData name="Ionut Girbea" userId="140628fa-96ce-4361-bce7-5504303d38b3" providerId="ADAL" clId="{07D332A5-C578-714C-B97C-CD71A5874CF5}" dt="2023-11-16T12:44:17.188" v="3091" actId="478"/>
          <ac:picMkLst>
            <pc:docMk/>
            <pc:sldMk cId="2333637835" sldId="379"/>
            <ac:picMk id="2" creationId="{A07B8FBF-2EC1-0370-E8DD-485B2B4F0A10}"/>
          </ac:picMkLst>
        </pc:picChg>
        <pc:picChg chg="add del mod">
          <ac:chgData name="Ionut Girbea" userId="140628fa-96ce-4361-bce7-5504303d38b3" providerId="ADAL" clId="{07D332A5-C578-714C-B97C-CD71A5874CF5}" dt="2023-11-16T12:54:06.062" v="3257" actId="478"/>
          <ac:picMkLst>
            <pc:docMk/>
            <pc:sldMk cId="2333637835" sldId="379"/>
            <ac:picMk id="31" creationId="{2C6857F3-893F-B147-1F4E-1BD46FEA3A8F}"/>
          </ac:picMkLst>
        </pc:picChg>
        <pc:picChg chg="mod">
          <ac:chgData name="Ionut Girbea" userId="140628fa-96ce-4361-bce7-5504303d38b3" providerId="ADAL" clId="{07D332A5-C578-714C-B97C-CD71A5874CF5}" dt="2023-11-16T12:53:57.685" v="3256" actId="1038"/>
          <ac:picMkLst>
            <pc:docMk/>
            <pc:sldMk cId="2333637835" sldId="379"/>
            <ac:picMk id="1095" creationId="{00000000-0000-0000-0000-000000000000}"/>
          </ac:picMkLst>
        </pc:picChg>
      </pc:sldChg>
      <pc:sldChg chg="modSp add del">
        <pc:chgData name="Ionut Girbea" userId="140628fa-96ce-4361-bce7-5504303d38b3" providerId="ADAL" clId="{07D332A5-C578-714C-B97C-CD71A5874CF5}" dt="2023-11-16T10:05:41.650" v="2644" actId="2696"/>
        <pc:sldMkLst>
          <pc:docMk/>
          <pc:sldMk cId="3339962850" sldId="379"/>
        </pc:sldMkLst>
        <pc:grpChg chg="mod">
          <ac:chgData name="Ionut Girbea" userId="140628fa-96ce-4361-bce7-5504303d38b3" providerId="ADAL" clId="{07D332A5-C578-714C-B97C-CD71A5874CF5}" dt="2023-11-16T09:36:01.638" v="2559" actId="14826"/>
          <ac:grpSpMkLst>
            <pc:docMk/>
            <pc:sldMk cId="3339962850" sldId="379"/>
            <ac:grpSpMk id="2" creationId="{9AC1B951-CE7A-67A0-206F-9D68D39DEDD8}"/>
          </ac:grpSpMkLst>
        </pc:grpChg>
        <pc:grpChg chg="mod">
          <ac:chgData name="Ionut Girbea" userId="140628fa-96ce-4361-bce7-5504303d38b3" providerId="ADAL" clId="{07D332A5-C578-714C-B97C-CD71A5874CF5}" dt="2023-11-16T09:37:47.378" v="2563" actId="14826"/>
          <ac:grpSpMkLst>
            <pc:docMk/>
            <pc:sldMk cId="3339962850" sldId="379"/>
            <ac:grpSpMk id="15" creationId="{1518D0C1-B73B-9C56-44FF-E6313A5A8DF7}"/>
          </ac:grpSpMkLst>
        </pc:grpChg>
        <pc:grpChg chg="mod">
          <ac:chgData name="Ionut Girbea" userId="140628fa-96ce-4361-bce7-5504303d38b3" providerId="ADAL" clId="{07D332A5-C578-714C-B97C-CD71A5874CF5}" dt="2023-11-16T09:31:40.770" v="2547" actId="14826"/>
          <ac:grpSpMkLst>
            <pc:docMk/>
            <pc:sldMk cId="3339962850" sldId="379"/>
            <ac:grpSpMk id="1923" creationId="{FC8D2B83-17C2-FE84-0F77-4F03FB7CA342}"/>
          </ac:grpSpMkLst>
        </pc:grpChg>
        <pc:picChg chg="mod">
          <ac:chgData name="Ionut Girbea" userId="140628fa-96ce-4361-bce7-5504303d38b3" providerId="ADAL" clId="{07D332A5-C578-714C-B97C-CD71A5874CF5}" dt="2023-11-16T09:36:01.638" v="2559" actId="14826"/>
          <ac:picMkLst>
            <pc:docMk/>
            <pc:sldMk cId="3339962850" sldId="379"/>
            <ac:picMk id="3" creationId="{AC303E31-6875-176F-B526-CD8F19A1FAF0}"/>
          </ac:picMkLst>
        </pc:picChg>
        <pc:picChg chg="mod">
          <ac:chgData name="Ionut Girbea" userId="140628fa-96ce-4361-bce7-5504303d38b3" providerId="ADAL" clId="{07D332A5-C578-714C-B97C-CD71A5874CF5}" dt="2023-11-16T09:36:01.638" v="2559" actId="14826"/>
          <ac:picMkLst>
            <pc:docMk/>
            <pc:sldMk cId="3339962850" sldId="379"/>
            <ac:picMk id="4" creationId="{9B089E5B-7FA7-14EF-CCEC-795A4078C9FA}"/>
          </ac:picMkLst>
        </pc:picChg>
        <pc:picChg chg="mod">
          <ac:chgData name="Ionut Girbea" userId="140628fa-96ce-4361-bce7-5504303d38b3" providerId="ADAL" clId="{07D332A5-C578-714C-B97C-CD71A5874CF5}" dt="2023-11-16T09:36:01.638" v="2559" actId="14826"/>
          <ac:picMkLst>
            <pc:docMk/>
            <pc:sldMk cId="3339962850" sldId="379"/>
            <ac:picMk id="5" creationId="{A3D39DF9-2DAE-5D22-B354-22DF455A570C}"/>
          </ac:picMkLst>
        </pc:picChg>
        <pc:picChg chg="mod">
          <ac:chgData name="Ionut Girbea" userId="140628fa-96ce-4361-bce7-5504303d38b3" providerId="ADAL" clId="{07D332A5-C578-714C-B97C-CD71A5874CF5}" dt="2023-11-16T09:36:01.638" v="2559" actId="14826"/>
          <ac:picMkLst>
            <pc:docMk/>
            <pc:sldMk cId="3339962850" sldId="379"/>
            <ac:picMk id="6" creationId="{95615714-1FAB-37D2-0F02-4C8CE7B868BF}"/>
          </ac:picMkLst>
        </pc:picChg>
        <pc:picChg chg="mod">
          <ac:chgData name="Ionut Girbea" userId="140628fa-96ce-4361-bce7-5504303d38b3" providerId="ADAL" clId="{07D332A5-C578-714C-B97C-CD71A5874CF5}" dt="2023-11-16T09:36:01.638" v="2559" actId="14826"/>
          <ac:picMkLst>
            <pc:docMk/>
            <pc:sldMk cId="3339962850" sldId="379"/>
            <ac:picMk id="7" creationId="{907D6585-A0D7-D48B-C897-ABF6EA994D70}"/>
          </ac:picMkLst>
        </pc:picChg>
        <pc:picChg chg="mod">
          <ac:chgData name="Ionut Girbea" userId="140628fa-96ce-4361-bce7-5504303d38b3" providerId="ADAL" clId="{07D332A5-C578-714C-B97C-CD71A5874CF5}" dt="2023-11-16T09:36:01.638" v="2559" actId="14826"/>
          <ac:picMkLst>
            <pc:docMk/>
            <pc:sldMk cId="3339962850" sldId="379"/>
            <ac:picMk id="8" creationId="{7A67C87D-98CE-F0D6-7E36-EE8A3174D5BC}"/>
          </ac:picMkLst>
        </pc:picChg>
        <pc:picChg chg="mod">
          <ac:chgData name="Ionut Girbea" userId="140628fa-96ce-4361-bce7-5504303d38b3" providerId="ADAL" clId="{07D332A5-C578-714C-B97C-CD71A5874CF5}" dt="2023-11-16T09:36:01.638" v="2559" actId="14826"/>
          <ac:picMkLst>
            <pc:docMk/>
            <pc:sldMk cId="3339962850" sldId="379"/>
            <ac:picMk id="9" creationId="{D90E5DCE-2EFB-82BD-659E-628F864219AE}"/>
          </ac:picMkLst>
        </pc:picChg>
        <pc:picChg chg="mod">
          <ac:chgData name="Ionut Girbea" userId="140628fa-96ce-4361-bce7-5504303d38b3" providerId="ADAL" clId="{07D332A5-C578-714C-B97C-CD71A5874CF5}" dt="2023-11-16T09:36:01.638" v="2559" actId="14826"/>
          <ac:picMkLst>
            <pc:docMk/>
            <pc:sldMk cId="3339962850" sldId="379"/>
            <ac:picMk id="10" creationId="{742C0DA8-C165-60A1-CE06-474BD3899769}"/>
          </ac:picMkLst>
        </pc:picChg>
        <pc:picChg chg="mod">
          <ac:chgData name="Ionut Girbea" userId="140628fa-96ce-4361-bce7-5504303d38b3" providerId="ADAL" clId="{07D332A5-C578-714C-B97C-CD71A5874CF5}" dt="2023-11-16T09:36:01.638" v="2559" actId="14826"/>
          <ac:picMkLst>
            <pc:docMk/>
            <pc:sldMk cId="3339962850" sldId="379"/>
            <ac:picMk id="11" creationId="{48E7E9A8-C669-56C0-ECA9-C3365919961B}"/>
          </ac:picMkLst>
        </pc:picChg>
        <pc:picChg chg="mod">
          <ac:chgData name="Ionut Girbea" userId="140628fa-96ce-4361-bce7-5504303d38b3" providerId="ADAL" clId="{07D332A5-C578-714C-B97C-CD71A5874CF5}" dt="2023-11-16T09:36:01.638" v="2559" actId="14826"/>
          <ac:picMkLst>
            <pc:docMk/>
            <pc:sldMk cId="3339962850" sldId="379"/>
            <ac:picMk id="12" creationId="{3297F696-0896-3BC7-47A8-4DCFA0B28DE2}"/>
          </ac:picMkLst>
        </pc:picChg>
        <pc:picChg chg="mod">
          <ac:chgData name="Ionut Girbea" userId="140628fa-96ce-4361-bce7-5504303d38b3" providerId="ADAL" clId="{07D332A5-C578-714C-B97C-CD71A5874CF5}" dt="2023-11-16T09:36:01.638" v="2559" actId="14826"/>
          <ac:picMkLst>
            <pc:docMk/>
            <pc:sldMk cId="3339962850" sldId="379"/>
            <ac:picMk id="13" creationId="{404EABA0-8450-429C-FC41-83E82BB0C9A6}"/>
          </ac:picMkLst>
        </pc:picChg>
        <pc:picChg chg="mod">
          <ac:chgData name="Ionut Girbea" userId="140628fa-96ce-4361-bce7-5504303d38b3" providerId="ADAL" clId="{07D332A5-C578-714C-B97C-CD71A5874CF5}" dt="2023-11-16T09:36:01.638" v="2559" actId="14826"/>
          <ac:picMkLst>
            <pc:docMk/>
            <pc:sldMk cId="3339962850" sldId="379"/>
            <ac:picMk id="14" creationId="{8815AFFB-1346-A80D-FA4E-F04A4C02D998}"/>
          </ac:picMkLst>
        </pc:picChg>
        <pc:picChg chg="mod">
          <ac:chgData name="Ionut Girbea" userId="140628fa-96ce-4361-bce7-5504303d38b3" providerId="ADAL" clId="{07D332A5-C578-714C-B97C-CD71A5874CF5}" dt="2023-11-16T09:37:47.378" v="2563" actId="14826"/>
          <ac:picMkLst>
            <pc:docMk/>
            <pc:sldMk cId="3339962850" sldId="379"/>
            <ac:picMk id="16" creationId="{AAD9334A-4619-F59C-03CA-4B7A8E44FD4B}"/>
          </ac:picMkLst>
        </pc:picChg>
        <pc:picChg chg="mod">
          <ac:chgData name="Ionut Girbea" userId="140628fa-96ce-4361-bce7-5504303d38b3" providerId="ADAL" clId="{07D332A5-C578-714C-B97C-CD71A5874CF5}" dt="2023-11-16T09:37:47.378" v="2563" actId="14826"/>
          <ac:picMkLst>
            <pc:docMk/>
            <pc:sldMk cId="3339962850" sldId="379"/>
            <ac:picMk id="17" creationId="{647980C0-6A93-03ED-5914-A6475AFEBBD8}"/>
          </ac:picMkLst>
        </pc:picChg>
        <pc:picChg chg="mod">
          <ac:chgData name="Ionut Girbea" userId="140628fa-96ce-4361-bce7-5504303d38b3" providerId="ADAL" clId="{07D332A5-C578-714C-B97C-CD71A5874CF5}" dt="2023-11-16T09:37:47.378" v="2563" actId="14826"/>
          <ac:picMkLst>
            <pc:docMk/>
            <pc:sldMk cId="3339962850" sldId="379"/>
            <ac:picMk id="18" creationId="{4D792094-4DCC-3CD7-DD49-69688C8A621E}"/>
          </ac:picMkLst>
        </pc:picChg>
        <pc:picChg chg="mod">
          <ac:chgData name="Ionut Girbea" userId="140628fa-96ce-4361-bce7-5504303d38b3" providerId="ADAL" clId="{07D332A5-C578-714C-B97C-CD71A5874CF5}" dt="2023-11-16T09:37:47.378" v="2563" actId="14826"/>
          <ac:picMkLst>
            <pc:docMk/>
            <pc:sldMk cId="3339962850" sldId="379"/>
            <ac:picMk id="19" creationId="{3923B71E-ADBC-BB46-154E-AC5FD53B18BC}"/>
          </ac:picMkLst>
        </pc:picChg>
        <pc:picChg chg="mod">
          <ac:chgData name="Ionut Girbea" userId="140628fa-96ce-4361-bce7-5504303d38b3" providerId="ADAL" clId="{07D332A5-C578-714C-B97C-CD71A5874CF5}" dt="2023-11-16T09:37:47.378" v="2563" actId="14826"/>
          <ac:picMkLst>
            <pc:docMk/>
            <pc:sldMk cId="3339962850" sldId="379"/>
            <ac:picMk id="20" creationId="{7901B1C7-6414-1C3A-10C3-745ED1771D5B}"/>
          </ac:picMkLst>
        </pc:picChg>
        <pc:picChg chg="mod">
          <ac:chgData name="Ionut Girbea" userId="140628fa-96ce-4361-bce7-5504303d38b3" providerId="ADAL" clId="{07D332A5-C578-714C-B97C-CD71A5874CF5}" dt="2023-11-16T09:37:47.378" v="2563" actId="14826"/>
          <ac:picMkLst>
            <pc:docMk/>
            <pc:sldMk cId="3339962850" sldId="379"/>
            <ac:picMk id="21" creationId="{FB070761-70A5-EEF5-5F1A-53C64B4039D1}"/>
          </ac:picMkLst>
        </pc:picChg>
        <pc:picChg chg="mod">
          <ac:chgData name="Ionut Girbea" userId="140628fa-96ce-4361-bce7-5504303d38b3" providerId="ADAL" clId="{07D332A5-C578-714C-B97C-CD71A5874CF5}" dt="2023-11-16T09:37:47.378" v="2563" actId="14826"/>
          <ac:picMkLst>
            <pc:docMk/>
            <pc:sldMk cId="3339962850" sldId="379"/>
            <ac:picMk id="22" creationId="{90DAC162-6274-89F2-94DF-49398724E685}"/>
          </ac:picMkLst>
        </pc:picChg>
        <pc:picChg chg="mod">
          <ac:chgData name="Ionut Girbea" userId="140628fa-96ce-4361-bce7-5504303d38b3" providerId="ADAL" clId="{07D332A5-C578-714C-B97C-CD71A5874CF5}" dt="2023-11-16T09:37:47.378" v="2563" actId="14826"/>
          <ac:picMkLst>
            <pc:docMk/>
            <pc:sldMk cId="3339962850" sldId="379"/>
            <ac:picMk id="23" creationId="{EFD79181-881F-B718-28A5-81183E712953}"/>
          </ac:picMkLst>
        </pc:picChg>
        <pc:picChg chg="mod">
          <ac:chgData name="Ionut Girbea" userId="140628fa-96ce-4361-bce7-5504303d38b3" providerId="ADAL" clId="{07D332A5-C578-714C-B97C-CD71A5874CF5}" dt="2023-11-16T09:37:47.378" v="2563" actId="14826"/>
          <ac:picMkLst>
            <pc:docMk/>
            <pc:sldMk cId="3339962850" sldId="379"/>
            <ac:picMk id="24" creationId="{27C822E0-C0C4-5786-B9AD-027B6C4851F3}"/>
          </ac:picMkLst>
        </pc:picChg>
        <pc:picChg chg="mod">
          <ac:chgData name="Ionut Girbea" userId="140628fa-96ce-4361-bce7-5504303d38b3" providerId="ADAL" clId="{07D332A5-C578-714C-B97C-CD71A5874CF5}" dt="2023-11-16T09:37:47.378" v="2563" actId="14826"/>
          <ac:picMkLst>
            <pc:docMk/>
            <pc:sldMk cId="3339962850" sldId="379"/>
            <ac:picMk id="25" creationId="{173C5A68-BA17-BB73-59BF-09A7E206C62D}"/>
          </ac:picMkLst>
        </pc:picChg>
        <pc:picChg chg="mod">
          <ac:chgData name="Ionut Girbea" userId="140628fa-96ce-4361-bce7-5504303d38b3" providerId="ADAL" clId="{07D332A5-C578-714C-B97C-CD71A5874CF5}" dt="2023-11-16T09:37:47.378" v="2563" actId="14826"/>
          <ac:picMkLst>
            <pc:docMk/>
            <pc:sldMk cId="3339962850" sldId="379"/>
            <ac:picMk id="26" creationId="{0CFD7520-6266-4DA2-3991-1ED44A9B94B5}"/>
          </ac:picMkLst>
        </pc:picChg>
        <pc:picChg chg="mod">
          <ac:chgData name="Ionut Girbea" userId="140628fa-96ce-4361-bce7-5504303d38b3" providerId="ADAL" clId="{07D332A5-C578-714C-B97C-CD71A5874CF5}" dt="2023-11-16T09:37:47.378" v="2563" actId="14826"/>
          <ac:picMkLst>
            <pc:docMk/>
            <pc:sldMk cId="3339962850" sldId="379"/>
            <ac:picMk id="27" creationId="{66AA3587-DA92-F595-38DA-836B52C3EEBA}"/>
          </ac:picMkLst>
        </pc:picChg>
        <pc:picChg chg="mod">
          <ac:chgData name="Ionut Girbea" userId="140628fa-96ce-4361-bce7-5504303d38b3" providerId="ADAL" clId="{07D332A5-C578-714C-B97C-CD71A5874CF5}" dt="2023-11-16T09:31:40.770" v="2547" actId="14826"/>
          <ac:picMkLst>
            <pc:docMk/>
            <pc:sldMk cId="3339962850" sldId="379"/>
            <ac:picMk id="1924" creationId="{5BD3DB1B-736D-D802-B4CC-B53BAF2841C2}"/>
          </ac:picMkLst>
        </pc:picChg>
        <pc:picChg chg="mod">
          <ac:chgData name="Ionut Girbea" userId="140628fa-96ce-4361-bce7-5504303d38b3" providerId="ADAL" clId="{07D332A5-C578-714C-B97C-CD71A5874CF5}" dt="2023-11-16T09:31:40.770" v="2547" actId="14826"/>
          <ac:picMkLst>
            <pc:docMk/>
            <pc:sldMk cId="3339962850" sldId="379"/>
            <ac:picMk id="1925" creationId="{236098BE-0CF7-00D2-DC87-BB3D9F3D86C4}"/>
          </ac:picMkLst>
        </pc:picChg>
        <pc:picChg chg="mod">
          <ac:chgData name="Ionut Girbea" userId="140628fa-96ce-4361-bce7-5504303d38b3" providerId="ADAL" clId="{07D332A5-C578-714C-B97C-CD71A5874CF5}" dt="2023-11-16T09:31:40.770" v="2547" actId="14826"/>
          <ac:picMkLst>
            <pc:docMk/>
            <pc:sldMk cId="3339962850" sldId="379"/>
            <ac:picMk id="1926" creationId="{F6A1D4F3-B74F-8D80-67FF-2D8A7EEA0D14}"/>
          </ac:picMkLst>
        </pc:picChg>
        <pc:picChg chg="mod">
          <ac:chgData name="Ionut Girbea" userId="140628fa-96ce-4361-bce7-5504303d38b3" providerId="ADAL" clId="{07D332A5-C578-714C-B97C-CD71A5874CF5}" dt="2023-11-16T09:31:40.770" v="2547" actId="14826"/>
          <ac:picMkLst>
            <pc:docMk/>
            <pc:sldMk cId="3339962850" sldId="379"/>
            <ac:picMk id="1927" creationId="{0327A156-556C-C38D-A512-0F2A5E768203}"/>
          </ac:picMkLst>
        </pc:picChg>
        <pc:picChg chg="mod">
          <ac:chgData name="Ionut Girbea" userId="140628fa-96ce-4361-bce7-5504303d38b3" providerId="ADAL" clId="{07D332A5-C578-714C-B97C-CD71A5874CF5}" dt="2023-11-16T09:31:40.770" v="2547" actId="14826"/>
          <ac:picMkLst>
            <pc:docMk/>
            <pc:sldMk cId="3339962850" sldId="379"/>
            <ac:picMk id="1928" creationId="{2B621FC5-CB18-9511-5FED-3B655AB449ED}"/>
          </ac:picMkLst>
        </pc:picChg>
        <pc:picChg chg="mod">
          <ac:chgData name="Ionut Girbea" userId="140628fa-96ce-4361-bce7-5504303d38b3" providerId="ADAL" clId="{07D332A5-C578-714C-B97C-CD71A5874CF5}" dt="2023-11-16T09:31:40.770" v="2547" actId="14826"/>
          <ac:picMkLst>
            <pc:docMk/>
            <pc:sldMk cId="3339962850" sldId="379"/>
            <ac:picMk id="1929" creationId="{165507A9-3C24-D1A3-D9DB-C1E7B964E0A9}"/>
          </ac:picMkLst>
        </pc:picChg>
        <pc:picChg chg="mod">
          <ac:chgData name="Ionut Girbea" userId="140628fa-96ce-4361-bce7-5504303d38b3" providerId="ADAL" clId="{07D332A5-C578-714C-B97C-CD71A5874CF5}" dt="2023-11-16T09:31:40.770" v="2547" actId="14826"/>
          <ac:picMkLst>
            <pc:docMk/>
            <pc:sldMk cId="3339962850" sldId="379"/>
            <ac:picMk id="1930" creationId="{C1B99E00-C567-6504-1FB2-6966EB91E4B8}"/>
          </ac:picMkLst>
        </pc:picChg>
        <pc:picChg chg="mod">
          <ac:chgData name="Ionut Girbea" userId="140628fa-96ce-4361-bce7-5504303d38b3" providerId="ADAL" clId="{07D332A5-C578-714C-B97C-CD71A5874CF5}" dt="2023-11-16T09:31:40.770" v="2547" actId="14826"/>
          <ac:picMkLst>
            <pc:docMk/>
            <pc:sldMk cId="3339962850" sldId="379"/>
            <ac:picMk id="1931" creationId="{A72C5C04-CE8C-FA42-4B76-320DAF4083A2}"/>
          </ac:picMkLst>
        </pc:picChg>
        <pc:picChg chg="mod">
          <ac:chgData name="Ionut Girbea" userId="140628fa-96ce-4361-bce7-5504303d38b3" providerId="ADAL" clId="{07D332A5-C578-714C-B97C-CD71A5874CF5}" dt="2023-11-16T09:31:40.770" v="2547" actId="14826"/>
          <ac:picMkLst>
            <pc:docMk/>
            <pc:sldMk cId="3339962850" sldId="379"/>
            <ac:picMk id="1932" creationId="{B91188DA-C644-8B24-5B9A-859998C5C13B}"/>
          </ac:picMkLst>
        </pc:picChg>
        <pc:picChg chg="mod">
          <ac:chgData name="Ionut Girbea" userId="140628fa-96ce-4361-bce7-5504303d38b3" providerId="ADAL" clId="{07D332A5-C578-714C-B97C-CD71A5874CF5}" dt="2023-11-16T09:31:40.770" v="2547" actId="14826"/>
          <ac:picMkLst>
            <pc:docMk/>
            <pc:sldMk cId="3339962850" sldId="379"/>
            <ac:picMk id="1933" creationId="{E4AF493A-B0F7-2128-727D-65F303814422}"/>
          </ac:picMkLst>
        </pc:picChg>
        <pc:picChg chg="mod">
          <ac:chgData name="Ionut Girbea" userId="140628fa-96ce-4361-bce7-5504303d38b3" providerId="ADAL" clId="{07D332A5-C578-714C-B97C-CD71A5874CF5}" dt="2023-11-16T09:31:40.770" v="2547" actId="14826"/>
          <ac:picMkLst>
            <pc:docMk/>
            <pc:sldMk cId="3339962850" sldId="379"/>
            <ac:picMk id="1934" creationId="{CB4312EA-B211-C5B4-A73E-3DB8C06A2A6F}"/>
          </ac:picMkLst>
        </pc:picChg>
        <pc:picChg chg="mod">
          <ac:chgData name="Ionut Girbea" userId="140628fa-96ce-4361-bce7-5504303d38b3" providerId="ADAL" clId="{07D332A5-C578-714C-B97C-CD71A5874CF5}" dt="2023-11-16T09:31:40.770" v="2547" actId="14826"/>
          <ac:picMkLst>
            <pc:docMk/>
            <pc:sldMk cId="3339962850" sldId="379"/>
            <ac:picMk id="1935" creationId="{530395AC-781A-3752-5463-F4B39CC1339A}"/>
          </ac:picMkLst>
        </pc:picChg>
      </pc:sldChg>
      <pc:sldChg chg="modSp add mod modClrScheme chgLayout">
        <pc:chgData name="Ionut Girbea" userId="140628fa-96ce-4361-bce7-5504303d38b3" providerId="ADAL" clId="{07D332A5-C578-714C-B97C-CD71A5874CF5}" dt="2023-11-22T09:06:19.020" v="3727" actId="20577"/>
        <pc:sldMkLst>
          <pc:docMk/>
          <pc:sldMk cId="738846478" sldId="380"/>
        </pc:sldMkLst>
        <pc:spChg chg="mod">
          <ac:chgData name="Ionut Girbea" userId="140628fa-96ce-4361-bce7-5504303d38b3" providerId="ADAL" clId="{07D332A5-C578-714C-B97C-CD71A5874CF5}" dt="2023-11-16T12:56:53.631" v="3278" actId="2085"/>
          <ac:spMkLst>
            <pc:docMk/>
            <pc:sldMk cId="738846478" sldId="380"/>
            <ac:spMk id="3" creationId="{E27BF56A-2A33-2236-9955-F7D42D1F96A3}"/>
          </ac:spMkLst>
        </pc:spChg>
        <pc:spChg chg="mod">
          <ac:chgData name="Ionut Girbea" userId="140628fa-96ce-4361-bce7-5504303d38b3" providerId="ADAL" clId="{07D332A5-C578-714C-B97C-CD71A5874CF5}" dt="2023-11-22T09:06:06.386" v="3722" actId="20577"/>
          <ac:spMkLst>
            <pc:docMk/>
            <pc:sldMk cId="738846478" sldId="380"/>
            <ac:spMk id="7" creationId="{40BAB764-8346-D0B8-8E88-5948917ADF20}"/>
          </ac:spMkLst>
        </pc:spChg>
        <pc:spChg chg="mod">
          <ac:chgData name="Ionut Girbea" userId="140628fa-96ce-4361-bce7-5504303d38b3" providerId="ADAL" clId="{07D332A5-C578-714C-B97C-CD71A5874CF5}" dt="2023-11-16T12:56:53.631" v="3278" actId="2085"/>
          <ac:spMkLst>
            <pc:docMk/>
            <pc:sldMk cId="738846478" sldId="380"/>
            <ac:spMk id="13" creationId="{2963BD98-46AD-FE47-9FBF-30C2FF1A6255}"/>
          </ac:spMkLst>
        </pc:spChg>
        <pc:spChg chg="mod">
          <ac:chgData name="Ionut Girbea" userId="140628fa-96ce-4361-bce7-5504303d38b3" providerId="ADAL" clId="{07D332A5-C578-714C-B97C-CD71A5874CF5}" dt="2023-11-22T09:06:08.839" v="3723" actId="20577"/>
          <ac:spMkLst>
            <pc:docMk/>
            <pc:sldMk cId="738846478" sldId="380"/>
            <ac:spMk id="14" creationId="{82F4236F-79E8-B4A3-8256-5208B58D30BD}"/>
          </ac:spMkLst>
        </pc:spChg>
        <pc:spChg chg="mod">
          <ac:chgData name="Ionut Girbea" userId="140628fa-96ce-4361-bce7-5504303d38b3" providerId="ADAL" clId="{07D332A5-C578-714C-B97C-CD71A5874CF5}" dt="2023-11-16T12:56:53.631" v="3278" actId="2085"/>
          <ac:spMkLst>
            <pc:docMk/>
            <pc:sldMk cId="738846478" sldId="380"/>
            <ac:spMk id="16" creationId="{9432F9A1-B419-B037-65EA-F8D208023AE3}"/>
          </ac:spMkLst>
        </pc:spChg>
        <pc:spChg chg="mod">
          <ac:chgData name="Ionut Girbea" userId="140628fa-96ce-4361-bce7-5504303d38b3" providerId="ADAL" clId="{07D332A5-C578-714C-B97C-CD71A5874CF5}" dt="2023-11-22T09:06:13.964" v="3725" actId="20577"/>
          <ac:spMkLst>
            <pc:docMk/>
            <pc:sldMk cId="738846478" sldId="380"/>
            <ac:spMk id="17" creationId="{DE2D1521-B1B6-1B55-443D-566B5077ADED}"/>
          </ac:spMkLst>
        </pc:spChg>
        <pc:spChg chg="mod">
          <ac:chgData name="Ionut Girbea" userId="140628fa-96ce-4361-bce7-5504303d38b3" providerId="ADAL" clId="{07D332A5-C578-714C-B97C-CD71A5874CF5}" dt="2023-11-16T12:56:53.631" v="3278" actId="2085"/>
          <ac:spMkLst>
            <pc:docMk/>
            <pc:sldMk cId="738846478" sldId="380"/>
            <ac:spMk id="19" creationId="{073FA2C1-4CA6-9F53-82A1-EB40C8D8F9AB}"/>
          </ac:spMkLst>
        </pc:spChg>
        <pc:spChg chg="mod">
          <ac:chgData name="Ionut Girbea" userId="140628fa-96ce-4361-bce7-5504303d38b3" providerId="ADAL" clId="{07D332A5-C578-714C-B97C-CD71A5874CF5}" dt="2023-11-22T09:06:11.734" v="3724" actId="20577"/>
          <ac:spMkLst>
            <pc:docMk/>
            <pc:sldMk cId="738846478" sldId="380"/>
            <ac:spMk id="20" creationId="{1B403AC8-3C44-7D03-CB21-F32D907127A2}"/>
          </ac:spMkLst>
        </pc:spChg>
        <pc:spChg chg="mod">
          <ac:chgData name="Ionut Girbea" userId="140628fa-96ce-4361-bce7-5504303d38b3" providerId="ADAL" clId="{07D332A5-C578-714C-B97C-CD71A5874CF5}" dt="2023-11-16T12:56:53.631" v="3278" actId="2085"/>
          <ac:spMkLst>
            <pc:docMk/>
            <pc:sldMk cId="738846478" sldId="380"/>
            <ac:spMk id="22" creationId="{D2ADF69A-EA69-7FFC-2060-0C35A6480BAE}"/>
          </ac:spMkLst>
        </pc:spChg>
        <pc:spChg chg="mod">
          <ac:chgData name="Ionut Girbea" userId="140628fa-96ce-4361-bce7-5504303d38b3" providerId="ADAL" clId="{07D332A5-C578-714C-B97C-CD71A5874CF5}" dt="2023-11-22T09:06:16.217" v="3726" actId="20577"/>
          <ac:spMkLst>
            <pc:docMk/>
            <pc:sldMk cId="738846478" sldId="380"/>
            <ac:spMk id="23" creationId="{4A808D74-0FC9-2D48-A70C-EFA898361837}"/>
          </ac:spMkLst>
        </pc:spChg>
        <pc:spChg chg="mod">
          <ac:chgData name="Ionut Girbea" userId="140628fa-96ce-4361-bce7-5504303d38b3" providerId="ADAL" clId="{07D332A5-C578-714C-B97C-CD71A5874CF5}" dt="2023-11-16T12:56:53.631" v="3278" actId="2085"/>
          <ac:spMkLst>
            <pc:docMk/>
            <pc:sldMk cId="738846478" sldId="380"/>
            <ac:spMk id="25" creationId="{C6421078-459B-51FB-2BB2-FAD08AB2B5F0}"/>
          </ac:spMkLst>
        </pc:spChg>
        <pc:spChg chg="mod">
          <ac:chgData name="Ionut Girbea" userId="140628fa-96ce-4361-bce7-5504303d38b3" providerId="ADAL" clId="{07D332A5-C578-714C-B97C-CD71A5874CF5}" dt="2023-11-22T09:06:19.020" v="3727" actId="20577"/>
          <ac:spMkLst>
            <pc:docMk/>
            <pc:sldMk cId="738846478" sldId="380"/>
            <ac:spMk id="26" creationId="{86C761AD-7A6B-7834-32AF-B7E59C5E12B0}"/>
          </ac:spMkLst>
        </pc:spChg>
        <pc:spChg chg="mod ord">
          <ac:chgData name="Ionut Girbea" userId="140628fa-96ce-4361-bce7-5504303d38b3" providerId="ADAL" clId="{07D332A5-C578-714C-B97C-CD71A5874CF5}" dt="2023-11-16T12:54:27.688" v="3261" actId="700"/>
          <ac:spMkLst>
            <pc:docMk/>
            <pc:sldMk cId="738846478" sldId="380"/>
            <ac:spMk id="1084" creationId="{00000000-0000-0000-0000-000000000000}"/>
          </ac:spMkLst>
        </pc:spChg>
        <pc:spChg chg="mod ord">
          <ac:chgData name="Ionut Girbea" userId="140628fa-96ce-4361-bce7-5504303d38b3" providerId="ADAL" clId="{07D332A5-C578-714C-B97C-CD71A5874CF5}" dt="2023-11-16T12:54:27.688" v="3261" actId="700"/>
          <ac:spMkLst>
            <pc:docMk/>
            <pc:sldMk cId="738846478" sldId="380"/>
            <ac:spMk id="1085" creationId="{00000000-0000-0000-0000-000000000000}"/>
          </ac:spMkLst>
        </pc:spChg>
        <pc:spChg chg="mod">
          <ac:chgData name="Ionut Girbea" userId="140628fa-96ce-4361-bce7-5504303d38b3" providerId="ADAL" clId="{07D332A5-C578-714C-B97C-CD71A5874CF5}" dt="2023-11-16T12:54:40.494" v="3264" actId="207"/>
          <ac:spMkLst>
            <pc:docMk/>
            <pc:sldMk cId="738846478" sldId="380"/>
            <ac:spMk id="1094" creationId="{00000000-0000-0000-0000-000000000000}"/>
          </ac:spMkLst>
        </pc:spChg>
      </pc:sldChg>
      <pc:sldChg chg="addSp delSp modSp add mod ord">
        <pc:chgData name="Ionut Girbea" userId="140628fa-96ce-4361-bce7-5504303d38b3" providerId="ADAL" clId="{07D332A5-C578-714C-B97C-CD71A5874CF5}" dt="2023-11-22T14:08:05.340" v="3819" actId="18331"/>
        <pc:sldMkLst>
          <pc:docMk/>
          <pc:sldMk cId="2305363137" sldId="381"/>
        </pc:sldMkLst>
        <pc:spChg chg="del">
          <ac:chgData name="Ionut Girbea" userId="140628fa-96ce-4361-bce7-5504303d38b3" providerId="ADAL" clId="{07D332A5-C578-714C-B97C-CD71A5874CF5}" dt="2023-11-22T14:07:36.758" v="3818" actId="478"/>
          <ac:spMkLst>
            <pc:docMk/>
            <pc:sldMk cId="2305363137" sldId="381"/>
            <ac:spMk id="378" creationId="{00000000-0000-0000-0000-000000000000}"/>
          </ac:spMkLst>
        </pc:spChg>
        <pc:picChg chg="add mod">
          <ac:chgData name="Ionut Girbea" userId="140628fa-96ce-4361-bce7-5504303d38b3" providerId="ADAL" clId="{07D332A5-C578-714C-B97C-CD71A5874CF5}" dt="2023-11-22T14:08:05.340" v="3819" actId="18331"/>
          <ac:picMkLst>
            <pc:docMk/>
            <pc:sldMk cId="2305363137" sldId="381"/>
            <ac:picMk id="2" creationId="{562C6894-CCDC-A727-EB73-2A6A8C72D54E}"/>
          </ac:picMkLst>
        </pc:picChg>
      </pc:sldChg>
      <pc:sldChg chg="delSp modSp add del mod chgLayout">
        <pc:chgData name="Ionut Girbea" userId="140628fa-96ce-4361-bce7-5504303d38b3" providerId="ADAL" clId="{07D332A5-C578-714C-B97C-CD71A5874CF5}" dt="2023-11-09T13:32:01.080" v="719" actId="2696"/>
        <pc:sldMkLst>
          <pc:docMk/>
          <pc:sldMk cId="770720461" sldId="957"/>
        </pc:sldMkLst>
        <pc:spChg chg="mod">
          <ac:chgData name="Ionut Girbea" userId="140628fa-96ce-4361-bce7-5504303d38b3" providerId="ADAL" clId="{07D332A5-C578-714C-B97C-CD71A5874CF5}" dt="2023-11-09T13:14:58.129" v="712" actId="2711"/>
          <ac:spMkLst>
            <pc:docMk/>
            <pc:sldMk cId="770720461" sldId="957"/>
            <ac:spMk id="5" creationId="{C63BDA77-9414-4A2C-9809-E5BF0796BF6C}"/>
          </ac:spMkLst>
        </pc:spChg>
        <pc:spChg chg="mod">
          <ac:chgData name="Ionut Girbea" userId="140628fa-96ce-4361-bce7-5504303d38b3" providerId="ADAL" clId="{07D332A5-C578-714C-B97C-CD71A5874CF5}" dt="2023-11-09T13:15:43.803" v="717" actId="2711"/>
          <ac:spMkLst>
            <pc:docMk/>
            <pc:sldMk cId="770720461" sldId="957"/>
            <ac:spMk id="6" creationId="{C6260597-72F9-41D4-B7C3-875EFF23EBBC}"/>
          </ac:spMkLst>
        </pc:spChg>
        <pc:spChg chg="mod">
          <ac:chgData name="Ionut Girbea" userId="140628fa-96ce-4361-bce7-5504303d38b3" providerId="ADAL" clId="{07D332A5-C578-714C-B97C-CD71A5874CF5}" dt="2023-11-09T13:14:43.774" v="709" actId="2711"/>
          <ac:spMkLst>
            <pc:docMk/>
            <pc:sldMk cId="770720461" sldId="957"/>
            <ac:spMk id="8" creationId="{7DE1FE84-2041-49BC-9550-9B0C7123BBD7}"/>
          </ac:spMkLst>
        </pc:spChg>
        <pc:spChg chg="mod">
          <ac:chgData name="Ionut Girbea" userId="140628fa-96ce-4361-bce7-5504303d38b3" providerId="ADAL" clId="{07D332A5-C578-714C-B97C-CD71A5874CF5}" dt="2023-11-09T13:14:43.774" v="709" actId="2711"/>
          <ac:spMkLst>
            <pc:docMk/>
            <pc:sldMk cId="770720461" sldId="957"/>
            <ac:spMk id="9" creationId="{2693E91B-C7EE-4694-B660-8E558EDD51A3}"/>
          </ac:spMkLst>
        </pc:spChg>
        <pc:spChg chg="mod">
          <ac:chgData name="Ionut Girbea" userId="140628fa-96ce-4361-bce7-5504303d38b3" providerId="ADAL" clId="{07D332A5-C578-714C-B97C-CD71A5874CF5}" dt="2023-11-09T13:14:43.774" v="709" actId="2711"/>
          <ac:spMkLst>
            <pc:docMk/>
            <pc:sldMk cId="770720461" sldId="957"/>
            <ac:spMk id="10" creationId="{D58452CB-C8F4-4526-9081-EAF136F9D59E}"/>
          </ac:spMkLst>
        </pc:spChg>
        <pc:spChg chg="mod">
          <ac:chgData name="Ionut Girbea" userId="140628fa-96ce-4361-bce7-5504303d38b3" providerId="ADAL" clId="{07D332A5-C578-714C-B97C-CD71A5874CF5}" dt="2023-11-09T13:14:53.970" v="711" actId="2711"/>
          <ac:spMkLst>
            <pc:docMk/>
            <pc:sldMk cId="770720461" sldId="957"/>
            <ac:spMk id="12" creationId="{9B8FD481-F0D0-4A82-8E3C-A3160BF23C27}"/>
          </ac:spMkLst>
        </pc:spChg>
        <pc:spChg chg="mod">
          <ac:chgData name="Ionut Girbea" userId="140628fa-96ce-4361-bce7-5504303d38b3" providerId="ADAL" clId="{07D332A5-C578-714C-B97C-CD71A5874CF5}" dt="2023-11-09T13:14:34.007" v="707" actId="2711"/>
          <ac:spMkLst>
            <pc:docMk/>
            <pc:sldMk cId="770720461" sldId="957"/>
            <ac:spMk id="18" creationId="{C42881FD-259E-7D45-9614-2755AB6A0686}"/>
          </ac:spMkLst>
        </pc:spChg>
        <pc:picChg chg="del">
          <ac:chgData name="Ionut Girbea" userId="140628fa-96ce-4361-bce7-5504303d38b3" providerId="ADAL" clId="{07D332A5-C578-714C-B97C-CD71A5874CF5}" dt="2023-11-09T13:14:14.156" v="705" actId="478"/>
          <ac:picMkLst>
            <pc:docMk/>
            <pc:sldMk cId="770720461" sldId="957"/>
            <ac:picMk id="16" creationId="{995CDD07-49B9-4717-9047-68E6D9D22BC8}"/>
          </ac:picMkLst>
        </pc:picChg>
      </pc:sldChg>
      <pc:sldMasterChg chg="modSp mod delSldLayout modSldLayout">
        <pc:chgData name="Ionut Girbea" userId="140628fa-96ce-4361-bce7-5504303d38b3" providerId="ADAL" clId="{07D332A5-C578-714C-B97C-CD71A5874CF5}" dt="2023-11-10T07:39:46.269" v="728" actId="767"/>
        <pc:sldMasterMkLst>
          <pc:docMk/>
          <pc:sldMasterMk cId="0" sldId="2147483648"/>
        </pc:sldMasterMkLst>
        <pc:spChg chg="mod">
          <ac:chgData name="Ionut Girbea" userId="140628fa-96ce-4361-bce7-5504303d38b3" providerId="ADAL" clId="{07D332A5-C578-714C-B97C-CD71A5874CF5}" dt="2023-11-09T08:27:30.618" v="51" actId="12"/>
          <ac:spMkLst>
            <pc:docMk/>
            <pc:sldMasterMk cId="0" sldId="2147483648"/>
            <ac:spMk id="3" creationId="{00000000-0000-0000-0000-000000000000}"/>
          </ac:spMkLst>
        </pc:spChg>
        <pc:sldLayoutChg chg="addSp delSp modSp mod">
          <pc:chgData name="Ionut Girbea" userId="140628fa-96ce-4361-bce7-5504303d38b3" providerId="ADAL" clId="{07D332A5-C578-714C-B97C-CD71A5874CF5}" dt="2023-11-10T07:39:46.269" v="728" actId="767"/>
          <pc:sldLayoutMkLst>
            <pc:docMk/>
            <pc:sldMasterMk cId="0" sldId="2147483648"/>
            <pc:sldLayoutMk cId="0" sldId="2147483662"/>
          </pc:sldLayoutMkLst>
          <pc:spChg chg="add del mod">
            <ac:chgData name="Ionut Girbea" userId="140628fa-96ce-4361-bce7-5504303d38b3" providerId="ADAL" clId="{07D332A5-C578-714C-B97C-CD71A5874CF5}" dt="2023-11-10T07:39:46.269" v="728" actId="767"/>
            <ac:spMkLst>
              <pc:docMk/>
              <pc:sldMasterMk cId="0" sldId="2147483648"/>
              <pc:sldLayoutMk cId="0" sldId="2147483662"/>
              <ac:spMk id="2" creationId="{D57E5540-603E-9377-89AF-3DB226C240DF}"/>
            </ac:spMkLst>
          </pc:spChg>
        </pc:sldLayoutChg>
        <pc:sldLayoutChg chg="del">
          <pc:chgData name="Ionut Girbea" userId="140628fa-96ce-4361-bce7-5504303d38b3" providerId="ADAL" clId="{07D332A5-C578-714C-B97C-CD71A5874CF5}" dt="2023-11-09T13:32:01.091" v="720" actId="2696"/>
          <pc:sldLayoutMkLst>
            <pc:docMk/>
            <pc:sldMasterMk cId="0" sldId="2147483648"/>
            <pc:sldLayoutMk cId="210177559" sldId="2147483667"/>
          </pc:sldLayoutMkLst>
        </pc:sldLayoutChg>
      </pc:sldMasterChg>
      <pc:sldMasterChg chg="new del mod addSldLayout delSldLayout">
        <pc:chgData name="Ionut Girbea" userId="140628fa-96ce-4361-bce7-5504303d38b3" providerId="ADAL" clId="{07D332A5-C578-714C-B97C-CD71A5874CF5}" dt="2023-11-09T08:51:28.752" v="167" actId="2696"/>
        <pc:sldMasterMkLst>
          <pc:docMk/>
          <pc:sldMasterMk cId="1884314209" sldId="2147483667"/>
        </pc:sldMasterMkLst>
        <pc:sldLayoutChg chg="new del replId">
          <pc:chgData name="Ionut Girbea" userId="140628fa-96ce-4361-bce7-5504303d38b3" providerId="ADAL" clId="{07D332A5-C578-714C-B97C-CD71A5874CF5}" dt="2023-11-09T08:51:28.732" v="156" actId="2696"/>
          <pc:sldLayoutMkLst>
            <pc:docMk/>
            <pc:sldMasterMk cId="1884314209" sldId="2147483667"/>
            <pc:sldLayoutMk cId="4251063063" sldId="2147483668"/>
          </pc:sldLayoutMkLst>
        </pc:sldLayoutChg>
        <pc:sldLayoutChg chg="new del replId">
          <pc:chgData name="Ionut Girbea" userId="140628fa-96ce-4361-bce7-5504303d38b3" providerId="ADAL" clId="{07D332A5-C578-714C-B97C-CD71A5874CF5}" dt="2023-11-09T08:51:28.735" v="157" actId="2696"/>
          <pc:sldLayoutMkLst>
            <pc:docMk/>
            <pc:sldMasterMk cId="1884314209" sldId="2147483667"/>
            <pc:sldLayoutMk cId="3344906715" sldId="2147483669"/>
          </pc:sldLayoutMkLst>
        </pc:sldLayoutChg>
        <pc:sldLayoutChg chg="new del replId">
          <pc:chgData name="Ionut Girbea" userId="140628fa-96ce-4361-bce7-5504303d38b3" providerId="ADAL" clId="{07D332A5-C578-714C-B97C-CD71A5874CF5}" dt="2023-11-09T08:51:28.737" v="158" actId="2696"/>
          <pc:sldLayoutMkLst>
            <pc:docMk/>
            <pc:sldMasterMk cId="1884314209" sldId="2147483667"/>
            <pc:sldLayoutMk cId="2354065872" sldId="2147483670"/>
          </pc:sldLayoutMkLst>
        </pc:sldLayoutChg>
        <pc:sldLayoutChg chg="new del replId">
          <pc:chgData name="Ionut Girbea" userId="140628fa-96ce-4361-bce7-5504303d38b3" providerId="ADAL" clId="{07D332A5-C578-714C-B97C-CD71A5874CF5}" dt="2023-11-09T08:51:28.738" v="159" actId="2696"/>
          <pc:sldLayoutMkLst>
            <pc:docMk/>
            <pc:sldMasterMk cId="1884314209" sldId="2147483667"/>
            <pc:sldLayoutMk cId="2720059559" sldId="2147483671"/>
          </pc:sldLayoutMkLst>
        </pc:sldLayoutChg>
        <pc:sldLayoutChg chg="new del replId">
          <pc:chgData name="Ionut Girbea" userId="140628fa-96ce-4361-bce7-5504303d38b3" providerId="ADAL" clId="{07D332A5-C578-714C-B97C-CD71A5874CF5}" dt="2023-11-09T08:51:28.741" v="160" actId="2696"/>
          <pc:sldLayoutMkLst>
            <pc:docMk/>
            <pc:sldMasterMk cId="1884314209" sldId="2147483667"/>
            <pc:sldLayoutMk cId="976698955" sldId="2147483672"/>
          </pc:sldLayoutMkLst>
        </pc:sldLayoutChg>
        <pc:sldLayoutChg chg="new del replId">
          <pc:chgData name="Ionut Girbea" userId="140628fa-96ce-4361-bce7-5504303d38b3" providerId="ADAL" clId="{07D332A5-C578-714C-B97C-CD71A5874CF5}" dt="2023-11-09T08:51:28.742" v="161" actId="2696"/>
          <pc:sldLayoutMkLst>
            <pc:docMk/>
            <pc:sldMasterMk cId="1884314209" sldId="2147483667"/>
            <pc:sldLayoutMk cId="16150198" sldId="2147483673"/>
          </pc:sldLayoutMkLst>
        </pc:sldLayoutChg>
        <pc:sldLayoutChg chg="new del replId">
          <pc:chgData name="Ionut Girbea" userId="140628fa-96ce-4361-bce7-5504303d38b3" providerId="ADAL" clId="{07D332A5-C578-714C-B97C-CD71A5874CF5}" dt="2023-11-09T08:51:28.744" v="162" actId="2696"/>
          <pc:sldLayoutMkLst>
            <pc:docMk/>
            <pc:sldMasterMk cId="1884314209" sldId="2147483667"/>
            <pc:sldLayoutMk cId="1705402729" sldId="2147483674"/>
          </pc:sldLayoutMkLst>
        </pc:sldLayoutChg>
        <pc:sldLayoutChg chg="new del replId">
          <pc:chgData name="Ionut Girbea" userId="140628fa-96ce-4361-bce7-5504303d38b3" providerId="ADAL" clId="{07D332A5-C578-714C-B97C-CD71A5874CF5}" dt="2023-11-09T08:51:28.745" v="163" actId="2696"/>
          <pc:sldLayoutMkLst>
            <pc:docMk/>
            <pc:sldMasterMk cId="1884314209" sldId="2147483667"/>
            <pc:sldLayoutMk cId="2232678614" sldId="2147483675"/>
          </pc:sldLayoutMkLst>
        </pc:sldLayoutChg>
        <pc:sldLayoutChg chg="new del replId">
          <pc:chgData name="Ionut Girbea" userId="140628fa-96ce-4361-bce7-5504303d38b3" providerId="ADAL" clId="{07D332A5-C578-714C-B97C-CD71A5874CF5}" dt="2023-11-09T08:51:28.747" v="164" actId="2696"/>
          <pc:sldLayoutMkLst>
            <pc:docMk/>
            <pc:sldMasterMk cId="1884314209" sldId="2147483667"/>
            <pc:sldLayoutMk cId="824413448" sldId="2147483676"/>
          </pc:sldLayoutMkLst>
        </pc:sldLayoutChg>
        <pc:sldLayoutChg chg="new del replId">
          <pc:chgData name="Ionut Girbea" userId="140628fa-96ce-4361-bce7-5504303d38b3" providerId="ADAL" clId="{07D332A5-C578-714C-B97C-CD71A5874CF5}" dt="2023-11-09T08:51:28.748" v="165" actId="2696"/>
          <pc:sldLayoutMkLst>
            <pc:docMk/>
            <pc:sldMasterMk cId="1884314209" sldId="2147483667"/>
            <pc:sldLayoutMk cId="3568227421" sldId="2147483677"/>
          </pc:sldLayoutMkLst>
        </pc:sldLayoutChg>
        <pc:sldLayoutChg chg="new del replId">
          <pc:chgData name="Ionut Girbea" userId="140628fa-96ce-4361-bce7-5504303d38b3" providerId="ADAL" clId="{07D332A5-C578-714C-B97C-CD71A5874CF5}" dt="2023-11-09T08:51:28.750" v="166" actId="2696"/>
          <pc:sldLayoutMkLst>
            <pc:docMk/>
            <pc:sldMasterMk cId="1884314209" sldId="2147483667"/>
            <pc:sldLayoutMk cId="3242314668" sldId="2147483678"/>
          </pc:sldLayoutMkLst>
        </pc:sldLayoutChg>
      </pc:sldMasterChg>
      <pc:sldMasterChg chg="new del mod addSldLayout delSldLayout">
        <pc:chgData name="Ionut Girbea" userId="140628fa-96ce-4361-bce7-5504303d38b3" providerId="ADAL" clId="{07D332A5-C578-714C-B97C-CD71A5874CF5}" dt="2023-11-09T08:10:41.440" v="11" actId="6938"/>
        <pc:sldMasterMkLst>
          <pc:docMk/>
          <pc:sldMasterMk cId="2120943290" sldId="2147483667"/>
        </pc:sldMasterMkLst>
        <pc:sldLayoutChg chg="new del replId">
          <pc:chgData name="Ionut Girbea" userId="140628fa-96ce-4361-bce7-5504303d38b3" providerId="ADAL" clId="{07D332A5-C578-714C-B97C-CD71A5874CF5}" dt="2023-11-09T08:10:41.440" v="11" actId="6938"/>
          <pc:sldLayoutMkLst>
            <pc:docMk/>
            <pc:sldMasterMk cId="2120943290" sldId="2147483667"/>
            <pc:sldLayoutMk cId="2851702815" sldId="2147483668"/>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3539281966" sldId="2147483669"/>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1564435021" sldId="2147483670"/>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493047929" sldId="2147483671"/>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1999085951" sldId="2147483672"/>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457128567" sldId="2147483673"/>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2419536955" sldId="2147483674"/>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4129015635" sldId="2147483675"/>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382999886" sldId="2147483676"/>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1810026380" sldId="2147483677"/>
          </pc:sldLayoutMkLst>
        </pc:sldLayoutChg>
        <pc:sldLayoutChg chg="new del replId">
          <pc:chgData name="Ionut Girbea" userId="140628fa-96ce-4361-bce7-5504303d38b3" providerId="ADAL" clId="{07D332A5-C578-714C-B97C-CD71A5874CF5}" dt="2023-11-09T08:10:41.440" v="11" actId="6938"/>
          <pc:sldLayoutMkLst>
            <pc:docMk/>
            <pc:sldMasterMk cId="2120943290" sldId="2147483667"/>
            <pc:sldLayoutMk cId="2026168621" sldId="2147483678"/>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1E6D5C2-E810-C572-C13C-9D14F07696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O"/>
          </a:p>
        </p:txBody>
      </p:sp>
      <p:sp>
        <p:nvSpPr>
          <p:cNvPr id="3" name="Date Placeholder 2">
            <a:extLst>
              <a:ext uri="{FF2B5EF4-FFF2-40B4-BE49-F238E27FC236}">
                <a16:creationId xmlns:a16="http://schemas.microsoft.com/office/drawing/2014/main" id="{46FBF47C-D32B-CAA2-A5A4-50B6BEB4A9E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2A5286-0306-B143-BA49-3E397476CCE1}" type="datetimeFigureOut">
              <a:rPr lang="en-RO" smtClean="0"/>
              <a:t>05/30/2026</a:t>
            </a:fld>
            <a:endParaRPr lang="en-RO"/>
          </a:p>
        </p:txBody>
      </p:sp>
      <p:sp>
        <p:nvSpPr>
          <p:cNvPr id="4" name="Footer Placeholder 3">
            <a:extLst>
              <a:ext uri="{FF2B5EF4-FFF2-40B4-BE49-F238E27FC236}">
                <a16:creationId xmlns:a16="http://schemas.microsoft.com/office/drawing/2014/main" id="{4589B6D8-A221-B327-F05B-6C599FD2A03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RO"/>
          </a:p>
        </p:txBody>
      </p:sp>
      <p:sp>
        <p:nvSpPr>
          <p:cNvPr id="5" name="Slide Number Placeholder 4">
            <a:extLst>
              <a:ext uri="{FF2B5EF4-FFF2-40B4-BE49-F238E27FC236}">
                <a16:creationId xmlns:a16="http://schemas.microsoft.com/office/drawing/2014/main" id="{48D1AC45-1C47-9DDA-6253-17E727D225C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16B202A-81CE-954E-9ACC-87922C02C77C}" type="slidenum">
              <a:rPr lang="en-RO" smtClean="0"/>
              <a:t>‹#›</a:t>
            </a:fld>
            <a:endParaRPr lang="en-RO"/>
          </a:p>
        </p:txBody>
      </p:sp>
    </p:spTree>
    <p:extLst>
      <p:ext uri="{BB962C8B-B14F-4D97-AF65-F5344CB8AC3E}">
        <p14:creationId xmlns:p14="http://schemas.microsoft.com/office/powerpoint/2010/main" val="184995558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8" name="Shape 178"/>
          <p:cNvSpPr>
            <a:spLocks noGrp="1" noRot="1" noChangeAspect="1"/>
          </p:cNvSpPr>
          <p:nvPr>
            <p:ph type="sldImg"/>
          </p:nvPr>
        </p:nvSpPr>
        <p:spPr>
          <a:xfrm>
            <a:off x="1143000" y="685800"/>
            <a:ext cx="4572000" cy="3429000"/>
          </a:xfrm>
          <a:prstGeom prst="rect">
            <a:avLst/>
          </a:prstGeom>
        </p:spPr>
        <p:txBody>
          <a:bodyPr/>
          <a:lstStyle/>
          <a:p>
            <a:endParaRPr dirty="0"/>
          </a:p>
        </p:txBody>
      </p:sp>
      <p:sp>
        <p:nvSpPr>
          <p:cNvPr id="179" name="Shape 179"/>
          <p:cNvSpPr>
            <a:spLocks noGrp="1"/>
          </p:cNvSpPr>
          <p:nvPr>
            <p:ph type="body" sz="quarter" idx="1"/>
          </p:nvPr>
        </p:nvSpPr>
        <p:spPr>
          <a:xfrm>
            <a:off x="914400" y="4343400"/>
            <a:ext cx="5029200" cy="4114800"/>
          </a:xfrm>
          <a:prstGeom prst="rect">
            <a:avLst/>
          </a:prstGeom>
        </p:spPr>
        <p:txBody>
          <a:bodyPr/>
          <a:lstStyle/>
          <a:p>
            <a:endParaRPr dirty="0"/>
          </a:p>
        </p:txBody>
      </p:sp>
    </p:spTree>
  </p:cSld>
  <p:clrMap bg1="lt1" tx1="dk1" bg2="lt2" tx2="dk2" accent1="accent1" accent2="accent2" accent3="accent3" accent4="accent4" accent5="accent5" accent6="accent6" hlink="hlink" folHlink="folHlink"/>
  <p:notesStyle>
    <a:lvl1pPr defTabSz="457200" latinLnBrk="0">
      <a:lnSpc>
        <a:spcPct val="117999"/>
      </a:lnSpc>
      <a:defRPr sz="2200" b="0" i="0">
        <a:latin typeface="Dava Sans" pitchFamily="2" charset="77"/>
        <a:ea typeface="+mn-ea"/>
        <a:cs typeface="+mn-cs"/>
        <a:sym typeface="Poppins Regular"/>
      </a:defRPr>
    </a:lvl1pPr>
    <a:lvl2pPr indent="228600" defTabSz="457200" latinLnBrk="0">
      <a:lnSpc>
        <a:spcPct val="117999"/>
      </a:lnSpc>
      <a:defRPr sz="2200">
        <a:latin typeface="+mn-lt"/>
        <a:ea typeface="+mn-ea"/>
        <a:cs typeface="+mn-cs"/>
        <a:sym typeface="Poppins Regular"/>
      </a:defRPr>
    </a:lvl2pPr>
    <a:lvl3pPr indent="457200" defTabSz="457200" latinLnBrk="0">
      <a:lnSpc>
        <a:spcPct val="117999"/>
      </a:lnSpc>
      <a:defRPr sz="2200">
        <a:latin typeface="+mn-lt"/>
        <a:ea typeface="+mn-ea"/>
        <a:cs typeface="+mn-cs"/>
        <a:sym typeface="Poppins Regular"/>
      </a:defRPr>
    </a:lvl3pPr>
    <a:lvl4pPr indent="685800" defTabSz="457200" latinLnBrk="0">
      <a:lnSpc>
        <a:spcPct val="117999"/>
      </a:lnSpc>
      <a:defRPr sz="2200">
        <a:latin typeface="+mn-lt"/>
        <a:ea typeface="+mn-ea"/>
        <a:cs typeface="+mn-cs"/>
        <a:sym typeface="Poppins Regular"/>
      </a:defRPr>
    </a:lvl4pPr>
    <a:lvl5pPr indent="914400" defTabSz="457200" latinLnBrk="0">
      <a:lnSpc>
        <a:spcPct val="117999"/>
      </a:lnSpc>
      <a:defRPr sz="2200">
        <a:latin typeface="+mn-lt"/>
        <a:ea typeface="+mn-ea"/>
        <a:cs typeface="+mn-cs"/>
        <a:sym typeface="Poppins Regular"/>
      </a:defRPr>
    </a:lvl5pPr>
    <a:lvl6pPr indent="1143000" defTabSz="457200" latinLnBrk="0">
      <a:lnSpc>
        <a:spcPct val="117999"/>
      </a:lnSpc>
      <a:defRPr sz="2200">
        <a:latin typeface="+mn-lt"/>
        <a:ea typeface="+mn-ea"/>
        <a:cs typeface="+mn-cs"/>
        <a:sym typeface="Poppins Regular"/>
      </a:defRPr>
    </a:lvl6pPr>
    <a:lvl7pPr indent="1371600" defTabSz="457200" latinLnBrk="0">
      <a:lnSpc>
        <a:spcPct val="117999"/>
      </a:lnSpc>
      <a:defRPr sz="2200">
        <a:latin typeface="+mn-lt"/>
        <a:ea typeface="+mn-ea"/>
        <a:cs typeface="+mn-cs"/>
        <a:sym typeface="Poppins Regular"/>
      </a:defRPr>
    </a:lvl7pPr>
    <a:lvl8pPr indent="1600200" defTabSz="457200" latinLnBrk="0">
      <a:lnSpc>
        <a:spcPct val="117999"/>
      </a:lnSpc>
      <a:defRPr sz="2200">
        <a:latin typeface="+mn-lt"/>
        <a:ea typeface="+mn-ea"/>
        <a:cs typeface="+mn-cs"/>
        <a:sym typeface="Poppins Regular"/>
      </a:defRPr>
    </a:lvl8pPr>
    <a:lvl9pPr indent="1828800" defTabSz="457200" latinLnBrk="0">
      <a:lnSpc>
        <a:spcPct val="117999"/>
      </a:lnSpc>
      <a:defRPr sz="2200">
        <a:latin typeface="+mn-lt"/>
        <a:ea typeface="+mn-ea"/>
        <a:cs typeface="+mn-cs"/>
        <a:sym typeface="Poppins Regular"/>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Shape 244"/>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245" name="Shape 245"/>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 name="Shape 1042"/>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5936538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061F81-8B87-6517-513C-21DFA65A05B4}"/>
            </a:ext>
          </a:extLst>
        </p:cNvPr>
        <p:cNvGrpSpPr/>
        <p:nvPr/>
      </p:nvGrpSpPr>
      <p:grpSpPr>
        <a:xfrm>
          <a:off x="0" y="0"/>
          <a:ext cx="0" cy="0"/>
          <a:chOff x="0" y="0"/>
          <a:chExt cx="0" cy="0"/>
        </a:xfrm>
      </p:grpSpPr>
      <p:sp>
        <p:nvSpPr>
          <p:cNvPr id="1042" name="Shape 1042">
            <a:extLst>
              <a:ext uri="{FF2B5EF4-FFF2-40B4-BE49-F238E27FC236}">
                <a16:creationId xmlns:a16="http://schemas.microsoft.com/office/drawing/2014/main" id="{C59CE0A0-B928-B469-1FBD-A76DA90684DA}"/>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a:extLst>
              <a:ext uri="{FF2B5EF4-FFF2-40B4-BE49-F238E27FC236}">
                <a16:creationId xmlns:a16="http://schemas.microsoft.com/office/drawing/2014/main" id="{7631C586-7F2D-C28C-4DFC-89CE6CB40D75}"/>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67982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7B3FE-8D31-598E-6097-7B1851F59BC4}"/>
            </a:ext>
          </a:extLst>
        </p:cNvPr>
        <p:cNvGrpSpPr/>
        <p:nvPr/>
      </p:nvGrpSpPr>
      <p:grpSpPr>
        <a:xfrm>
          <a:off x="0" y="0"/>
          <a:ext cx="0" cy="0"/>
          <a:chOff x="0" y="0"/>
          <a:chExt cx="0" cy="0"/>
        </a:xfrm>
      </p:grpSpPr>
      <p:sp>
        <p:nvSpPr>
          <p:cNvPr id="1042" name="Shape 1042">
            <a:extLst>
              <a:ext uri="{FF2B5EF4-FFF2-40B4-BE49-F238E27FC236}">
                <a16:creationId xmlns:a16="http://schemas.microsoft.com/office/drawing/2014/main" id="{0E0213E7-171E-BAFE-B3F3-43866F788DCD}"/>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a:extLst>
              <a:ext uri="{FF2B5EF4-FFF2-40B4-BE49-F238E27FC236}">
                <a16:creationId xmlns:a16="http://schemas.microsoft.com/office/drawing/2014/main" id="{C207E604-9908-5097-4343-8DEA31F70D05}"/>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3970820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5A752E-AFB5-11AD-6E80-85D288F9A404}"/>
            </a:ext>
          </a:extLst>
        </p:cNvPr>
        <p:cNvGrpSpPr/>
        <p:nvPr/>
      </p:nvGrpSpPr>
      <p:grpSpPr>
        <a:xfrm>
          <a:off x="0" y="0"/>
          <a:ext cx="0" cy="0"/>
          <a:chOff x="0" y="0"/>
          <a:chExt cx="0" cy="0"/>
        </a:xfrm>
      </p:grpSpPr>
      <p:sp>
        <p:nvSpPr>
          <p:cNvPr id="1167" name="Shape 1167">
            <a:extLst>
              <a:ext uri="{FF2B5EF4-FFF2-40B4-BE49-F238E27FC236}">
                <a16:creationId xmlns:a16="http://schemas.microsoft.com/office/drawing/2014/main" id="{B157CBB4-A385-3372-9A7A-1761D715887C}"/>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168" name="Shape 1168">
            <a:extLst>
              <a:ext uri="{FF2B5EF4-FFF2-40B4-BE49-F238E27FC236}">
                <a16:creationId xmlns:a16="http://schemas.microsoft.com/office/drawing/2014/main" id="{94974227-A8AF-B1F7-3347-6B067D331728}"/>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5654969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2F99BE-1B91-312D-3DAF-8087074C5B1D}"/>
            </a:ext>
          </a:extLst>
        </p:cNvPr>
        <p:cNvGrpSpPr/>
        <p:nvPr/>
      </p:nvGrpSpPr>
      <p:grpSpPr>
        <a:xfrm>
          <a:off x="0" y="0"/>
          <a:ext cx="0" cy="0"/>
          <a:chOff x="0" y="0"/>
          <a:chExt cx="0" cy="0"/>
        </a:xfrm>
      </p:grpSpPr>
      <p:sp>
        <p:nvSpPr>
          <p:cNvPr id="1167" name="Shape 1167">
            <a:extLst>
              <a:ext uri="{FF2B5EF4-FFF2-40B4-BE49-F238E27FC236}">
                <a16:creationId xmlns:a16="http://schemas.microsoft.com/office/drawing/2014/main" id="{F8AD6A74-6D50-8DE8-7CDC-A98F25892BA4}"/>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168" name="Shape 1168">
            <a:extLst>
              <a:ext uri="{FF2B5EF4-FFF2-40B4-BE49-F238E27FC236}">
                <a16:creationId xmlns:a16="http://schemas.microsoft.com/office/drawing/2014/main" id="{C2F29A14-255B-3B93-5A3A-D1959390E4F6}"/>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1340144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63FE4-5427-2A83-D408-C7265D0332E8}"/>
            </a:ext>
          </a:extLst>
        </p:cNvPr>
        <p:cNvGrpSpPr/>
        <p:nvPr/>
      </p:nvGrpSpPr>
      <p:grpSpPr>
        <a:xfrm>
          <a:off x="0" y="0"/>
          <a:ext cx="0" cy="0"/>
          <a:chOff x="0" y="0"/>
          <a:chExt cx="0" cy="0"/>
        </a:xfrm>
      </p:grpSpPr>
      <p:sp>
        <p:nvSpPr>
          <p:cNvPr id="1167" name="Shape 1167">
            <a:extLst>
              <a:ext uri="{FF2B5EF4-FFF2-40B4-BE49-F238E27FC236}">
                <a16:creationId xmlns:a16="http://schemas.microsoft.com/office/drawing/2014/main" id="{B36AFE27-B90D-38CF-7AA0-66B8F973EC25}"/>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168" name="Shape 1168">
            <a:extLst>
              <a:ext uri="{FF2B5EF4-FFF2-40B4-BE49-F238E27FC236}">
                <a16:creationId xmlns:a16="http://schemas.microsoft.com/office/drawing/2014/main" id="{458128C4-2DEA-2678-3B96-D40DD9CA73DF}"/>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7361964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002BB-4C85-FDB1-F928-DD16E034500F}"/>
            </a:ext>
          </a:extLst>
        </p:cNvPr>
        <p:cNvGrpSpPr/>
        <p:nvPr/>
      </p:nvGrpSpPr>
      <p:grpSpPr>
        <a:xfrm>
          <a:off x="0" y="0"/>
          <a:ext cx="0" cy="0"/>
          <a:chOff x="0" y="0"/>
          <a:chExt cx="0" cy="0"/>
        </a:xfrm>
      </p:grpSpPr>
      <p:sp>
        <p:nvSpPr>
          <p:cNvPr id="1167" name="Shape 1167">
            <a:extLst>
              <a:ext uri="{FF2B5EF4-FFF2-40B4-BE49-F238E27FC236}">
                <a16:creationId xmlns:a16="http://schemas.microsoft.com/office/drawing/2014/main" id="{5AE710B4-36B4-C6CD-5D7B-C155C882FDED}"/>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168" name="Shape 1168">
            <a:extLst>
              <a:ext uri="{FF2B5EF4-FFF2-40B4-BE49-F238E27FC236}">
                <a16:creationId xmlns:a16="http://schemas.microsoft.com/office/drawing/2014/main" id="{FE78BC1E-62DB-9669-7CCB-580A1C6266B3}"/>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91671056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 name="Shape 499"/>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500" name="Shape 500"/>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0273751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E4A02-3D15-548E-8B5C-D08F07D20950}"/>
            </a:ext>
          </a:extLst>
        </p:cNvPr>
        <p:cNvGrpSpPr/>
        <p:nvPr/>
      </p:nvGrpSpPr>
      <p:grpSpPr>
        <a:xfrm>
          <a:off x="0" y="0"/>
          <a:ext cx="0" cy="0"/>
          <a:chOff x="0" y="0"/>
          <a:chExt cx="0" cy="0"/>
        </a:xfrm>
      </p:grpSpPr>
      <p:sp>
        <p:nvSpPr>
          <p:cNvPr id="499" name="Shape 499">
            <a:extLst>
              <a:ext uri="{FF2B5EF4-FFF2-40B4-BE49-F238E27FC236}">
                <a16:creationId xmlns:a16="http://schemas.microsoft.com/office/drawing/2014/main" id="{39C0AD70-FD20-2EF8-D564-7D151B48BB47}"/>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500" name="Shape 500">
            <a:extLst>
              <a:ext uri="{FF2B5EF4-FFF2-40B4-BE49-F238E27FC236}">
                <a16:creationId xmlns:a16="http://schemas.microsoft.com/office/drawing/2014/main" id="{F6725C1B-33DC-3B88-BBEC-35E5EE45508D}"/>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26769780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7D978A-051D-D7EF-2A19-293BD35F4766}"/>
            </a:ext>
          </a:extLst>
        </p:cNvPr>
        <p:cNvGrpSpPr/>
        <p:nvPr/>
      </p:nvGrpSpPr>
      <p:grpSpPr>
        <a:xfrm>
          <a:off x="0" y="0"/>
          <a:ext cx="0" cy="0"/>
          <a:chOff x="0" y="0"/>
          <a:chExt cx="0" cy="0"/>
        </a:xfrm>
      </p:grpSpPr>
      <p:sp>
        <p:nvSpPr>
          <p:cNvPr id="499" name="Shape 499">
            <a:extLst>
              <a:ext uri="{FF2B5EF4-FFF2-40B4-BE49-F238E27FC236}">
                <a16:creationId xmlns:a16="http://schemas.microsoft.com/office/drawing/2014/main" id="{5EB96EA1-F29D-3113-1582-B7E9E051B8F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500" name="Shape 500">
            <a:extLst>
              <a:ext uri="{FF2B5EF4-FFF2-40B4-BE49-F238E27FC236}">
                <a16:creationId xmlns:a16="http://schemas.microsoft.com/office/drawing/2014/main" id="{BF444598-F8A7-4167-42EE-343308797FA9}"/>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83319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11293-4536-1746-189D-1696249FCE44}"/>
            </a:ext>
          </a:extLst>
        </p:cNvPr>
        <p:cNvGrpSpPr/>
        <p:nvPr/>
      </p:nvGrpSpPr>
      <p:grpSpPr>
        <a:xfrm>
          <a:off x="0" y="0"/>
          <a:ext cx="0" cy="0"/>
          <a:chOff x="0" y="0"/>
          <a:chExt cx="0" cy="0"/>
        </a:xfrm>
      </p:grpSpPr>
      <p:sp>
        <p:nvSpPr>
          <p:cNvPr id="499" name="Shape 499">
            <a:extLst>
              <a:ext uri="{FF2B5EF4-FFF2-40B4-BE49-F238E27FC236}">
                <a16:creationId xmlns:a16="http://schemas.microsoft.com/office/drawing/2014/main" id="{D52F4627-9605-7DA6-93AB-1C71D4C8AF48}"/>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500" name="Shape 500">
            <a:extLst>
              <a:ext uri="{FF2B5EF4-FFF2-40B4-BE49-F238E27FC236}">
                <a16:creationId xmlns:a16="http://schemas.microsoft.com/office/drawing/2014/main" id="{5306B71F-0272-042F-7BF6-124988AD4576}"/>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9061606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E7E4FE-6601-944E-FEE2-C83E035D16DF}"/>
            </a:ext>
          </a:extLst>
        </p:cNvPr>
        <p:cNvGrpSpPr/>
        <p:nvPr/>
      </p:nvGrpSpPr>
      <p:grpSpPr>
        <a:xfrm>
          <a:off x="0" y="0"/>
          <a:ext cx="0" cy="0"/>
          <a:chOff x="0" y="0"/>
          <a:chExt cx="0" cy="0"/>
        </a:xfrm>
      </p:grpSpPr>
      <p:sp>
        <p:nvSpPr>
          <p:cNvPr id="499" name="Shape 499">
            <a:extLst>
              <a:ext uri="{FF2B5EF4-FFF2-40B4-BE49-F238E27FC236}">
                <a16:creationId xmlns:a16="http://schemas.microsoft.com/office/drawing/2014/main" id="{8744F015-832B-B257-C59A-C0E4F3F7D74E}"/>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500" name="Shape 500">
            <a:extLst>
              <a:ext uri="{FF2B5EF4-FFF2-40B4-BE49-F238E27FC236}">
                <a16:creationId xmlns:a16="http://schemas.microsoft.com/office/drawing/2014/main" id="{2B3A2851-5EFA-3BEC-AFB6-0807BB56CD7D}"/>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4805456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 name="Shape 1208"/>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209" name="Shape 1209"/>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83928506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2" name="Shape 1042"/>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990223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CD6B97-0202-9336-3632-FA1D97075CC9}"/>
            </a:ext>
          </a:extLst>
        </p:cNvPr>
        <p:cNvGrpSpPr/>
        <p:nvPr/>
      </p:nvGrpSpPr>
      <p:grpSpPr>
        <a:xfrm>
          <a:off x="0" y="0"/>
          <a:ext cx="0" cy="0"/>
          <a:chOff x="0" y="0"/>
          <a:chExt cx="0" cy="0"/>
        </a:xfrm>
      </p:grpSpPr>
      <p:sp>
        <p:nvSpPr>
          <p:cNvPr id="1042" name="Shape 1042">
            <a:extLst>
              <a:ext uri="{FF2B5EF4-FFF2-40B4-BE49-F238E27FC236}">
                <a16:creationId xmlns:a16="http://schemas.microsoft.com/office/drawing/2014/main" id="{45AABDCD-5E16-6A5E-A8A3-24D8F3E00E3B}"/>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a:extLst>
              <a:ext uri="{FF2B5EF4-FFF2-40B4-BE49-F238E27FC236}">
                <a16:creationId xmlns:a16="http://schemas.microsoft.com/office/drawing/2014/main" id="{5B84A8C3-44B1-6739-FAAC-B7C4EE482764}"/>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4901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37B98-FB5E-E0D3-0094-46065880E06A}"/>
            </a:ext>
          </a:extLst>
        </p:cNvPr>
        <p:cNvGrpSpPr/>
        <p:nvPr/>
      </p:nvGrpSpPr>
      <p:grpSpPr>
        <a:xfrm>
          <a:off x="0" y="0"/>
          <a:ext cx="0" cy="0"/>
          <a:chOff x="0" y="0"/>
          <a:chExt cx="0" cy="0"/>
        </a:xfrm>
      </p:grpSpPr>
      <p:sp>
        <p:nvSpPr>
          <p:cNvPr id="1042" name="Shape 1042">
            <a:extLst>
              <a:ext uri="{FF2B5EF4-FFF2-40B4-BE49-F238E27FC236}">
                <a16:creationId xmlns:a16="http://schemas.microsoft.com/office/drawing/2014/main" id="{65D71A19-F7AF-3936-5EBE-AD7F62DE6B4A}"/>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a:extLst>
              <a:ext uri="{FF2B5EF4-FFF2-40B4-BE49-F238E27FC236}">
                <a16:creationId xmlns:a16="http://schemas.microsoft.com/office/drawing/2014/main" id="{1DDA2FA5-7D74-2CE2-6F64-FA1D06811B40}"/>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40140878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BAD9B6-487D-BF40-F82C-431FA635C4F7}"/>
            </a:ext>
          </a:extLst>
        </p:cNvPr>
        <p:cNvGrpSpPr/>
        <p:nvPr/>
      </p:nvGrpSpPr>
      <p:grpSpPr>
        <a:xfrm>
          <a:off x="0" y="0"/>
          <a:ext cx="0" cy="0"/>
          <a:chOff x="0" y="0"/>
          <a:chExt cx="0" cy="0"/>
        </a:xfrm>
      </p:grpSpPr>
      <p:sp>
        <p:nvSpPr>
          <p:cNvPr id="1042" name="Shape 1042">
            <a:extLst>
              <a:ext uri="{FF2B5EF4-FFF2-40B4-BE49-F238E27FC236}">
                <a16:creationId xmlns:a16="http://schemas.microsoft.com/office/drawing/2014/main" id="{92FB2287-B7BC-100A-8A0B-67F7302D2E16}"/>
              </a:ext>
            </a:extLst>
          </p:cNvPr>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043" name="Shape 1043">
            <a:extLst>
              <a:ext uri="{FF2B5EF4-FFF2-40B4-BE49-F238E27FC236}">
                <a16:creationId xmlns:a16="http://schemas.microsoft.com/office/drawing/2014/main" id="{ADE8301F-30DF-53BC-3771-09BADF432D09}"/>
              </a:ext>
            </a:extLst>
          </p:cNvPr>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33293483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1" name="Shape 1851"/>
          <p:cNvSpPr>
            <a:spLocks noGrp="1" noRot="1" noChangeAspect="1"/>
          </p:cNvSpPr>
          <p:nvPr>
            <p:ph type="sldImg"/>
          </p:nvPr>
        </p:nvSpPr>
        <p:spPr>
          <a:xfrm>
            <a:off x="381000" y="685800"/>
            <a:ext cx="6096000" cy="3429000"/>
          </a:xfrm>
          <a:prstGeom prst="rect">
            <a:avLst/>
          </a:prstGeom>
        </p:spPr>
        <p:txBody>
          <a:bodyPr/>
          <a:lstStyle/>
          <a:p>
            <a:endParaRPr dirty="0"/>
          </a:p>
        </p:txBody>
      </p:sp>
      <p:sp>
        <p:nvSpPr>
          <p:cNvPr id="1852" name="Shape 1852"/>
          <p:cNvSpPr>
            <a:spLocks noGrp="1"/>
          </p:cNvSpPr>
          <p:nvPr>
            <p:ph type="body" sz="quarter" idx="1"/>
          </p:nvPr>
        </p:nvSpPr>
        <p:spPr>
          <a:prstGeom prst="rect">
            <a:avLst/>
          </a:prstGeom>
        </p:spPr>
        <p:txBody>
          <a:bodyPr/>
          <a:lstStyle/>
          <a:p>
            <a:pPr>
              <a:defRPr>
                <a:latin typeface="Poppins Bold"/>
                <a:ea typeface="Poppins Bold"/>
                <a:cs typeface="Poppins Bold"/>
                <a:sym typeface="Poppins Bold"/>
              </a:defRPr>
            </a:pPr>
            <a:endParaRPr dirty="0"/>
          </a:p>
        </p:txBody>
      </p:sp>
    </p:spTree>
    <p:extLst>
      <p:ext uri="{BB962C8B-B14F-4D97-AF65-F5344CB8AC3E}">
        <p14:creationId xmlns:p14="http://schemas.microsoft.com/office/powerpoint/2010/main" val="10990115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1_Presentation title dark">
    <p:bg>
      <p:bgPr>
        <a:solidFill>
          <a:srgbClr val="192B37"/>
        </a:solidFill>
        <a:effectLst/>
      </p:bgPr>
    </p:bg>
    <p:spTree>
      <p:nvGrpSpPr>
        <p:cNvPr id="1" name=""/>
        <p:cNvGrpSpPr/>
        <p:nvPr/>
      </p:nvGrpSpPr>
      <p:grpSpPr>
        <a:xfrm>
          <a:off x="0" y="0"/>
          <a:ext cx="0" cy="0"/>
          <a:chOff x="0" y="0"/>
          <a:chExt cx="0" cy="0"/>
        </a:xfrm>
      </p:grpSpPr>
      <p:sp>
        <p:nvSpPr>
          <p:cNvPr id="27" name="Title Text"/>
          <p:cNvSpPr txBox="1">
            <a:spLocks noGrp="1"/>
          </p:cNvSpPr>
          <p:nvPr>
            <p:ph type="title"/>
          </p:nvPr>
        </p:nvSpPr>
        <p:spPr>
          <a:xfrm>
            <a:off x="2584896" y="6377282"/>
            <a:ext cx="19678204" cy="5957990"/>
          </a:xfrm>
          <a:prstGeom prst="rect">
            <a:avLst/>
          </a:prstGeom>
        </p:spPr>
        <p:txBody>
          <a:bodyPr lIns="0" tIns="0" rIns="0" bIns="0"/>
          <a:lstStyle>
            <a:lvl1pPr>
              <a:lnSpc>
                <a:spcPct val="80000"/>
              </a:lnSpc>
              <a:spcBef>
                <a:spcPts val="0"/>
              </a:spcBef>
              <a:defRPr sz="9600" spc="0">
                <a:solidFill>
                  <a:srgbClr val="FFFFFF"/>
                </a:solidFill>
                <a:latin typeface="+mj-lt"/>
                <a:ea typeface="+mj-ea"/>
                <a:cs typeface="+mj-cs"/>
                <a:sym typeface="Poppins Medium"/>
              </a:defRPr>
            </a:lvl1pPr>
          </a:lstStyle>
          <a:p>
            <a:r>
              <a:t>Title Text</a:t>
            </a:r>
          </a:p>
        </p:txBody>
      </p:sp>
      <p:sp>
        <p:nvSpPr>
          <p:cNvPr id="29"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spTree>
    <p:extLst>
      <p:ext uri="{BB962C8B-B14F-4D97-AF65-F5344CB8AC3E}">
        <p14:creationId xmlns:p14="http://schemas.microsoft.com/office/powerpoint/2010/main" val="3877933200"/>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Agenda Black">
    <p:bg>
      <p:bgPr>
        <a:solidFill>
          <a:srgbClr val="192B37"/>
        </a:solidFill>
        <a:effectLst/>
      </p:bgPr>
    </p:bg>
    <p:spTree>
      <p:nvGrpSpPr>
        <p:cNvPr id="1" name=""/>
        <p:cNvGrpSpPr/>
        <p:nvPr/>
      </p:nvGrpSpPr>
      <p:grpSpPr>
        <a:xfrm>
          <a:off x="0" y="0"/>
          <a:ext cx="0" cy="0"/>
          <a:chOff x="0" y="0"/>
          <a:chExt cx="0" cy="0"/>
        </a:xfrm>
      </p:grpSpPr>
      <p:sp>
        <p:nvSpPr>
          <p:cNvPr id="51" name="Insert presentation name"/>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dirty="0"/>
              <a:t>The Product-Minded Engineer in the Age of AI-Driven Development</a:t>
            </a:r>
            <a:endParaRPr dirty="0"/>
          </a:p>
        </p:txBody>
      </p:sp>
      <p:pic>
        <p:nvPicPr>
          <p:cNvPr id="52" name="endava_brandshape_RGB_red.svg" descr="endava_brandshape_RGB_red.svg"/>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rot="16200000">
            <a:off x="5521569" y="2073270"/>
            <a:ext cx="609601" cy="243841"/>
          </a:xfrm>
          <a:prstGeom prst="rect">
            <a:avLst/>
          </a:prstGeom>
          <a:ln w="12700">
            <a:miter lim="400000"/>
          </a:ln>
        </p:spPr>
      </p:pic>
      <p:sp>
        <p:nvSpPr>
          <p:cNvPr id="53" name="Agenda"/>
          <p:cNvSpPr txBox="1"/>
          <p:nvPr/>
        </p:nvSpPr>
        <p:spPr>
          <a:xfrm>
            <a:off x="2590800" y="1700307"/>
            <a:ext cx="3357490" cy="96436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anchor="ctr">
            <a:spAutoFit/>
          </a:bodyPr>
          <a:lstStyle>
            <a:lvl1pPr defTabSz="470262">
              <a:lnSpc>
                <a:spcPct val="100000"/>
              </a:lnSpc>
              <a:spcBef>
                <a:spcPts val="3000"/>
              </a:spcBef>
              <a:defRPr sz="5600" spc="0">
                <a:solidFill>
                  <a:srgbClr val="FFFFFF"/>
                </a:solidFill>
              </a:defRPr>
            </a:lvl1pPr>
          </a:lstStyle>
          <a:p>
            <a:r>
              <a:rPr>
                <a:latin typeface="+mj-lt"/>
              </a:rPr>
              <a:t>Agenda</a:t>
            </a:r>
          </a:p>
        </p:txBody>
      </p:sp>
      <p:sp>
        <p:nvSpPr>
          <p:cNvPr id="54" name="Insert short chapter name…"/>
          <p:cNvSpPr txBox="1">
            <a:spLocks noGrp="1"/>
          </p:cNvSpPr>
          <p:nvPr>
            <p:ph type="body" sz="quarter" idx="21"/>
          </p:nvPr>
        </p:nvSpPr>
        <p:spPr>
          <a:xfrm>
            <a:off x="4566592" y="4389125"/>
            <a:ext cx="9263708" cy="4897113"/>
          </a:xfrm>
          <a:prstGeom prst="rect">
            <a:avLst/>
          </a:prstGeom>
        </p:spPr>
        <p:txBody>
          <a:bodyPr lIns="0" tIns="0" rIns="0" bIns="0" anchor="t">
            <a:spAutoFit/>
          </a:bodyPr>
          <a:lstStyle/>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a:p>
            <a:pPr marL="0" indent="0" defTabSz="470262">
              <a:lnSpc>
                <a:spcPct val="140000"/>
              </a:lnSpc>
              <a:spcBef>
                <a:spcPts val="0"/>
              </a:spcBef>
              <a:buClrTx/>
              <a:buSzTx/>
              <a:buNone/>
              <a:defRPr sz="4000">
                <a:solidFill>
                  <a:srgbClr val="FFFFFF"/>
                </a:solidFill>
              </a:defRPr>
            </a:pPr>
            <a:r>
              <a:t>Insert short chapter name</a:t>
            </a:r>
          </a:p>
        </p:txBody>
      </p:sp>
      <p:sp>
        <p:nvSpPr>
          <p:cNvPr id="55" name="Pag. 4…"/>
          <p:cNvSpPr txBox="1">
            <a:spLocks noGrp="1"/>
          </p:cNvSpPr>
          <p:nvPr>
            <p:ph type="body" sz="quarter" idx="22"/>
          </p:nvPr>
        </p:nvSpPr>
        <p:spPr>
          <a:xfrm>
            <a:off x="14478000" y="4630425"/>
            <a:ext cx="1217274" cy="4468867"/>
          </a:xfrm>
          <a:prstGeom prst="rect">
            <a:avLst/>
          </a:prstGeom>
        </p:spPr>
        <p:txBody>
          <a:bodyPr lIns="0" tIns="0" rIns="0" bIns="0" anchor="t">
            <a:spAutoFit/>
          </a:bodyPr>
          <a:lstStyle/>
          <a:p>
            <a:pPr marL="0" indent="0">
              <a:lnSpc>
                <a:spcPct val="280000"/>
              </a:lnSpc>
              <a:buClrTx/>
              <a:buSzTx/>
              <a:buNone/>
              <a:defRPr sz="1600">
                <a:solidFill>
                  <a:srgbClr val="FFFFFF"/>
                </a:solidFill>
              </a:defRPr>
            </a:pPr>
            <a:r>
              <a:t>Pag. 4</a:t>
            </a:r>
          </a:p>
          <a:p>
            <a:pPr marL="0" indent="0">
              <a:lnSpc>
                <a:spcPct val="280000"/>
              </a:lnSpc>
              <a:buClrTx/>
              <a:buSzTx/>
              <a:buNone/>
              <a:defRPr sz="1600">
                <a:solidFill>
                  <a:srgbClr val="FFFFFF"/>
                </a:solidFill>
              </a:defRPr>
            </a:pPr>
            <a:r>
              <a:t>Pag. 8</a:t>
            </a:r>
          </a:p>
          <a:p>
            <a:pPr marL="0" indent="0">
              <a:lnSpc>
                <a:spcPct val="280000"/>
              </a:lnSpc>
              <a:buClrTx/>
              <a:buSzTx/>
              <a:buNone/>
              <a:defRPr sz="1600">
                <a:solidFill>
                  <a:srgbClr val="FFFFFF"/>
                </a:solidFill>
              </a:defRPr>
            </a:pPr>
            <a:r>
              <a:t>Pag. 16</a:t>
            </a:r>
          </a:p>
          <a:p>
            <a:pPr marL="0" indent="0">
              <a:lnSpc>
                <a:spcPct val="280000"/>
              </a:lnSpc>
              <a:buClrTx/>
              <a:buSzTx/>
              <a:buNone/>
              <a:defRPr sz="1600">
                <a:solidFill>
                  <a:srgbClr val="FFFFFF"/>
                </a:solidFill>
              </a:defRPr>
            </a:pPr>
            <a:r>
              <a:t>Pag. 32</a:t>
            </a:r>
          </a:p>
          <a:p>
            <a:pPr marL="0" indent="0">
              <a:lnSpc>
                <a:spcPct val="280000"/>
              </a:lnSpc>
              <a:buClrTx/>
              <a:buSzTx/>
              <a:buNone/>
              <a:defRPr sz="1600">
                <a:solidFill>
                  <a:srgbClr val="FFFFFF"/>
                </a:solidFill>
              </a:defRPr>
            </a:pPr>
            <a:r>
              <a:t>Pag. 48</a:t>
            </a:r>
          </a:p>
        </p:txBody>
      </p:sp>
      <p:sp>
        <p:nvSpPr>
          <p:cNvPr id="56" name="01…"/>
          <p:cNvSpPr txBox="1">
            <a:spLocks noGrp="1"/>
          </p:cNvSpPr>
          <p:nvPr>
            <p:ph type="body" sz="quarter" idx="23"/>
          </p:nvPr>
        </p:nvSpPr>
        <p:spPr>
          <a:xfrm>
            <a:off x="2590800" y="4389125"/>
            <a:ext cx="1328093" cy="4897113"/>
          </a:xfrm>
          <a:prstGeom prst="rect">
            <a:avLst/>
          </a:prstGeom>
        </p:spPr>
        <p:txBody>
          <a:bodyPr lIns="0" tIns="0" rIns="0" bIns="0" anchor="t">
            <a:spAutoFit/>
          </a:bodyPr>
          <a:lstStyle/>
          <a:p>
            <a:pPr marL="0" indent="0" defTabSz="470262">
              <a:lnSpc>
                <a:spcPct val="140000"/>
              </a:lnSpc>
              <a:spcBef>
                <a:spcPts val="0"/>
              </a:spcBef>
              <a:buSzTx/>
              <a:buNone/>
              <a:defRPr sz="4000">
                <a:solidFill>
                  <a:srgbClr val="FF5640"/>
                </a:solidFill>
              </a:defRPr>
            </a:pPr>
            <a:r>
              <a:t>01</a:t>
            </a:r>
          </a:p>
          <a:p>
            <a:pPr marL="0" indent="0" defTabSz="470262">
              <a:lnSpc>
                <a:spcPct val="140000"/>
              </a:lnSpc>
              <a:spcBef>
                <a:spcPts val="0"/>
              </a:spcBef>
              <a:buSzTx/>
              <a:buNone/>
              <a:defRPr sz="4000">
                <a:solidFill>
                  <a:srgbClr val="FF5640"/>
                </a:solidFill>
              </a:defRPr>
            </a:pPr>
            <a:r>
              <a:t>02</a:t>
            </a:r>
          </a:p>
          <a:p>
            <a:pPr marL="0" indent="0" defTabSz="470262">
              <a:lnSpc>
                <a:spcPct val="140000"/>
              </a:lnSpc>
              <a:spcBef>
                <a:spcPts val="0"/>
              </a:spcBef>
              <a:buSzTx/>
              <a:buNone/>
              <a:defRPr sz="4000">
                <a:solidFill>
                  <a:srgbClr val="FF5640"/>
                </a:solidFill>
              </a:defRPr>
            </a:pPr>
            <a:r>
              <a:t>03</a:t>
            </a:r>
          </a:p>
          <a:p>
            <a:pPr marL="0" indent="0" defTabSz="470262">
              <a:lnSpc>
                <a:spcPct val="140000"/>
              </a:lnSpc>
              <a:spcBef>
                <a:spcPts val="0"/>
              </a:spcBef>
              <a:buSzTx/>
              <a:buNone/>
              <a:defRPr sz="4000">
                <a:solidFill>
                  <a:srgbClr val="FF5640"/>
                </a:solidFill>
              </a:defRPr>
            </a:pPr>
            <a:r>
              <a:t>04</a:t>
            </a:r>
          </a:p>
          <a:p>
            <a:pPr marL="0" indent="0" defTabSz="470262">
              <a:lnSpc>
                <a:spcPct val="140000"/>
              </a:lnSpc>
              <a:spcBef>
                <a:spcPts val="0"/>
              </a:spcBef>
              <a:buSzTx/>
              <a:buNone/>
              <a:defRPr sz="4000">
                <a:solidFill>
                  <a:srgbClr val="FF5640"/>
                </a:solidFill>
              </a:defRPr>
            </a:pPr>
            <a:r>
              <a:t>05</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rPr/>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hapter dark">
    <p:bg>
      <p:bgPr>
        <a:solidFill>
          <a:srgbClr val="192B37"/>
        </a:solidFill>
        <a:effectLst/>
      </p:bgPr>
    </p:bg>
    <p:spTree>
      <p:nvGrpSpPr>
        <p:cNvPr id="1" name=""/>
        <p:cNvGrpSpPr/>
        <p:nvPr/>
      </p:nvGrpSpPr>
      <p:grpSpPr>
        <a:xfrm>
          <a:off x="0" y="0"/>
          <a:ext cx="0" cy="0"/>
          <a:chOff x="0" y="0"/>
          <a:chExt cx="0" cy="0"/>
        </a:xfrm>
      </p:grpSpPr>
      <p:sp>
        <p:nvSpPr>
          <p:cNvPr id="77" name="Title Text"/>
          <p:cNvSpPr txBox="1">
            <a:spLocks noGrp="1"/>
          </p:cNvSpPr>
          <p:nvPr>
            <p:ph type="title"/>
          </p:nvPr>
        </p:nvSpPr>
        <p:spPr>
          <a:xfrm>
            <a:off x="5289996" y="2795882"/>
            <a:ext cx="14122401" cy="3352801"/>
          </a:xfrm>
          <a:prstGeom prst="rect">
            <a:avLst/>
          </a:prstGeom>
        </p:spPr>
        <p:txBody>
          <a:bodyPr lIns="0" tIns="0" rIns="0" bIns="0"/>
          <a:lstStyle>
            <a:lvl1pPr>
              <a:lnSpc>
                <a:spcPct val="100000"/>
              </a:lnSpc>
              <a:spcBef>
                <a:spcPts val="0"/>
              </a:spcBef>
              <a:defRPr sz="9600" spc="0">
                <a:solidFill>
                  <a:srgbClr val="FFFFFF"/>
                </a:solidFill>
                <a:latin typeface="+mj-lt"/>
                <a:ea typeface="+mj-ea"/>
                <a:cs typeface="+mj-cs"/>
                <a:sym typeface="Poppins Medium"/>
              </a:defRPr>
            </a:lvl1pPr>
          </a:lstStyle>
          <a:p>
            <a:r>
              <a:t>Title Text</a:t>
            </a:r>
          </a:p>
        </p:txBody>
      </p:sp>
      <p:sp>
        <p:nvSpPr>
          <p:cNvPr id="79" name="Chapter"/>
          <p:cNvSpPr txBox="1"/>
          <p:nvPr/>
        </p:nvSpPr>
        <p:spPr>
          <a:xfrm>
            <a:off x="609600" y="1224265"/>
            <a:ext cx="1615562" cy="3556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spAutoFit/>
          </a:bodyPr>
          <a:lstStyle>
            <a:lvl1pPr>
              <a:defRPr>
                <a:solidFill>
                  <a:srgbClr val="FFFFFF"/>
                </a:solidFill>
              </a:defRPr>
            </a:lvl1pPr>
          </a:lstStyle>
          <a:p>
            <a:r>
              <a:t>Chapter</a:t>
            </a:r>
          </a:p>
        </p:txBody>
      </p:sp>
      <p:sp>
        <p:nvSpPr>
          <p:cNvPr id="80" name="01"/>
          <p:cNvSpPr txBox="1">
            <a:spLocks noGrp="1"/>
          </p:cNvSpPr>
          <p:nvPr>
            <p:ph type="body" sz="quarter" idx="21" hasCustomPrompt="1"/>
          </p:nvPr>
        </p:nvSpPr>
        <p:spPr>
          <a:xfrm>
            <a:off x="609600" y="2795879"/>
            <a:ext cx="2284402" cy="1477328"/>
          </a:xfrm>
          <a:prstGeom prst="rect">
            <a:avLst/>
          </a:prstGeom>
        </p:spPr>
        <p:txBody>
          <a:bodyPr lIns="0" tIns="0" rIns="0" bIns="0" anchor="t">
            <a:spAutoFit/>
          </a:bodyPr>
          <a:lstStyle>
            <a:lvl1pPr marL="0" indent="0" defTabSz="470262">
              <a:lnSpc>
                <a:spcPct val="100000"/>
              </a:lnSpc>
              <a:spcBef>
                <a:spcPts val="0"/>
              </a:spcBef>
              <a:buClrTx/>
              <a:buSzTx/>
              <a:buNone/>
              <a:defRPr sz="9600">
                <a:solidFill>
                  <a:srgbClr val="FFFFFF"/>
                </a:solidFill>
                <a:latin typeface="+mj-lt"/>
                <a:ea typeface="+mj-ea"/>
                <a:cs typeface="+mj-cs"/>
                <a:sym typeface="Poppins Medium"/>
              </a:defRPr>
            </a:lvl1pPr>
          </a:lstStyle>
          <a:p>
            <a:r>
              <a:t>01</a:t>
            </a:r>
          </a:p>
        </p:txBody>
      </p:sp>
      <p:sp>
        <p:nvSpPr>
          <p:cNvPr id="81" name="Insert presentation name or subtitle here if needed"/>
          <p:cNvSpPr txBox="1">
            <a:spLocks noGrp="1"/>
          </p:cNvSpPr>
          <p:nvPr>
            <p:ph type="body" sz="quarter" idx="22" hasCustomPrompt="1"/>
          </p:nvPr>
        </p:nvSpPr>
        <p:spPr>
          <a:xfrm>
            <a:off x="5301233" y="1224265"/>
            <a:ext cx="7253966" cy="355600"/>
          </a:xfrm>
          <a:prstGeom prst="rect">
            <a:avLst/>
          </a:prstGeom>
        </p:spPr>
        <p:txBody>
          <a:bodyPr lIns="0" tIns="0" rIns="0" bIns="0" anchor="t">
            <a:spAutoFit/>
          </a:bodyPr>
          <a:lstStyle>
            <a:lvl1pPr marL="0" indent="0">
              <a:buClrTx/>
              <a:buSzTx/>
              <a:buNone/>
              <a:defRPr sz="2000">
                <a:solidFill>
                  <a:srgbClr val="FFFFFF"/>
                </a:solidFill>
              </a:defRPr>
            </a:lvl1pPr>
          </a:lstStyle>
          <a:p>
            <a:r>
              <a:rPr dirty="0"/>
              <a:t>Insert subtitle if needed</a:t>
            </a:r>
          </a:p>
        </p:txBody>
      </p:sp>
      <p:sp>
        <p:nvSpPr>
          <p:cNvPr id="82" name="Slide Number"/>
          <p:cNvSpPr txBox="1">
            <a:spLocks noGrp="1"/>
          </p:cNvSpPr>
          <p:nvPr>
            <p:ph type="sldNum" sz="quarter" idx="2"/>
          </p:nvPr>
        </p:nvSpPr>
        <p:spPr>
          <a:xfrm>
            <a:off x="11878716" y="13081000"/>
            <a:ext cx="306935" cy="398779"/>
          </a:xfrm>
          <a:prstGeom prst="rect">
            <a:avLst/>
          </a:prstGeom>
        </p:spPr>
        <p:txBody>
          <a:bodyPr lIns="50800" tIns="50800" rIns="50800" bIns="50800"/>
          <a:lstStyle/>
          <a:p>
            <a:fld id="{86CB4B4D-7CA3-9044-876B-883B54F8677D}" type="slidenum">
              <a:rPr/>
              <a:t>‹#›</a:t>
            </a:fld>
            <a:endParaRPr/>
          </a:p>
        </p:txBody>
      </p:sp>
      <p:pic>
        <p:nvPicPr>
          <p:cNvPr id="2" name="endava_brandshape_RGB_red.svg" descr="endava_brandshape_RGB_red.svg">
            <a:extLst>
              <a:ext uri="{FF2B5EF4-FFF2-40B4-BE49-F238E27FC236}">
                <a16:creationId xmlns:a16="http://schemas.microsoft.com/office/drawing/2014/main" id="{A3C3B100-D67A-6A1F-71CF-0AE68AAFE9C3}"/>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a:fillRect/>
          </a:stretch>
        </p:blipFill>
        <p:spPr>
          <a:xfrm>
            <a:off x="2916214" y="3241710"/>
            <a:ext cx="1142575" cy="457030"/>
          </a:xfrm>
          <a:prstGeom prst="rect">
            <a:avLst/>
          </a:prstGeom>
          <a:ln w="12700">
            <a:miter lim="400000"/>
          </a:ln>
        </p:spPr>
      </p:pic>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Header and Footer">
    <p:spTree>
      <p:nvGrpSpPr>
        <p:cNvPr id="1" name=""/>
        <p:cNvGrpSpPr/>
        <p:nvPr/>
      </p:nvGrpSpPr>
      <p:grpSpPr>
        <a:xfrm>
          <a:off x="0" y="0"/>
          <a:ext cx="0" cy="0"/>
          <a:chOff x="0" y="0"/>
          <a:chExt cx="0" cy="0"/>
        </a:xfrm>
      </p:grpSpPr>
      <p:sp>
        <p:nvSpPr>
          <p:cNvPr id="90"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91" name="Insert chapter name"/>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192B37"/>
            </a:solidFill>
          </a:ln>
        </p:spPr>
        <p:txBody>
          <a:bodyPr wrap="none" lIns="108000" tIns="36000" rIns="108000" bIns="36000">
            <a:spAutoFit/>
          </a:bodyPr>
          <a:lstStyle>
            <a:lvl1pPr marL="0" indent="0">
              <a:lnSpc>
                <a:spcPct val="100000"/>
              </a:lnSpc>
              <a:spcBef>
                <a:spcPts val="0"/>
              </a:spcBef>
              <a:buClrTx/>
              <a:buSzTx/>
              <a:buNone/>
              <a:defRPr sz="1400"/>
            </a:lvl1pPr>
          </a:lstStyle>
          <a:p>
            <a:r>
              <a:rPr lang="en-US"/>
              <a:t>Insert chapter name</a:t>
            </a:r>
            <a:endParaRPr/>
          </a:p>
        </p:txBody>
      </p:sp>
      <p:sp>
        <p:nvSpPr>
          <p:cNvPr id="93" name="Slide Number"/>
          <p:cNvSpPr txBox="1">
            <a:spLocks noGrp="1"/>
          </p:cNvSpPr>
          <p:nvPr>
            <p:ph type="sldNum" sz="quarter" idx="2"/>
          </p:nvPr>
        </p:nvSpPr>
        <p:spPr>
          <a:xfrm>
            <a:off x="23489402" y="13134586"/>
            <a:ext cx="288542" cy="246221"/>
          </a:xfrm>
          <a:prstGeom prst="rect">
            <a:avLst/>
          </a:prstGeom>
        </p:spPr>
        <p:txBody>
          <a:bodyPr anchor="ctr"/>
          <a:lstStyle/>
          <a:p>
            <a:fld id="{86CB4B4D-7CA3-9044-876B-883B54F8677D}" type="slidenum">
              <a:rPr/>
              <a:t>‹#›</a:t>
            </a:fld>
            <a:endParaRPr/>
          </a:p>
        </p:txBody>
      </p:sp>
      <p:sp>
        <p:nvSpPr>
          <p:cNvPr id="3" name="Insert presentation name">
            <a:extLst>
              <a:ext uri="{FF2B5EF4-FFF2-40B4-BE49-F238E27FC236}">
                <a16:creationId xmlns:a16="http://schemas.microsoft.com/office/drawing/2014/main" id="{0EA579C2-A960-9895-D849-1816496962FF}"/>
              </a:ext>
            </a:extLst>
          </p:cNvPr>
          <p:cNvSpPr txBox="1"/>
          <p:nvPr userDrawn="1"/>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lvl1pPr>
          </a:lstStyle>
          <a:p>
            <a:r>
              <a:rPr lang="en-US" dirty="0"/>
              <a:t>The Product-Minded Engineer in the Age of AI-Driven Development</a:t>
            </a:r>
            <a:endParaRPr dirty="0"/>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Header and Footer Black">
    <p:bg>
      <p:bgPr>
        <a:solidFill>
          <a:srgbClr val="192B37"/>
        </a:solidFill>
        <a:effectLst/>
      </p:bgPr>
    </p:bg>
    <p:spTree>
      <p:nvGrpSpPr>
        <p:cNvPr id="1" name=""/>
        <p:cNvGrpSpPr/>
        <p:nvPr/>
      </p:nvGrpSpPr>
      <p:grpSpPr>
        <a:xfrm>
          <a:off x="0" y="0"/>
          <a:ext cx="0" cy="0"/>
          <a:chOff x="0" y="0"/>
          <a:chExt cx="0" cy="0"/>
        </a:xfrm>
      </p:grpSpPr>
      <p:sp>
        <p:nvSpPr>
          <p:cNvPr id="101"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103" name="Insert presentation name"/>
          <p:cNvSpPr txBox="1"/>
          <p:nvPr/>
        </p:nvSpPr>
        <p:spPr>
          <a:xfrm>
            <a:off x="16759829" y="236808"/>
            <a:ext cx="6570620" cy="35052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ctr">
            <a:spAutoFit/>
          </a:bodyPr>
          <a:lstStyle>
            <a:lvl1pPr algn="r">
              <a:spcBef>
                <a:spcPts val="3000"/>
              </a:spcBef>
              <a:defRPr sz="1400">
                <a:solidFill>
                  <a:srgbClr val="FFFFFF"/>
                </a:solidFill>
              </a:defRPr>
            </a:lvl1pPr>
          </a:lstStyle>
          <a:p>
            <a:r>
              <a:rPr lang="en-US" dirty="0"/>
              <a:t>The Product-Minded Engineer in the Age of AI-Driven Development</a:t>
            </a:r>
            <a:endParaRPr dirty="0"/>
          </a:p>
        </p:txBody>
      </p:sp>
      <p:sp>
        <p:nvSpPr>
          <p:cNvPr id="104" name="Slide Number"/>
          <p:cNvSpPr txBox="1">
            <a:spLocks noGrp="1"/>
          </p:cNvSpPr>
          <p:nvPr>
            <p:ph type="sldNum" sz="quarter" idx="2"/>
          </p:nvPr>
        </p:nvSpPr>
        <p:spPr>
          <a:xfrm>
            <a:off x="23489402" y="13134586"/>
            <a:ext cx="288542" cy="246221"/>
          </a:xfrm>
          <a:prstGeom prst="rect">
            <a:avLst/>
          </a:prstGeom>
        </p:spPr>
        <p:txBody>
          <a:bodyPr anchor="ctr"/>
          <a:lstStyle/>
          <a:p>
            <a:fld id="{86CB4B4D-7CA3-9044-876B-883B54F8677D}" type="slidenum">
              <a:rPr/>
              <a:t>‹#›</a:t>
            </a:fld>
            <a:endParaRPr/>
          </a:p>
        </p:txBody>
      </p:sp>
      <p:sp>
        <p:nvSpPr>
          <p:cNvPr id="2" name="Insert chapter name">
            <a:extLst>
              <a:ext uri="{FF2B5EF4-FFF2-40B4-BE49-F238E27FC236}">
                <a16:creationId xmlns:a16="http://schemas.microsoft.com/office/drawing/2014/main" id="{9F4D282D-D29D-3AED-1F6C-6CE2AE9FD156}"/>
              </a:ext>
            </a:extLst>
          </p:cNvPr>
          <p:cNvSpPr>
            <a:spLocks noGrp="1"/>
          </p:cNvSpPr>
          <p:nvPr>
            <p:ph type="body" sz="quarter" idx="21" hasCustomPrompt="1"/>
          </p:nvPr>
        </p:nvSpPr>
        <p:spPr>
          <a:xfrm>
            <a:off x="609599" y="207804"/>
            <a:ext cx="2154529" cy="405189"/>
          </a:xfrm>
          <a:prstGeom prst="roundRect">
            <a:avLst>
              <a:gd name="adj" fmla="val 50000"/>
            </a:avLst>
          </a:prstGeom>
          <a:solidFill>
            <a:srgbClr val="FFFFFF">
              <a:alpha val="0"/>
            </a:srgbClr>
          </a:solidFill>
          <a:ln>
            <a:solidFill>
              <a:srgbClr val="FFFFFF"/>
            </a:solidFill>
          </a:ln>
        </p:spPr>
        <p:txBody>
          <a:bodyPr wrap="none" lIns="108000" tIns="36000" rIns="108000" bIns="36000">
            <a:spAutoFit/>
          </a:bodyPr>
          <a:lstStyle>
            <a:lvl1pPr marL="0" indent="0">
              <a:lnSpc>
                <a:spcPct val="100000"/>
              </a:lnSpc>
              <a:spcBef>
                <a:spcPts val="0"/>
              </a:spcBef>
              <a:buClrTx/>
              <a:buSzTx/>
              <a:buNone/>
              <a:defRPr sz="1400">
                <a:solidFill>
                  <a:srgbClr val="FFFFFF"/>
                </a:solidFill>
              </a:defRPr>
            </a:lvl1pPr>
          </a:lstStyle>
          <a:p>
            <a:r>
              <a:rPr lang="en-US"/>
              <a:t>Insert chapter name</a:t>
            </a:r>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Footer Black">
    <p:bg>
      <p:bgPr>
        <a:solidFill>
          <a:srgbClr val="192B37"/>
        </a:solidFill>
        <a:effectLst/>
      </p:bgPr>
    </p:bg>
    <p:spTree>
      <p:nvGrpSpPr>
        <p:cNvPr id="1" name=""/>
        <p:cNvGrpSpPr/>
        <p:nvPr/>
      </p:nvGrpSpPr>
      <p:grpSpPr>
        <a:xfrm>
          <a:off x="0" y="0"/>
          <a:ext cx="0" cy="0"/>
          <a:chOff x="0" y="0"/>
          <a:chExt cx="0" cy="0"/>
        </a:xfrm>
      </p:grpSpPr>
      <p:sp>
        <p:nvSpPr>
          <p:cNvPr id="157" name="© Copyright 2023 Endava  •  Confidential and Proprietary  •  Version 1.0"/>
          <p:cNvSpPr txBox="1"/>
          <p:nvPr/>
        </p:nvSpPr>
        <p:spPr>
          <a:xfrm>
            <a:off x="610588" y="13114067"/>
            <a:ext cx="11290258" cy="28725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50800" tIns="50800" rIns="50800" bIns="50800" anchor="ctr">
            <a:spAutoFit/>
          </a:bodyPr>
          <a:lstStyle>
            <a:lvl1pPr>
              <a:lnSpc>
                <a:spcPct val="100000"/>
              </a:lnSpc>
              <a:spcBef>
                <a:spcPts val="0"/>
              </a:spcBef>
              <a:defRPr sz="1200" spc="0">
                <a:solidFill>
                  <a:srgbClr val="8C959B"/>
                </a:solidFill>
              </a:defRPr>
            </a:lvl1pPr>
          </a:lstStyle>
          <a:p>
            <a:endParaRPr dirty="0"/>
          </a:p>
        </p:txBody>
      </p:sp>
      <p:sp>
        <p:nvSpPr>
          <p:cNvPr id="158" name="Slide Number"/>
          <p:cNvSpPr txBox="1">
            <a:spLocks noGrp="1"/>
          </p:cNvSpPr>
          <p:nvPr>
            <p:ph type="sldNum" sz="quarter" idx="2"/>
          </p:nvPr>
        </p:nvSpPr>
        <p:spPr>
          <a:prstGeom prst="rect">
            <a:avLst/>
          </a:prstGeom>
        </p:spPr>
        <p:txBody>
          <a:bodyPr anchor="ctr"/>
          <a:lstStyle/>
          <a:p>
            <a:fld id="{86CB4B4D-7CA3-9044-876B-883B54F8677D}" type="slidenum">
              <a:rPr/>
              <a:t>‹#›</a:t>
            </a:fld>
            <a:endParaRPr dirty="0"/>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1625600"/>
            <a:ext cx="22085300" cy="22860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ormAutofit/>
          </a:bodyPr>
          <a:lstStyle/>
          <a:p>
            <a:r>
              <a:rPr dirty="0"/>
              <a:t>Title Text</a:t>
            </a:r>
          </a:p>
        </p:txBody>
      </p:sp>
      <p:sp>
        <p:nvSpPr>
          <p:cNvPr id="3" name="Body Level One…"/>
          <p:cNvSpPr txBox="1">
            <a:spLocks noGrp="1"/>
          </p:cNvSpPr>
          <p:nvPr>
            <p:ph type="body" idx="1"/>
          </p:nvPr>
        </p:nvSpPr>
        <p:spPr>
          <a:xfrm>
            <a:off x="609600" y="3911600"/>
            <a:ext cx="22085300" cy="85344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nchor="t">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RO" dirty="0"/>
          </a:p>
        </p:txBody>
      </p:sp>
      <p:sp>
        <p:nvSpPr>
          <p:cNvPr id="4" name="Slide Number"/>
          <p:cNvSpPr txBox="1">
            <a:spLocks noGrp="1"/>
          </p:cNvSpPr>
          <p:nvPr>
            <p:ph type="sldNum" sz="quarter" idx="2"/>
          </p:nvPr>
        </p:nvSpPr>
        <p:spPr>
          <a:xfrm>
            <a:off x="23489402" y="13132800"/>
            <a:ext cx="288542" cy="246221"/>
          </a:xfrm>
          <a:prstGeom prst="rect">
            <a:avLst/>
          </a:prstGeom>
          <a:ln w="12700">
            <a:miter lim="400000"/>
          </a:ln>
        </p:spPr>
        <p:txBody>
          <a:bodyPr wrap="none" lIns="0" tIns="0" rIns="0" bIns="0" anchor="ctr">
            <a:spAutoFit/>
          </a:bodyPr>
          <a:lstStyle>
            <a:lvl1pPr algn="r" defTabSz="825500">
              <a:lnSpc>
                <a:spcPct val="100000"/>
              </a:lnSpc>
              <a:spcBef>
                <a:spcPts val="0"/>
              </a:spcBef>
              <a:defRPr sz="1600">
                <a:solidFill>
                  <a:srgbClr val="8C959B"/>
                </a:solidFill>
              </a:defRPr>
            </a:lvl1pPr>
          </a:lstStyle>
          <a:p>
            <a:fld id="{86CB4B4D-7CA3-9044-876B-883B54F8677D}" type="slidenum">
              <a:rPr lang="en-RO" smtClean="0"/>
              <a:pPr/>
              <a:t>‹#›</a:t>
            </a:fld>
            <a:endParaRPr lang="en-RO"/>
          </a:p>
        </p:txBody>
      </p:sp>
    </p:spTree>
  </p:cSld>
  <p:clrMap bg1="lt1" tx1="dk1" bg2="lt2" tx2="dk2" accent1="accent1" accent2="accent2" accent3="accent3" accent4="accent4" accent5="accent5" accent6="accent6" hlink="hlink" folHlink="folHlink"/>
  <p:sldLayoutIdLst>
    <p:sldLayoutId id="2147483651" r:id="rId1"/>
    <p:sldLayoutId id="2147483666" r:id="rId2"/>
    <p:sldLayoutId id="2147483653" r:id="rId3"/>
    <p:sldLayoutId id="2147483655" r:id="rId4"/>
    <p:sldLayoutId id="2147483656" r:id="rId5"/>
    <p:sldLayoutId id="2147483657" r:id="rId6"/>
    <p:sldLayoutId id="2147483663" r:id="rId7"/>
  </p:sldLayoutIdLst>
  <p:transition spd="med"/>
  <p:txStyles>
    <p:titleStyle>
      <a:lvl1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j-lt"/>
          <a:ea typeface="+mn-ea"/>
          <a:cs typeface="+mn-cs"/>
          <a:sym typeface="Poppins Regular"/>
        </a:defRPr>
      </a:lvl1pPr>
      <a:lvl2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2pPr>
      <a:lvl3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3pPr>
      <a:lvl4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4pPr>
      <a:lvl5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5pPr>
      <a:lvl6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6pPr>
      <a:lvl7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7pPr>
      <a:lvl8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8pPr>
      <a:lvl9pPr marL="0" marR="0" indent="0" algn="l" defTabSz="470262" rtl="0" latinLnBrk="0">
        <a:lnSpc>
          <a:spcPct val="70000"/>
        </a:lnSpc>
        <a:spcBef>
          <a:spcPts val="3000"/>
        </a:spcBef>
        <a:spcAft>
          <a:spcPts val="0"/>
        </a:spcAft>
        <a:buClrTx/>
        <a:buSzTx/>
        <a:buFontTx/>
        <a:buNone/>
        <a:tabLst/>
        <a:defRPr sz="5600" b="0" i="0" u="none" strike="noStrike" cap="none" spc="0" baseline="0">
          <a:solidFill>
            <a:srgbClr val="192B37"/>
          </a:solidFill>
          <a:uFillTx/>
          <a:latin typeface="+mn-lt"/>
          <a:ea typeface="+mn-ea"/>
          <a:cs typeface="+mn-cs"/>
          <a:sym typeface="Poppins Regular"/>
        </a:defRPr>
      </a:lvl9pPr>
    </p:titleStyle>
    <p:bodyStyle>
      <a:lvl1pPr marL="342900" marR="0" indent="-342900" algn="l" defTabSz="821531" rtl="0" latinLnBrk="0">
        <a:lnSpc>
          <a:spcPct val="120000"/>
        </a:lnSpc>
        <a:spcBef>
          <a:spcPts val="1500"/>
        </a:spcBef>
        <a:spcAft>
          <a:spcPts val="0"/>
        </a:spcAft>
        <a:buClr>
          <a:srgbClr val="FF4230"/>
        </a:buClr>
        <a:buSzPct val="120000"/>
        <a:buFont typeface="Arial" panose="020B0604020202020204" pitchFamily="34" charset="0"/>
        <a:buChar char="•"/>
        <a:tabLst/>
        <a:defRPr lang="en-US" sz="2400" b="0" i="0" u="none" strike="noStrike" cap="none" spc="0" baseline="0" dirty="0">
          <a:solidFill>
            <a:srgbClr val="192B37"/>
          </a:solidFill>
          <a:uFillTx/>
          <a:latin typeface="+mn-lt"/>
          <a:ea typeface="+mn-ea"/>
          <a:cs typeface="+mn-cs"/>
          <a:sym typeface="Poppins Regular"/>
        </a:defRPr>
      </a:lvl1pPr>
      <a:lvl2pPr marL="899583" marR="0" indent="-252000" algn="l" defTabSz="821531" rtl="0" latinLnBrk="0">
        <a:lnSpc>
          <a:spcPct val="120000"/>
        </a:lnSpc>
        <a:spcBef>
          <a:spcPts val="1500"/>
        </a:spcBef>
        <a:spcAft>
          <a:spcPts val="0"/>
        </a:spcAft>
        <a:buClr>
          <a:srgbClr val="FF4230"/>
        </a:buClr>
        <a:buSzPct val="120000"/>
        <a:buFontTx/>
        <a:buChar char="•"/>
        <a:tabLst/>
        <a:defRPr sz="2000" b="0" i="0" u="none" strike="noStrike" cap="none" spc="0" baseline="0">
          <a:solidFill>
            <a:srgbClr val="192B37"/>
          </a:solidFill>
          <a:uFillTx/>
          <a:latin typeface="+mn-lt"/>
          <a:ea typeface="+mn-ea"/>
          <a:cs typeface="+mn-cs"/>
          <a:sym typeface="Poppins Regular"/>
        </a:defRPr>
      </a:lvl2pPr>
      <a:lvl3pPr marL="153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3pPr>
      <a:lvl4pPr marL="2169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4pPr>
      <a:lvl5pPr marL="2804583" marR="0" indent="-252000" algn="l" defTabSz="821531" rtl="0" latinLnBrk="0">
        <a:lnSpc>
          <a:spcPct val="120000"/>
        </a:lnSpc>
        <a:spcBef>
          <a:spcPts val="1500"/>
        </a:spcBef>
        <a:spcAft>
          <a:spcPts val="0"/>
        </a:spcAft>
        <a:buClr>
          <a:srgbClr val="FF4230"/>
        </a:buClr>
        <a:buSzPct val="120000"/>
        <a:buFontTx/>
        <a:buChar char="•"/>
        <a:tabLst/>
        <a:defRPr sz="1600" b="0" i="0" u="none" strike="noStrike" cap="none" spc="0" baseline="0">
          <a:solidFill>
            <a:srgbClr val="192B37"/>
          </a:solidFill>
          <a:uFillTx/>
          <a:latin typeface="+mn-lt"/>
          <a:ea typeface="+mn-ea"/>
          <a:cs typeface="+mn-cs"/>
          <a:sym typeface="Poppins Regular"/>
        </a:defRPr>
      </a:lvl5pPr>
      <a:lvl6pPr marL="343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6pPr>
      <a:lvl7pPr marL="407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7pPr>
      <a:lvl8pPr marL="4709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8pPr>
      <a:lvl9pPr marL="5344583" marR="0" indent="-264583" algn="l" defTabSz="821531" rtl="0" latinLnBrk="0">
        <a:lnSpc>
          <a:spcPct val="120000"/>
        </a:lnSpc>
        <a:spcBef>
          <a:spcPts val="1500"/>
        </a:spcBef>
        <a:spcAft>
          <a:spcPts val="0"/>
        </a:spcAft>
        <a:buClr>
          <a:srgbClr val="FF5640"/>
        </a:buClr>
        <a:buSzPct val="125000"/>
        <a:buFontTx/>
        <a:buChar char="•"/>
        <a:tabLst/>
        <a:defRPr sz="2000" b="0" i="0" u="none" strike="noStrike" cap="none" spc="0" baseline="0">
          <a:solidFill>
            <a:srgbClr val="192B37"/>
          </a:solidFill>
          <a:uFillTx/>
          <a:latin typeface="+mn-lt"/>
          <a:ea typeface="+mn-ea"/>
          <a:cs typeface="+mn-cs"/>
          <a:sym typeface="Poppins Regular"/>
        </a:defRPr>
      </a:lvl9pPr>
    </p:bodyStyle>
    <p:otherStyle>
      <a:lvl1pPr marL="0" marR="0" indent="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1pPr>
      <a:lvl2pPr marL="0" marR="0" indent="228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2pPr>
      <a:lvl3pPr marL="0" marR="0" indent="457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3pPr>
      <a:lvl4pPr marL="0" marR="0" indent="685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4pPr>
      <a:lvl5pPr marL="0" marR="0" indent="9144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5pPr>
      <a:lvl6pPr marL="0" marR="0" indent="11430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6pPr>
      <a:lvl7pPr marL="0" marR="0" indent="13716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7pPr>
      <a:lvl8pPr marL="0" marR="0" indent="16002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8pPr>
      <a:lvl9pPr marL="0" marR="0" indent="1828800" algn="r" defTabSz="825500" rtl="0" latinLnBrk="0">
        <a:lnSpc>
          <a:spcPct val="50000"/>
        </a:lnSpc>
        <a:spcBef>
          <a:spcPts val="0"/>
        </a:spcBef>
        <a:spcAft>
          <a:spcPts val="0"/>
        </a:spcAft>
        <a:buClrTx/>
        <a:buSzTx/>
        <a:buFontTx/>
        <a:buNone/>
        <a:tabLst/>
        <a:defRPr sz="1600" b="0" i="0" u="none" strike="noStrike" cap="none" spc="0" baseline="0">
          <a:solidFill>
            <a:schemeClr val="tx1"/>
          </a:solidFill>
          <a:uFillTx/>
          <a:latin typeface="+mn-lt"/>
          <a:ea typeface="+mn-ea"/>
          <a:cs typeface="+mn-cs"/>
          <a:sym typeface="Poppins Regular"/>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5.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13.png"/><Relationship Id="rId4" Type="http://schemas.openxmlformats.org/officeDocument/2006/relationships/image" Target="../media/image12.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Insert presentation…"/>
          <p:cNvSpPr txBox="1">
            <a:spLocks noGrp="1"/>
          </p:cNvSpPr>
          <p:nvPr>
            <p:ph type="title"/>
          </p:nvPr>
        </p:nvSpPr>
        <p:spPr>
          <a:prstGeom prst="rect">
            <a:avLst/>
          </a:prstGeom>
        </p:spPr>
        <p:txBody>
          <a:bodyPr/>
          <a:lstStyle/>
          <a:p>
            <a:pPr>
              <a:lnSpc>
                <a:spcPct val="100000"/>
              </a:lnSpc>
            </a:pPr>
            <a:r>
              <a:rPr lang="en-US" b="1" dirty="0"/>
              <a:t>The Product-Minded Engineer</a:t>
            </a:r>
            <a:br>
              <a:rPr lang="en-US" dirty="0"/>
            </a:br>
            <a:r>
              <a:rPr lang="en-US" dirty="0"/>
              <a:t>     </a:t>
            </a:r>
            <a:r>
              <a:rPr lang="en-US" sz="7200" b="1" dirty="0"/>
              <a:t>in the Age of AI-Driven Development</a:t>
            </a:r>
            <a:r>
              <a:rPr lang="en-US" dirty="0">
                <a:solidFill>
                  <a:srgbClr val="FF5640"/>
                </a:solidFill>
              </a:rPr>
              <a:t>.</a:t>
            </a:r>
            <a:endParaRPr dirty="0">
              <a:solidFill>
                <a:srgbClr val="FF5640"/>
              </a:solidFill>
            </a:endParaRPr>
          </a:p>
        </p:txBody>
      </p:sp>
      <p:pic>
        <p:nvPicPr>
          <p:cNvPr id="2" name="arrow.svg" descr="arrow.svg">
            <a:extLst>
              <a:ext uri="{FF2B5EF4-FFF2-40B4-BE49-F238E27FC236}">
                <a16:creationId xmlns:a16="http://schemas.microsoft.com/office/drawing/2014/main" id="{708F5AB2-FD10-8B2A-82AB-6CFC8107122C}"/>
              </a:ext>
            </a:extLst>
          </p:cNvPr>
          <p:cNvPicPr>
            <a:picLocks noChangeAspect="1"/>
          </p:cNvPicPr>
          <p:nvPr/>
        </p:nvPicPr>
        <p:blipFill>
          <a:blip r:embed="rId2" cstate="screen">
            <a:extLst>
              <a:ext uri="{28A0092B-C50C-407E-A947-70E740481C1C}">
                <a14:useLocalDpi xmlns:a14="http://schemas.microsoft.com/office/drawing/2010/main"/>
              </a:ext>
            </a:extLst>
          </a:blip>
          <a:srcRect/>
          <a:stretch>
            <a:fillRect/>
          </a:stretch>
        </p:blipFill>
        <p:spPr>
          <a:xfrm>
            <a:off x="2613404" y="7814357"/>
            <a:ext cx="1409956" cy="1219976"/>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 name="Insert short chapter name…"/>
          <p:cNvSpPr txBox="1">
            <a:spLocks noGrp="1"/>
          </p:cNvSpPr>
          <p:nvPr>
            <p:ph type="body" sz="quarter" idx="21"/>
          </p:nvPr>
        </p:nvSpPr>
        <p:spPr>
          <a:xfrm>
            <a:off x="4566592" y="4389125"/>
            <a:ext cx="9442016" cy="4634859"/>
          </a:xfrm>
          <a:prstGeom prst="rect">
            <a:avLst/>
          </a:prstGeom>
        </p:spPr>
        <p:txBody>
          <a:bodyPr/>
          <a:lstStyle/>
          <a:p>
            <a:pPr marL="0" indent="0" defTabSz="470262">
              <a:lnSpc>
                <a:spcPct val="150000"/>
              </a:lnSpc>
              <a:spcBef>
                <a:spcPts val="0"/>
              </a:spcBef>
              <a:buClr>
                <a:srgbClr val="FFFFFF"/>
              </a:buClr>
              <a:buSzTx/>
              <a:buNone/>
              <a:defRPr sz="4000">
                <a:solidFill>
                  <a:srgbClr val="FFFFFF"/>
                </a:solidFill>
              </a:defRPr>
            </a:pPr>
            <a:r>
              <a:rPr lang="en-US" sz="3400" dirty="0"/>
              <a:t>The Traditional View of Engineers</a:t>
            </a:r>
          </a:p>
          <a:p>
            <a:pPr marL="0" indent="0" defTabSz="470262">
              <a:lnSpc>
                <a:spcPct val="150000"/>
              </a:lnSpc>
              <a:spcBef>
                <a:spcPts val="0"/>
              </a:spcBef>
              <a:buClr>
                <a:srgbClr val="FFFFFF"/>
              </a:buClr>
              <a:buSzTx/>
              <a:buNone/>
              <a:defRPr sz="4000">
                <a:solidFill>
                  <a:srgbClr val="FFFFFF"/>
                </a:solidFill>
              </a:defRPr>
            </a:pPr>
            <a:r>
              <a:rPr sz="3400" dirty="0"/>
              <a:t>The </a:t>
            </a:r>
            <a:r>
              <a:rPr lang="en-US" sz="3400" dirty="0"/>
              <a:t>Product-Minded Engineer</a:t>
            </a:r>
            <a:endParaRPr sz="3400" dirty="0"/>
          </a:p>
          <a:p>
            <a:pPr marL="0" indent="0" defTabSz="470262">
              <a:lnSpc>
                <a:spcPct val="150000"/>
              </a:lnSpc>
              <a:spcBef>
                <a:spcPts val="0"/>
              </a:spcBef>
              <a:buClr>
                <a:srgbClr val="FFFFFF"/>
              </a:buClr>
              <a:buSzTx/>
              <a:buNone/>
              <a:defRPr sz="4000">
                <a:solidFill>
                  <a:srgbClr val="FFFFFF"/>
                </a:solidFill>
              </a:defRPr>
            </a:pPr>
            <a:r>
              <a:rPr lang="en-US" sz="3400" dirty="0"/>
              <a:t>Becoming a More Product-Minded Engineer</a:t>
            </a:r>
          </a:p>
          <a:p>
            <a:pPr marL="0" indent="0" defTabSz="470262">
              <a:lnSpc>
                <a:spcPct val="150000"/>
              </a:lnSpc>
              <a:spcBef>
                <a:spcPts val="0"/>
              </a:spcBef>
              <a:buClr>
                <a:srgbClr val="FFFFFF"/>
              </a:buClr>
              <a:buSzTx/>
              <a:buNone/>
              <a:defRPr sz="4000">
                <a:solidFill>
                  <a:srgbClr val="FFFFFF"/>
                </a:solidFill>
              </a:defRPr>
            </a:pPr>
            <a:r>
              <a:rPr lang="en-US" sz="3400" dirty="0"/>
              <a:t>Common Misconceptions</a:t>
            </a:r>
            <a:endParaRPr sz="3400" dirty="0"/>
          </a:p>
          <a:p>
            <a:pPr marL="0" indent="0" defTabSz="470262">
              <a:lnSpc>
                <a:spcPct val="150000"/>
              </a:lnSpc>
              <a:spcBef>
                <a:spcPts val="0"/>
              </a:spcBef>
              <a:buClr>
                <a:srgbClr val="FFFFFF"/>
              </a:buClr>
              <a:buSzTx/>
              <a:buNone/>
              <a:defRPr sz="4000">
                <a:solidFill>
                  <a:srgbClr val="FFFFFF"/>
                </a:solidFill>
              </a:defRPr>
            </a:pPr>
            <a:r>
              <a:rPr lang="en-US" sz="3400" dirty="0"/>
              <a:t>Age of AI-Driven Development</a:t>
            </a:r>
            <a:endParaRPr sz="3400" dirty="0"/>
          </a:p>
        </p:txBody>
      </p:sp>
      <p:sp>
        <p:nvSpPr>
          <p:cNvPr id="242" name="Pag. 4…"/>
          <p:cNvSpPr txBox="1">
            <a:spLocks noGrp="1"/>
          </p:cNvSpPr>
          <p:nvPr>
            <p:ph type="body" sz="quarter" idx="22"/>
          </p:nvPr>
        </p:nvSpPr>
        <p:spPr>
          <a:xfrm>
            <a:off x="14478000" y="4575561"/>
            <a:ext cx="1217274" cy="3633815"/>
          </a:xfrm>
          <a:prstGeom prst="rect">
            <a:avLst/>
          </a:prstGeom>
        </p:spPr>
        <p:txBody>
          <a:bodyPr/>
          <a:lstStyle/>
          <a:p>
            <a:pPr marL="0" indent="0">
              <a:lnSpc>
                <a:spcPct val="240000"/>
              </a:lnSpc>
              <a:buClrTx/>
              <a:buSzTx/>
              <a:buNone/>
              <a:defRPr sz="1600">
                <a:solidFill>
                  <a:srgbClr val="FFFFFF"/>
                </a:solidFill>
              </a:defRPr>
            </a:pPr>
            <a:r>
              <a:rPr dirty="0"/>
              <a:t>Pag. 3</a:t>
            </a:r>
          </a:p>
          <a:p>
            <a:pPr marL="0" indent="0">
              <a:lnSpc>
                <a:spcPct val="240000"/>
              </a:lnSpc>
              <a:buClrTx/>
              <a:buSzTx/>
              <a:buNone/>
              <a:defRPr sz="1600">
                <a:solidFill>
                  <a:srgbClr val="FFFFFF"/>
                </a:solidFill>
              </a:defRPr>
            </a:pPr>
            <a:r>
              <a:rPr dirty="0"/>
              <a:t>Pag. 7</a:t>
            </a:r>
          </a:p>
          <a:p>
            <a:pPr marL="0" indent="0">
              <a:lnSpc>
                <a:spcPct val="240000"/>
              </a:lnSpc>
              <a:buClrTx/>
              <a:buSzTx/>
              <a:buNone/>
              <a:defRPr sz="1600">
                <a:solidFill>
                  <a:srgbClr val="FFFFFF"/>
                </a:solidFill>
              </a:defRPr>
            </a:pPr>
            <a:r>
              <a:rPr dirty="0"/>
              <a:t>Pag. 12</a:t>
            </a:r>
          </a:p>
          <a:p>
            <a:pPr marL="0" indent="0">
              <a:lnSpc>
                <a:spcPct val="240000"/>
              </a:lnSpc>
              <a:buClrTx/>
              <a:buSzTx/>
              <a:buNone/>
              <a:defRPr sz="1600">
                <a:solidFill>
                  <a:srgbClr val="FFFFFF"/>
                </a:solidFill>
              </a:defRPr>
            </a:pPr>
            <a:r>
              <a:rPr dirty="0"/>
              <a:t>Pag. 18</a:t>
            </a:r>
          </a:p>
          <a:p>
            <a:pPr marL="0" indent="0">
              <a:lnSpc>
                <a:spcPct val="240000"/>
              </a:lnSpc>
              <a:buClrTx/>
              <a:buSzTx/>
              <a:buNone/>
              <a:defRPr sz="1600">
                <a:solidFill>
                  <a:srgbClr val="FFFFFF"/>
                </a:solidFill>
              </a:defRPr>
            </a:pPr>
            <a:r>
              <a:rPr dirty="0"/>
              <a:t>Pag. 20</a:t>
            </a:r>
          </a:p>
        </p:txBody>
      </p:sp>
      <p:sp>
        <p:nvSpPr>
          <p:cNvPr id="243" name="01…"/>
          <p:cNvSpPr txBox="1">
            <a:spLocks noGrp="1"/>
          </p:cNvSpPr>
          <p:nvPr>
            <p:ph type="body" sz="quarter" idx="23"/>
          </p:nvPr>
        </p:nvSpPr>
        <p:spPr>
          <a:xfrm>
            <a:off x="2590800" y="4389125"/>
            <a:ext cx="1328093" cy="3850028"/>
          </a:xfrm>
          <a:prstGeom prst="rect">
            <a:avLst/>
          </a:prstGeom>
        </p:spPr>
        <p:txBody>
          <a:bodyPr/>
          <a:lstStyle/>
          <a:p>
            <a:pPr marL="0" indent="0" defTabSz="470262">
              <a:lnSpc>
                <a:spcPct val="150000"/>
              </a:lnSpc>
              <a:spcBef>
                <a:spcPts val="0"/>
              </a:spcBef>
              <a:buSzTx/>
              <a:buNone/>
              <a:defRPr sz="4000">
                <a:solidFill>
                  <a:srgbClr val="FF5640"/>
                </a:solidFill>
              </a:defRPr>
            </a:pPr>
            <a:r>
              <a:rPr sz="3400" dirty="0"/>
              <a:t>01</a:t>
            </a:r>
          </a:p>
          <a:p>
            <a:pPr marL="0" indent="0" defTabSz="470262">
              <a:lnSpc>
                <a:spcPct val="150000"/>
              </a:lnSpc>
              <a:spcBef>
                <a:spcPts val="0"/>
              </a:spcBef>
              <a:buSzTx/>
              <a:buNone/>
              <a:defRPr sz="4000">
                <a:solidFill>
                  <a:srgbClr val="FF5640"/>
                </a:solidFill>
              </a:defRPr>
            </a:pPr>
            <a:r>
              <a:rPr sz="3400" dirty="0"/>
              <a:t>02</a:t>
            </a:r>
          </a:p>
          <a:p>
            <a:pPr marL="0" indent="0" defTabSz="470262">
              <a:lnSpc>
                <a:spcPct val="150000"/>
              </a:lnSpc>
              <a:spcBef>
                <a:spcPts val="0"/>
              </a:spcBef>
              <a:buSzTx/>
              <a:buNone/>
              <a:defRPr sz="4000">
                <a:solidFill>
                  <a:srgbClr val="FF5640"/>
                </a:solidFill>
              </a:defRPr>
            </a:pPr>
            <a:r>
              <a:rPr sz="3400" dirty="0"/>
              <a:t>03</a:t>
            </a:r>
          </a:p>
          <a:p>
            <a:pPr marL="0" indent="0" defTabSz="470262">
              <a:lnSpc>
                <a:spcPct val="150000"/>
              </a:lnSpc>
              <a:spcBef>
                <a:spcPts val="0"/>
              </a:spcBef>
              <a:buSzTx/>
              <a:buNone/>
              <a:defRPr sz="4000">
                <a:solidFill>
                  <a:srgbClr val="FF5640"/>
                </a:solidFill>
              </a:defRPr>
            </a:pPr>
            <a:r>
              <a:rPr sz="3400" dirty="0"/>
              <a:t>04</a:t>
            </a:r>
          </a:p>
          <a:p>
            <a:pPr marL="0" indent="0" defTabSz="470262">
              <a:lnSpc>
                <a:spcPct val="150000"/>
              </a:lnSpc>
              <a:spcBef>
                <a:spcPts val="0"/>
              </a:spcBef>
              <a:buSzTx/>
              <a:buNone/>
              <a:defRPr sz="4000">
                <a:solidFill>
                  <a:srgbClr val="FF5640"/>
                </a:solidFill>
              </a:defRPr>
            </a:pPr>
            <a:r>
              <a:rPr sz="3400" dirty="0"/>
              <a:t>05</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4ED3C4-CBC8-E757-69F9-AD649E0651CA}"/>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8BFEC48B-0C4A-C695-229C-A75713128C98}"/>
              </a:ext>
            </a:extLst>
          </p:cNvPr>
          <p:cNvSpPr txBox="1">
            <a:spLocks noGrp="1"/>
          </p:cNvSpPr>
          <p:nvPr>
            <p:ph type="title"/>
          </p:nvPr>
        </p:nvSpPr>
        <p:spPr>
          <a:prstGeom prst="rect">
            <a:avLst/>
          </a:prstGeom>
        </p:spPr>
        <p:txBody>
          <a:bodyPr/>
          <a:lstStyle/>
          <a:p>
            <a:r>
              <a:rPr lang="en-US" dirty="0"/>
              <a:t>The Traditional View of Engineers</a:t>
            </a:r>
            <a:endParaRPr dirty="0"/>
          </a:p>
        </p:txBody>
      </p:sp>
      <p:sp>
        <p:nvSpPr>
          <p:cNvPr id="254" name="01">
            <a:extLst>
              <a:ext uri="{FF2B5EF4-FFF2-40B4-BE49-F238E27FC236}">
                <a16:creationId xmlns:a16="http://schemas.microsoft.com/office/drawing/2014/main" id="{925D2A91-3BA2-1D1E-493E-2E86B7523980}"/>
              </a:ext>
            </a:extLst>
          </p:cNvPr>
          <p:cNvSpPr txBox="1">
            <a:spLocks noGrp="1"/>
          </p:cNvSpPr>
          <p:nvPr>
            <p:ph type="body" sz="quarter" idx="21"/>
          </p:nvPr>
        </p:nvSpPr>
        <p:spPr>
          <a:prstGeom prst="rect">
            <a:avLst/>
          </a:prstGeom>
        </p:spPr>
        <p:txBody>
          <a:bodyPr/>
          <a:lstStyle/>
          <a:p>
            <a:r>
              <a:rPr dirty="0"/>
              <a:t>01</a:t>
            </a:r>
          </a:p>
        </p:txBody>
      </p:sp>
    </p:spTree>
    <p:extLst>
      <p:ext uri="{BB962C8B-B14F-4D97-AF65-F5344CB8AC3E}">
        <p14:creationId xmlns:p14="http://schemas.microsoft.com/office/powerpoint/2010/main" val="4240468537"/>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5" name="Slide Number"/>
          <p:cNvSpPr txBox="1">
            <a:spLocks noGrp="1"/>
          </p:cNvSpPr>
          <p:nvPr>
            <p:ph type="sldNum" sz="quarter" idx="2"/>
          </p:nvPr>
        </p:nvSpPr>
        <p:spPr>
          <a:prstGeom prst="rect">
            <a:avLst/>
          </a:prstGeom>
          <a:solidFill>
            <a:srgbClr val="000000">
              <a:alpha val="0"/>
            </a:srgbClr>
          </a:solid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4</a:t>
            </a:fld>
            <a:endParaRPr dirty="0"/>
          </a:p>
        </p:txBody>
      </p:sp>
      <p:sp>
        <p:nvSpPr>
          <p:cNvPr id="1034" name="Insert chapter name"/>
          <p:cNvSpPr>
            <a:spLocks noGrp="1"/>
          </p:cNvSpPr>
          <p:nvPr>
            <p:ph type="body" sz="quarter" idx="21"/>
          </p:nvPr>
        </p:nvSpPr>
        <p:spPr>
          <a:xfrm>
            <a:off x="609599" y="207804"/>
            <a:ext cx="3257890" cy="405189"/>
          </a:xfrm>
          <a:prstGeom prst="roundRect">
            <a:avLst>
              <a:gd name="adj" fmla="val 50000"/>
            </a:avLst>
          </a:prstGeom>
        </p:spPr>
        <p:txBody>
          <a:bodyPr/>
          <a:lstStyle/>
          <a:p>
            <a:r>
              <a:rPr lang="en-US" dirty="0"/>
              <a:t>The Traditional View of Engineers</a:t>
            </a:r>
            <a:endParaRPr dirty="0"/>
          </a:p>
        </p:txBody>
      </p:sp>
      <p:sp>
        <p:nvSpPr>
          <p:cNvPr id="2" name="Insert title here">
            <a:extLst>
              <a:ext uri="{FF2B5EF4-FFF2-40B4-BE49-F238E27FC236}">
                <a16:creationId xmlns:a16="http://schemas.microsoft.com/office/drawing/2014/main" id="{015BA9D0-F06D-1A6E-D873-3659AFBA639B}"/>
              </a:ext>
            </a:extLst>
          </p:cNvPr>
          <p:cNvSpPr txBox="1"/>
          <p:nvPr/>
        </p:nvSpPr>
        <p:spPr>
          <a:xfrm>
            <a:off x="609600" y="2008502"/>
            <a:ext cx="21569916" cy="861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solidFill>
                  <a:srgbClr val="FFFFFF"/>
                </a:solidFill>
                <a:latin typeface="+mj-lt"/>
              </a:rPr>
              <a:t>Engineering Education Today</a:t>
            </a:r>
          </a:p>
        </p:txBody>
      </p:sp>
      <p:sp>
        <p:nvSpPr>
          <p:cNvPr id="6"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EB9A42FD-AA9D-C8FC-B100-57C986133314}"/>
              </a:ext>
            </a:extLst>
          </p:cNvPr>
          <p:cNvSpPr txBox="1"/>
          <p:nvPr/>
        </p:nvSpPr>
        <p:spPr>
          <a:xfrm>
            <a:off x="636200" y="3512319"/>
            <a:ext cx="15372000" cy="33203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Build-first education</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Heavy emphasis on implementation and technical fundamentals</a:t>
            </a:r>
            <a:r>
              <a:rPr lang="en-US" sz="1800" kern="100" dirty="0">
                <a:solidFill>
                  <a:srgbClr val="FFFFFF"/>
                </a:solidFill>
                <a:effectLst/>
                <a:ea typeface="Calibri" panose="020F0502020204030204" pitchFamily="34" charset="0"/>
                <a:cs typeface="Times New Roman" panose="02020603050405020304" pitchFamily="18" charset="0"/>
              </a:rPr>
              <a:t>.</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Engineering rigor</a:t>
            </a:r>
            <a:br>
              <a:rPr lang="en-US" sz="1800"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Algorithms, system design tradeoffs, and efficiency optimization</a:t>
            </a:r>
            <a:r>
              <a:rPr lang="en-US" sz="1800" kern="100" dirty="0">
                <a:solidFill>
                  <a:srgbClr val="FFFFFF"/>
                </a:solidFill>
                <a:effectLst/>
                <a:ea typeface="Calibri" panose="020F0502020204030204" pitchFamily="34" charset="0"/>
                <a:cs typeface="Times New Roman" panose="02020603050405020304" pitchFamily="18" charset="0"/>
              </a:rPr>
              <a:t>.</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Problem decomposition</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breaking complex work into structured steps</a:t>
            </a:r>
            <a:r>
              <a:rPr lang="en-US" sz="1800" kern="100" dirty="0">
                <a:solidFill>
                  <a:srgbClr val="FFFFFF"/>
                </a:solidFill>
                <a:effectLst/>
                <a:ea typeface="Calibri" panose="020F0502020204030204" pitchFamily="34" charset="0"/>
                <a:cs typeface="Times New Roman" panose="02020603050405020304" pitchFamily="18" charset="0"/>
              </a:rPr>
              <a:t>.</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Analytical thinking</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logic, critical reasoning, and correctness-focused mindset.</a:t>
            </a:r>
            <a:endParaRPr lang="en-US" sz="1800" kern="100" dirty="0">
              <a:solidFill>
                <a:srgbClr val="FFFFFF"/>
              </a:solidFill>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9285122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A4BF8-9634-A8E0-152B-F6C5033930AE}"/>
            </a:ext>
          </a:extLst>
        </p:cNvPr>
        <p:cNvGrpSpPr/>
        <p:nvPr/>
      </p:nvGrpSpPr>
      <p:grpSpPr>
        <a:xfrm>
          <a:off x="0" y="0"/>
          <a:ext cx="0" cy="0"/>
          <a:chOff x="0" y="0"/>
          <a:chExt cx="0" cy="0"/>
        </a:xfrm>
      </p:grpSpPr>
      <p:sp>
        <p:nvSpPr>
          <p:cNvPr id="1035" name="Slide Number">
            <a:extLst>
              <a:ext uri="{FF2B5EF4-FFF2-40B4-BE49-F238E27FC236}">
                <a16:creationId xmlns:a16="http://schemas.microsoft.com/office/drawing/2014/main" id="{BE00095B-76B6-5B9C-8510-FB7137CD81A3}"/>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5</a:t>
            </a:fld>
            <a:endParaRPr dirty="0"/>
          </a:p>
        </p:txBody>
      </p:sp>
      <p:sp>
        <p:nvSpPr>
          <p:cNvPr id="1034" name="Insert chapter name">
            <a:extLst>
              <a:ext uri="{FF2B5EF4-FFF2-40B4-BE49-F238E27FC236}">
                <a16:creationId xmlns:a16="http://schemas.microsoft.com/office/drawing/2014/main" id="{4225AFB1-47B1-8F7A-EE7A-49B5A454275E}"/>
              </a:ext>
            </a:extLst>
          </p:cNvPr>
          <p:cNvSpPr>
            <a:spLocks noGrp="1"/>
          </p:cNvSpPr>
          <p:nvPr>
            <p:ph type="body" sz="quarter" idx="21"/>
          </p:nvPr>
        </p:nvSpPr>
        <p:spPr>
          <a:xfrm>
            <a:off x="609599" y="207804"/>
            <a:ext cx="3257890" cy="405189"/>
          </a:xfrm>
          <a:prstGeom prst="roundRect">
            <a:avLst>
              <a:gd name="adj" fmla="val 50000"/>
            </a:avLst>
          </a:prstGeom>
        </p:spPr>
        <p:txBody>
          <a:bodyPr/>
          <a:lstStyle/>
          <a:p>
            <a:r>
              <a:rPr lang="en-US" dirty="0"/>
              <a:t>The Traditional View of Engineers</a:t>
            </a:r>
            <a:endParaRPr dirty="0"/>
          </a:p>
        </p:txBody>
      </p:sp>
      <p:sp>
        <p:nvSpPr>
          <p:cNvPr id="2" name="Insert title here">
            <a:extLst>
              <a:ext uri="{FF2B5EF4-FFF2-40B4-BE49-F238E27FC236}">
                <a16:creationId xmlns:a16="http://schemas.microsoft.com/office/drawing/2014/main" id="{42A3B22E-9CA3-BF7A-BB69-D68AAFB6A74C}"/>
              </a:ext>
            </a:extLst>
          </p:cNvPr>
          <p:cNvSpPr txBox="1"/>
          <p:nvPr/>
        </p:nvSpPr>
        <p:spPr>
          <a:xfrm>
            <a:off x="609600" y="2008502"/>
            <a:ext cx="21569916" cy="861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solidFill>
                  <a:srgbClr val="FFFFFF"/>
                </a:solidFill>
                <a:latin typeface="+mj-lt"/>
              </a:rPr>
              <a:t>Engineers in Traditional Organizations</a:t>
            </a:r>
          </a:p>
        </p:txBody>
      </p:sp>
      <p:sp>
        <p:nvSpPr>
          <p:cNvPr id="6"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BEC1C94E-2C3B-C889-0ECC-24D32987C7F4}"/>
              </a:ext>
            </a:extLst>
          </p:cNvPr>
          <p:cNvSpPr txBox="1"/>
          <p:nvPr/>
        </p:nvSpPr>
        <p:spPr>
          <a:xfrm>
            <a:off x="636200" y="3512319"/>
            <a:ext cx="15372000" cy="33203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Execution-first role</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Engineers are brought in to implement predefined requirements</a:t>
            </a:r>
            <a:r>
              <a:rPr lang="en-US" sz="1800" kern="100" dirty="0">
                <a:solidFill>
                  <a:srgbClr val="FFFFFF"/>
                </a:solidFill>
                <a:effectLst/>
                <a:ea typeface="Calibri" panose="020F0502020204030204" pitchFamily="34" charset="0"/>
                <a:cs typeface="Times New Roman" panose="02020603050405020304" pitchFamily="18" charset="0"/>
              </a:rPr>
              <a:t>.</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Separation of thinking and building</a:t>
            </a:r>
            <a:br>
              <a:rPr lang="en-US" sz="1800"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ffectLst/>
                <a:ea typeface="Calibri" panose="020F0502020204030204" pitchFamily="34" charset="0"/>
                <a:cs typeface="Times New Roman" panose="02020603050405020304" pitchFamily="18" charset="0"/>
              </a:rPr>
              <a:t>P</a:t>
            </a:r>
            <a:r>
              <a:rPr lang="en-US" sz="1800" kern="100" dirty="0">
                <a:solidFill>
                  <a:srgbClr val="FFFFFF"/>
                </a:solidFill>
                <a:ea typeface="Calibri" panose="020F0502020204030204" pitchFamily="34" charset="0"/>
                <a:cs typeface="Times New Roman" panose="02020603050405020304" pitchFamily="18" charset="0"/>
              </a:rPr>
              <a:t>roduct decides what, engineering focuses on how</a:t>
            </a:r>
            <a:r>
              <a:rPr lang="en-US" sz="1800" kern="100" dirty="0">
                <a:solidFill>
                  <a:srgbClr val="FFFFFF"/>
                </a:solidFill>
                <a:effectLst/>
                <a:ea typeface="Calibri" panose="020F0502020204030204" pitchFamily="34" charset="0"/>
                <a:cs typeface="Times New Roman" panose="02020603050405020304" pitchFamily="18" charset="0"/>
              </a:rPr>
              <a:t>.</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Optimization over intent</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b="1" kern="100" dirty="0">
                <a:solidFill>
                  <a:srgbClr val="FFFFFF"/>
                </a:solidFill>
                <a:ea typeface="Calibri" panose="020F0502020204030204" pitchFamily="34" charset="0"/>
                <a:cs typeface="Times New Roman" panose="02020603050405020304" pitchFamily="18" charset="0"/>
              </a:rPr>
              <a:t>D</a:t>
            </a:r>
            <a:r>
              <a:rPr lang="en-US" sz="1800" kern="100" dirty="0">
                <a:solidFill>
                  <a:srgbClr val="FFFFFF"/>
                </a:solidFill>
                <a:ea typeface="Calibri" panose="020F0502020204030204" pitchFamily="34" charset="0"/>
                <a:cs typeface="Times New Roman" panose="02020603050405020304" pitchFamily="18" charset="0"/>
              </a:rPr>
              <a:t>eep focus on performance, scalability, and efficiency—not why</a:t>
            </a:r>
            <a:r>
              <a:rPr lang="en-US" sz="1800" kern="100" dirty="0">
                <a:solidFill>
                  <a:srgbClr val="FFFFFF"/>
                </a:solidFill>
                <a:effectLst/>
                <a:ea typeface="Calibri" panose="020F0502020204030204" pitchFamily="34" charset="0"/>
                <a:cs typeface="Times New Roman" panose="02020603050405020304" pitchFamily="18" charset="0"/>
              </a:rPr>
              <a:t>.</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Linear delivery model</a:t>
            </a:r>
            <a:br>
              <a:rPr lang="en-US" sz="1800" b="1" kern="100" dirty="0">
                <a:solidFill>
                  <a:srgbClr val="FFFFFF"/>
                </a:solidFill>
                <a:ea typeface="Calibri" panose="020F0502020204030204" pitchFamily="34" charset="0"/>
                <a:cs typeface="Times New Roman" panose="02020603050405020304" pitchFamily="18" charset="0"/>
              </a:rPr>
            </a:br>
            <a:r>
              <a:rPr lang="en-US" sz="1800" b="1" kern="100" dirty="0">
                <a:solidFill>
                  <a:srgbClr val="FFFFFF"/>
                </a:solidFill>
                <a:ea typeface="Calibri" panose="020F0502020204030204" pitchFamily="34" charset="0"/>
                <a:cs typeface="Times New Roman" panose="02020603050405020304" pitchFamily="18" charset="0"/>
              </a:rPr>
              <a:t>H</a:t>
            </a:r>
            <a:r>
              <a:rPr lang="en-US" sz="1800" kern="100" dirty="0">
                <a:solidFill>
                  <a:srgbClr val="FFFFFF"/>
                </a:solidFill>
                <a:ea typeface="Calibri" panose="020F0502020204030204" pitchFamily="34" charset="0"/>
                <a:cs typeface="Times New Roman" panose="02020603050405020304" pitchFamily="18" charset="0"/>
              </a:rPr>
              <a:t>andoffs, late feedback, and limited direct customer insight.</a:t>
            </a:r>
            <a:endParaRPr lang="en-US" sz="1800" kern="100" dirty="0">
              <a:solidFill>
                <a:srgbClr val="FFFFFF"/>
              </a:solidFill>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98997246"/>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B8C50-C438-A29B-6E5F-4D75C104DBA5}"/>
            </a:ext>
          </a:extLst>
        </p:cNvPr>
        <p:cNvGrpSpPr/>
        <p:nvPr/>
      </p:nvGrpSpPr>
      <p:grpSpPr>
        <a:xfrm>
          <a:off x="0" y="0"/>
          <a:ext cx="0" cy="0"/>
          <a:chOff x="0" y="0"/>
          <a:chExt cx="0" cy="0"/>
        </a:xfrm>
      </p:grpSpPr>
      <p:sp>
        <p:nvSpPr>
          <p:cNvPr id="1035" name="Slide Number">
            <a:extLst>
              <a:ext uri="{FF2B5EF4-FFF2-40B4-BE49-F238E27FC236}">
                <a16:creationId xmlns:a16="http://schemas.microsoft.com/office/drawing/2014/main" id="{DEF7A6D0-6C4E-4E8A-EE3E-0F4037F27314}"/>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6</a:t>
            </a:fld>
            <a:endParaRPr dirty="0"/>
          </a:p>
        </p:txBody>
      </p:sp>
      <p:sp>
        <p:nvSpPr>
          <p:cNvPr id="1034" name="Insert chapter name">
            <a:extLst>
              <a:ext uri="{FF2B5EF4-FFF2-40B4-BE49-F238E27FC236}">
                <a16:creationId xmlns:a16="http://schemas.microsoft.com/office/drawing/2014/main" id="{D86A8404-57A8-786B-E72F-1276858FACE2}"/>
              </a:ext>
            </a:extLst>
          </p:cNvPr>
          <p:cNvSpPr>
            <a:spLocks noGrp="1"/>
          </p:cNvSpPr>
          <p:nvPr>
            <p:ph type="body" sz="quarter" idx="21"/>
          </p:nvPr>
        </p:nvSpPr>
        <p:spPr>
          <a:xfrm>
            <a:off x="609599" y="207804"/>
            <a:ext cx="3257890" cy="405189"/>
          </a:xfrm>
          <a:prstGeom prst="roundRect">
            <a:avLst>
              <a:gd name="adj" fmla="val 50000"/>
            </a:avLst>
          </a:prstGeom>
        </p:spPr>
        <p:txBody>
          <a:bodyPr/>
          <a:lstStyle/>
          <a:p>
            <a:r>
              <a:rPr lang="en-US" dirty="0"/>
              <a:t>The Traditional View of Engineers</a:t>
            </a:r>
            <a:endParaRPr dirty="0"/>
          </a:p>
        </p:txBody>
      </p:sp>
      <p:sp>
        <p:nvSpPr>
          <p:cNvPr id="2" name="Insert title here">
            <a:extLst>
              <a:ext uri="{FF2B5EF4-FFF2-40B4-BE49-F238E27FC236}">
                <a16:creationId xmlns:a16="http://schemas.microsoft.com/office/drawing/2014/main" id="{CBD8328D-3C75-E6AD-AB16-5CB432A98BE8}"/>
              </a:ext>
            </a:extLst>
          </p:cNvPr>
          <p:cNvSpPr txBox="1"/>
          <p:nvPr/>
        </p:nvSpPr>
        <p:spPr>
          <a:xfrm>
            <a:off x="609600" y="2008502"/>
            <a:ext cx="21569916" cy="861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solidFill>
                  <a:srgbClr val="FFFFFF"/>
                </a:solidFill>
                <a:latin typeface="+mj-lt"/>
              </a:rPr>
              <a:t>Engineers that Stand Out</a:t>
            </a:r>
          </a:p>
        </p:txBody>
      </p:sp>
      <p:sp>
        <p:nvSpPr>
          <p:cNvPr id="6"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C4F4F8ED-35C7-2F70-F55D-552DAA036A4D}"/>
              </a:ext>
            </a:extLst>
          </p:cNvPr>
          <p:cNvSpPr txBox="1"/>
          <p:nvPr/>
        </p:nvSpPr>
        <p:spPr>
          <a:xfrm>
            <a:off x="636200" y="3512319"/>
            <a:ext cx="15372000" cy="298799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Broader focus</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b="1" kern="100" dirty="0">
                <a:solidFill>
                  <a:srgbClr val="FFFFFF"/>
                </a:solidFill>
                <a:ea typeface="Calibri" panose="020F0502020204030204" pitchFamily="34" charset="0"/>
                <a:cs typeface="Times New Roman" panose="02020603050405020304" pitchFamily="18" charset="0"/>
              </a:rPr>
              <a:t>S</a:t>
            </a:r>
            <a:r>
              <a:rPr lang="en-US" sz="1800" kern="100" dirty="0">
                <a:solidFill>
                  <a:srgbClr val="FFFFFF"/>
                </a:solidFill>
                <a:ea typeface="Calibri" panose="020F0502020204030204" pitchFamily="34" charset="0"/>
                <a:cs typeface="Times New Roman" panose="02020603050405020304" pitchFamily="18" charset="0"/>
              </a:rPr>
              <a:t>trong interest in the product’s value to users and the business</a:t>
            </a:r>
            <a:r>
              <a:rPr lang="en-US" sz="1800" kern="100" dirty="0">
                <a:solidFill>
                  <a:srgbClr val="FFFFFF"/>
                </a:solidFill>
                <a:effectLst/>
                <a:ea typeface="Calibri" panose="020F0502020204030204" pitchFamily="34" charset="0"/>
                <a:cs typeface="Times New Roman" panose="02020603050405020304" pitchFamily="18" charset="0"/>
              </a:rPr>
              <a:t>.</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Dual perspective</a:t>
            </a:r>
            <a:br>
              <a:rPr lang="en-US" sz="1800"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Identify both engineering challenges and product problems</a:t>
            </a:r>
            <a:r>
              <a:rPr lang="en-US" sz="1800" kern="100" dirty="0">
                <a:solidFill>
                  <a:srgbClr val="FFFFFF"/>
                </a:solidFill>
                <a:effectLst/>
                <a:ea typeface="Calibri" panose="020F0502020204030204" pitchFamily="34" charset="0"/>
                <a:cs typeface="Times New Roman" panose="02020603050405020304" pitchFamily="18" charset="0"/>
              </a:rPr>
              <a:t>.</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Problem-oriented mindset</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Move beyond code delivery to solving real user needs</a:t>
            </a:r>
            <a:r>
              <a:rPr lang="en-US" sz="1800" kern="100" dirty="0">
                <a:solidFill>
                  <a:srgbClr val="FFFFFF"/>
                </a:solidFill>
                <a:effectLst/>
                <a:ea typeface="Calibri" panose="020F0502020204030204" pitchFamily="34" charset="0"/>
                <a:cs typeface="Times New Roman" panose="02020603050405020304" pitchFamily="18" charset="0"/>
              </a:rPr>
              <a:t>.</a:t>
            </a:r>
          </a:p>
          <a:p>
            <a:pPr>
              <a:buClr>
                <a:srgbClr val="FF4230"/>
              </a:buClr>
              <a:tabLst>
                <a:tab pos="457200" algn="l"/>
              </a:tabLst>
            </a:pPr>
            <a:r>
              <a:rPr lang="en-GB" sz="1800" kern="100" dirty="0">
                <a:solidFill>
                  <a:srgbClr val="FFFFFF"/>
                </a:solidFill>
                <a:ea typeface="Calibri" panose="020F0502020204030204" pitchFamily="34" charset="0"/>
                <a:cs typeface="Times New Roman" panose="02020603050405020304" pitchFamily="18" charset="0"/>
              </a:rPr>
              <a:t>They are </a:t>
            </a:r>
            <a:r>
              <a:rPr lang="en-GB" sz="1800" kern="100" dirty="0">
                <a:solidFill>
                  <a:schemeClr val="bg1"/>
                </a:solidFill>
                <a:ea typeface="Calibri" panose="020F0502020204030204" pitchFamily="34" charset="0"/>
                <a:cs typeface="Times New Roman" panose="02020603050405020304" pitchFamily="18" charset="0"/>
              </a:rPr>
              <a:t>product-minded </a:t>
            </a:r>
            <a:r>
              <a:rPr lang="en-GB" sz="1800" kern="100" dirty="0">
                <a:solidFill>
                  <a:srgbClr val="FFFFFF"/>
                </a:solidFill>
                <a:ea typeface="Calibri" panose="020F0502020204030204" pitchFamily="34" charset="0"/>
                <a:cs typeface="Times New Roman" panose="02020603050405020304" pitchFamily="18" charset="0"/>
              </a:rPr>
              <a:t>engineers.</a:t>
            </a:r>
            <a:endParaRPr lang="en-US" sz="1800" kern="100" dirty="0">
              <a:solidFill>
                <a:srgbClr val="FFFFFF"/>
              </a:solidFill>
              <a:effectLst/>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DEBDD209-1665-13A1-18EA-22B3A02A0C49}"/>
              </a:ext>
            </a:extLst>
          </p:cNvPr>
          <p:cNvGrpSpPr/>
          <p:nvPr/>
        </p:nvGrpSpPr>
        <p:grpSpPr>
          <a:xfrm>
            <a:off x="9781078" y="6095266"/>
            <a:ext cx="9028084" cy="2513702"/>
            <a:chOff x="13860200" y="5198065"/>
            <a:chExt cx="9028084" cy="2513702"/>
          </a:xfrm>
        </p:grpSpPr>
        <p:pic>
          <p:nvPicPr>
            <p:cNvPr id="4" name="Picture 3" descr="A red and black logo&#10;&#10;Description automatically generated">
              <a:extLst>
                <a:ext uri="{FF2B5EF4-FFF2-40B4-BE49-F238E27FC236}">
                  <a16:creationId xmlns:a16="http://schemas.microsoft.com/office/drawing/2014/main" id="{C732A6B5-47C5-E0DF-9B44-A2516ADCC50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400000">
              <a:off x="13860200" y="6493357"/>
              <a:ext cx="1218410" cy="1218410"/>
            </a:xfrm>
            <a:prstGeom prst="rect">
              <a:avLst/>
            </a:prstGeom>
          </p:spPr>
        </p:pic>
        <p:sp>
          <p:nvSpPr>
            <p:cNvPr id="5" name="Rounded Rectangle 3">
              <a:extLst>
                <a:ext uri="{FF2B5EF4-FFF2-40B4-BE49-F238E27FC236}">
                  <a16:creationId xmlns:a16="http://schemas.microsoft.com/office/drawing/2014/main" id="{FF798B31-A19A-69D0-5E9B-1384CF4A0D65}"/>
                </a:ext>
              </a:extLst>
            </p:cNvPr>
            <p:cNvSpPr/>
            <p:nvPr/>
          </p:nvSpPr>
          <p:spPr>
            <a:xfrm>
              <a:off x="14482284" y="5198065"/>
              <a:ext cx="8406000" cy="1891618"/>
            </a:xfrm>
            <a:prstGeom prst="roundRect">
              <a:avLst>
                <a:gd name="adj" fmla="val 15861"/>
              </a:avLst>
            </a:prstGeom>
            <a:solidFill>
              <a:srgbClr val="FF564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324000" tIns="324000" rIns="324000" bIns="360000" numCol="1" spcCol="38100" rtlCol="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a:lstStyle>
            <a:p>
              <a:pPr defTabSz="825500">
                <a:spcBef>
                  <a:spcPts val="0"/>
                </a:spcBef>
              </a:pPr>
              <a:r>
                <a:rPr lang="en-US" sz="2800" dirty="0">
                  <a:solidFill>
                    <a:srgbClr val="FFFFFF"/>
                  </a:solidFill>
                </a:rPr>
                <a:t>"Good engineering isn’t just about coding, it’s about asking the right questions.“</a:t>
              </a:r>
            </a:p>
          </p:txBody>
        </p:sp>
      </p:grpSp>
    </p:spTree>
    <p:extLst>
      <p:ext uri="{BB962C8B-B14F-4D97-AF65-F5344CB8AC3E}">
        <p14:creationId xmlns:p14="http://schemas.microsoft.com/office/powerpoint/2010/main" val="1238766144"/>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35B41A-5B80-98C8-4476-551C01703EB3}"/>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DC508C4E-91D7-91D9-0DA1-E3067F5B271E}"/>
              </a:ext>
            </a:extLst>
          </p:cNvPr>
          <p:cNvSpPr txBox="1">
            <a:spLocks noGrp="1"/>
          </p:cNvSpPr>
          <p:nvPr>
            <p:ph type="title"/>
          </p:nvPr>
        </p:nvSpPr>
        <p:spPr>
          <a:prstGeom prst="rect">
            <a:avLst/>
          </a:prstGeom>
        </p:spPr>
        <p:txBody>
          <a:bodyPr/>
          <a:lstStyle/>
          <a:p>
            <a:r>
              <a:rPr lang="en-US" dirty="0"/>
              <a:t>The Product-Minded Engineer</a:t>
            </a:r>
            <a:endParaRPr dirty="0"/>
          </a:p>
        </p:txBody>
      </p:sp>
      <p:sp>
        <p:nvSpPr>
          <p:cNvPr id="254" name="01">
            <a:extLst>
              <a:ext uri="{FF2B5EF4-FFF2-40B4-BE49-F238E27FC236}">
                <a16:creationId xmlns:a16="http://schemas.microsoft.com/office/drawing/2014/main" id="{C00C5C48-9801-12AE-4066-321A4055789A}"/>
              </a:ext>
            </a:extLst>
          </p:cNvPr>
          <p:cNvSpPr txBox="1">
            <a:spLocks noGrp="1"/>
          </p:cNvSpPr>
          <p:nvPr>
            <p:ph type="body" sz="quarter" idx="21"/>
          </p:nvPr>
        </p:nvSpPr>
        <p:spPr>
          <a:prstGeom prst="rect">
            <a:avLst/>
          </a:prstGeom>
        </p:spPr>
        <p:txBody>
          <a:bodyPr/>
          <a:lstStyle/>
          <a:p>
            <a:r>
              <a:rPr dirty="0"/>
              <a:t>02</a:t>
            </a:r>
          </a:p>
        </p:txBody>
      </p:sp>
    </p:spTree>
    <p:extLst>
      <p:ext uri="{BB962C8B-B14F-4D97-AF65-F5344CB8AC3E}">
        <p14:creationId xmlns:p14="http://schemas.microsoft.com/office/powerpoint/2010/main" val="1000919912"/>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1097F-A8C9-DEB1-298E-E27C28A5AB3C}"/>
            </a:ext>
          </a:extLst>
        </p:cNvPr>
        <p:cNvGrpSpPr/>
        <p:nvPr/>
      </p:nvGrpSpPr>
      <p:grpSpPr>
        <a:xfrm>
          <a:off x="0" y="0"/>
          <a:ext cx="0" cy="0"/>
          <a:chOff x="0" y="0"/>
          <a:chExt cx="0" cy="0"/>
        </a:xfrm>
      </p:grpSpPr>
      <p:sp>
        <p:nvSpPr>
          <p:cNvPr id="1158" name="Rectangle">
            <a:extLst>
              <a:ext uri="{FF2B5EF4-FFF2-40B4-BE49-F238E27FC236}">
                <a16:creationId xmlns:a16="http://schemas.microsoft.com/office/drawing/2014/main" id="{E29C2CE9-3625-3D30-50D5-638170BA6E09}"/>
              </a:ext>
            </a:extLst>
          </p:cNvPr>
          <p:cNvSpPr/>
          <p:nvPr/>
        </p:nvSpPr>
        <p:spPr>
          <a:xfrm>
            <a:off x="12501364" y="0"/>
            <a:ext cx="11882636" cy="13716000"/>
          </a:xfrm>
          <a:prstGeom prst="rect">
            <a:avLst/>
          </a:prstGeom>
          <a:solidFill>
            <a:srgbClr val="192B37"/>
          </a:solidFill>
          <a:ln w="12700">
            <a:miter lim="400000"/>
          </a:ln>
        </p:spPr>
        <p:txBody>
          <a:bodyPr lIns="0" tIns="0" rIns="0" bIns="0" anchor="ctr"/>
          <a:lstStyle/>
          <a:p>
            <a:pPr algn="ctr" defTabSz="825500">
              <a:lnSpc>
                <a:spcPct val="100000"/>
              </a:lnSpc>
              <a:spcBef>
                <a:spcPts val="0"/>
              </a:spcBef>
              <a:defRPr sz="1600"/>
            </a:pPr>
            <a:endParaRPr dirty="0"/>
          </a:p>
        </p:txBody>
      </p:sp>
      <p:sp>
        <p:nvSpPr>
          <p:cNvPr id="1159" name="Insert chapter name">
            <a:extLst>
              <a:ext uri="{FF2B5EF4-FFF2-40B4-BE49-F238E27FC236}">
                <a16:creationId xmlns:a16="http://schemas.microsoft.com/office/drawing/2014/main" id="{5F24750C-E918-399B-E5F2-B9E2CEF8B480}"/>
              </a:ext>
            </a:extLst>
          </p:cNvPr>
          <p:cNvSpPr>
            <a:spLocks noGrp="1"/>
          </p:cNvSpPr>
          <p:nvPr>
            <p:ph type="body" sz="quarter" idx="21"/>
          </p:nvPr>
        </p:nvSpPr>
        <p:spPr>
          <a:xfrm>
            <a:off x="609599" y="207804"/>
            <a:ext cx="2993801" cy="405189"/>
          </a:xfrm>
          <a:prstGeom prst="roundRect">
            <a:avLst>
              <a:gd name="adj" fmla="val 50000"/>
            </a:avLst>
          </a:prstGeom>
        </p:spPr>
        <p:txBody>
          <a:bodyPr/>
          <a:lstStyle/>
          <a:p>
            <a:r>
              <a:rPr lang="en-US" dirty="0"/>
              <a:t>The Product-Minded Engineer</a:t>
            </a:r>
            <a:endParaRPr dirty="0"/>
          </a:p>
        </p:txBody>
      </p:sp>
      <p:sp>
        <p:nvSpPr>
          <p:cNvPr id="1160" name="Slide Number">
            <a:extLst>
              <a:ext uri="{FF2B5EF4-FFF2-40B4-BE49-F238E27FC236}">
                <a16:creationId xmlns:a16="http://schemas.microsoft.com/office/drawing/2014/main" id="{7266D2F9-2E6A-260D-C475-68CBA03C676A}"/>
              </a:ext>
            </a:extLst>
          </p:cNvPr>
          <p:cNvSpPr txBox="1">
            <a:spLocks noGrp="1"/>
          </p:cNvSpPr>
          <p:nvPr>
            <p:ph type="sldNum" sz="quarter" idx="2"/>
          </p:nvPr>
        </p:nvSpPr>
        <p:spPr>
          <a:xfrm>
            <a:off x="23526687" y="13109106"/>
            <a:ext cx="251257"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8</a:t>
            </a:fld>
            <a:endParaRPr dirty="0"/>
          </a:p>
        </p:txBody>
      </p:sp>
      <p:sp>
        <p:nvSpPr>
          <p:cNvPr id="1161" name="Subtitle…">
            <a:extLst>
              <a:ext uri="{FF2B5EF4-FFF2-40B4-BE49-F238E27FC236}">
                <a16:creationId xmlns:a16="http://schemas.microsoft.com/office/drawing/2014/main" id="{A185C100-8FD4-AB5F-A365-30BDF738F877}"/>
              </a:ext>
            </a:extLst>
          </p:cNvPr>
          <p:cNvSpPr txBox="1"/>
          <p:nvPr/>
        </p:nvSpPr>
        <p:spPr>
          <a:xfrm>
            <a:off x="13235584" y="4423835"/>
            <a:ext cx="10250025" cy="14660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Embrace their curiosity</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Give them direct exposure to customers</a:t>
            </a:r>
            <a:endParaRPr lang="en-RO" sz="1800" kern="100" dirty="0">
              <a:solidFill>
                <a:srgbClr val="FFFFFF"/>
              </a:solidFill>
              <a:effectLst/>
              <a:latin typeface="Dava Sans" pitchFamily="2" charset="77"/>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Never do customer research or interviews without engineers</a:t>
            </a:r>
            <a:endParaRPr lang="en-US" dirty="0">
              <a:solidFill>
                <a:srgbClr val="FFFFFF"/>
              </a:solidFill>
              <a:latin typeface="Dava Sans" pitchFamily="2" charset="77"/>
              <a:cs typeface="Poppins" pitchFamily="2" charset="77"/>
            </a:endParaRPr>
          </a:p>
        </p:txBody>
      </p:sp>
      <p:sp>
        <p:nvSpPr>
          <p:cNvPr id="5" name="Insert title here">
            <a:extLst>
              <a:ext uri="{FF2B5EF4-FFF2-40B4-BE49-F238E27FC236}">
                <a16:creationId xmlns:a16="http://schemas.microsoft.com/office/drawing/2014/main" id="{C51580F0-B4AD-12C7-A221-6FD45286AAC4}"/>
              </a:ext>
            </a:extLst>
          </p:cNvPr>
          <p:cNvSpPr txBox="1"/>
          <p:nvPr/>
        </p:nvSpPr>
        <p:spPr>
          <a:xfrm>
            <a:off x="609600" y="2008502"/>
            <a:ext cx="10639647"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latin typeface="+mj-lt"/>
              </a:rPr>
              <a:t>Product Understanding</a:t>
            </a:r>
          </a:p>
        </p:txBody>
      </p:sp>
      <p:sp>
        <p:nvSpPr>
          <p:cNvPr id="2"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7AAC9DF5-A505-F421-AE4C-F1CEB1170AB7}"/>
              </a:ext>
            </a:extLst>
          </p:cNvPr>
          <p:cNvSpPr txBox="1"/>
          <p:nvPr/>
        </p:nvSpPr>
        <p:spPr>
          <a:xfrm>
            <a:off x="617913" y="3512319"/>
            <a:ext cx="11437200" cy="20795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spAutoFit/>
          </a:bodyPr>
          <a:lstStyle/>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Curiosity and a keen interest in "why?"</a:t>
            </a:r>
            <a:br>
              <a:rPr lang="en-US" sz="1800" b="1" kern="100" dirty="0">
                <a:effectLst/>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Ask questions. Listened.</a:t>
            </a:r>
            <a:endParaRPr lang="en-RO" sz="1800" kern="100" dirty="0">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Interest in the business</a:t>
            </a:r>
            <a:endParaRPr lang="en-RO" sz="1800" kern="100" dirty="0">
              <a:effectLst/>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Understand how the end-user uses the product that you built</a:t>
            </a:r>
            <a:br>
              <a:rPr lang="en-US" sz="1800" b="1" kern="100" dirty="0">
                <a:effectLst/>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User behavior and data.</a:t>
            </a:r>
            <a:endParaRPr lang="en-US" dirty="0">
              <a:cs typeface="Poppins" pitchFamily="2" charset="77"/>
            </a:endParaRPr>
          </a:p>
        </p:txBody>
      </p:sp>
      <p:sp>
        <p:nvSpPr>
          <p:cNvPr id="3" name="9/10…">
            <a:extLst>
              <a:ext uri="{FF2B5EF4-FFF2-40B4-BE49-F238E27FC236}">
                <a16:creationId xmlns:a16="http://schemas.microsoft.com/office/drawing/2014/main" id="{BB87EA51-BCD5-82DB-00AC-EA241C09AF17}"/>
              </a:ext>
            </a:extLst>
          </p:cNvPr>
          <p:cNvSpPr txBox="1"/>
          <p:nvPr/>
        </p:nvSpPr>
        <p:spPr>
          <a:xfrm>
            <a:off x="13235584" y="2846600"/>
            <a:ext cx="3302001" cy="13314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pPr algn="ctr" defTabSz="470262">
              <a:lnSpc>
                <a:spcPct val="150000"/>
              </a:lnSpc>
              <a:spcBef>
                <a:spcPts val="3000"/>
              </a:spcBef>
              <a:defRPr sz="5600" spc="0"/>
            </a:pPr>
            <a:r>
              <a:rPr lang="en-US" dirty="0">
                <a:solidFill>
                  <a:srgbClr val="FF4230"/>
                </a:solidFill>
                <a:latin typeface="+mj-lt"/>
              </a:rPr>
              <a:t>As a PM</a:t>
            </a:r>
            <a:endParaRPr dirty="0">
              <a:solidFill>
                <a:srgbClr val="FF4230"/>
              </a:solidFill>
              <a:latin typeface="+mj-lt"/>
            </a:endParaRPr>
          </a:p>
        </p:txBody>
      </p:sp>
      <p:pic>
        <p:nvPicPr>
          <p:cNvPr id="4" name="book-96px.svg">
            <a:extLst>
              <a:ext uri="{FF2B5EF4-FFF2-40B4-BE49-F238E27FC236}">
                <a16:creationId xmlns:a16="http://schemas.microsoft.com/office/drawing/2014/main" id="{83E23FB6-46F1-F458-02E3-49225FA9AF0F}"/>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p:blipFill>
        <p:spPr>
          <a:xfrm>
            <a:off x="9145658" y="1895624"/>
            <a:ext cx="914400" cy="914400"/>
          </a:xfrm>
          <a:prstGeom prst="rect">
            <a:avLst/>
          </a:prstGeom>
          <a:ln w="12700" cap="flat">
            <a:noFill/>
            <a:miter lim="400000"/>
          </a:ln>
          <a:effectLst/>
        </p:spPr>
      </p:pic>
    </p:spTree>
    <p:extLst>
      <p:ext uri="{BB962C8B-B14F-4D97-AF65-F5344CB8AC3E}">
        <p14:creationId xmlns:p14="http://schemas.microsoft.com/office/powerpoint/2010/main" val="325077545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40EC8-8EFE-3DBE-B5EF-44E9F901856E}"/>
            </a:ext>
          </a:extLst>
        </p:cNvPr>
        <p:cNvGrpSpPr/>
        <p:nvPr/>
      </p:nvGrpSpPr>
      <p:grpSpPr>
        <a:xfrm>
          <a:off x="0" y="0"/>
          <a:ext cx="0" cy="0"/>
          <a:chOff x="0" y="0"/>
          <a:chExt cx="0" cy="0"/>
        </a:xfrm>
      </p:grpSpPr>
      <p:sp>
        <p:nvSpPr>
          <p:cNvPr id="1158" name="Rectangle">
            <a:extLst>
              <a:ext uri="{FF2B5EF4-FFF2-40B4-BE49-F238E27FC236}">
                <a16:creationId xmlns:a16="http://schemas.microsoft.com/office/drawing/2014/main" id="{C42AC869-445F-D14A-C4BD-B65AC01E1F4B}"/>
              </a:ext>
            </a:extLst>
          </p:cNvPr>
          <p:cNvSpPr/>
          <p:nvPr/>
        </p:nvSpPr>
        <p:spPr>
          <a:xfrm>
            <a:off x="12501364" y="0"/>
            <a:ext cx="11882636" cy="13716000"/>
          </a:xfrm>
          <a:prstGeom prst="rect">
            <a:avLst/>
          </a:prstGeom>
          <a:solidFill>
            <a:srgbClr val="192B37"/>
          </a:solidFill>
          <a:ln w="12700">
            <a:miter lim="400000"/>
          </a:ln>
        </p:spPr>
        <p:txBody>
          <a:bodyPr lIns="0" tIns="0" rIns="0" bIns="0" anchor="ctr"/>
          <a:lstStyle/>
          <a:p>
            <a:pPr algn="ctr" defTabSz="825500">
              <a:lnSpc>
                <a:spcPct val="100000"/>
              </a:lnSpc>
              <a:spcBef>
                <a:spcPts val="0"/>
              </a:spcBef>
              <a:defRPr sz="1600"/>
            </a:pPr>
            <a:endParaRPr dirty="0"/>
          </a:p>
        </p:txBody>
      </p:sp>
      <p:sp>
        <p:nvSpPr>
          <p:cNvPr id="1159" name="Insert chapter name">
            <a:extLst>
              <a:ext uri="{FF2B5EF4-FFF2-40B4-BE49-F238E27FC236}">
                <a16:creationId xmlns:a16="http://schemas.microsoft.com/office/drawing/2014/main" id="{42AF49B4-C9C6-8199-28C6-3D9D10F7C320}"/>
              </a:ext>
            </a:extLst>
          </p:cNvPr>
          <p:cNvSpPr>
            <a:spLocks noGrp="1"/>
          </p:cNvSpPr>
          <p:nvPr>
            <p:ph type="body" sz="quarter" idx="21"/>
          </p:nvPr>
        </p:nvSpPr>
        <p:spPr>
          <a:xfrm>
            <a:off x="609599" y="207804"/>
            <a:ext cx="2993801" cy="405189"/>
          </a:xfrm>
          <a:prstGeom prst="roundRect">
            <a:avLst>
              <a:gd name="adj" fmla="val 50000"/>
            </a:avLst>
          </a:prstGeom>
        </p:spPr>
        <p:txBody>
          <a:bodyPr/>
          <a:lstStyle/>
          <a:p>
            <a:r>
              <a:rPr lang="en-US" dirty="0"/>
              <a:t>The Product-Minded Engineer</a:t>
            </a:r>
            <a:endParaRPr dirty="0"/>
          </a:p>
        </p:txBody>
      </p:sp>
      <p:sp>
        <p:nvSpPr>
          <p:cNvPr id="1160" name="Slide Number">
            <a:extLst>
              <a:ext uri="{FF2B5EF4-FFF2-40B4-BE49-F238E27FC236}">
                <a16:creationId xmlns:a16="http://schemas.microsoft.com/office/drawing/2014/main" id="{48117E79-0C3B-0AFB-8916-7C17E86FC3F7}"/>
              </a:ext>
            </a:extLst>
          </p:cNvPr>
          <p:cNvSpPr txBox="1">
            <a:spLocks noGrp="1"/>
          </p:cNvSpPr>
          <p:nvPr>
            <p:ph type="sldNum" sz="quarter" idx="2"/>
          </p:nvPr>
        </p:nvSpPr>
        <p:spPr>
          <a:xfrm>
            <a:off x="23526687" y="13109106"/>
            <a:ext cx="251257"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9</a:t>
            </a:fld>
            <a:endParaRPr dirty="0"/>
          </a:p>
        </p:txBody>
      </p:sp>
      <p:sp>
        <p:nvSpPr>
          <p:cNvPr id="1161" name="Subtitle…">
            <a:extLst>
              <a:ext uri="{FF2B5EF4-FFF2-40B4-BE49-F238E27FC236}">
                <a16:creationId xmlns:a16="http://schemas.microsoft.com/office/drawing/2014/main" id="{CF96B57F-F483-F0C7-BC63-2B5DD22E3F7E}"/>
              </a:ext>
            </a:extLst>
          </p:cNvPr>
          <p:cNvSpPr txBox="1"/>
          <p:nvPr/>
        </p:nvSpPr>
        <p:spPr>
          <a:xfrm>
            <a:off x="13235584" y="4423835"/>
            <a:ext cx="10250025" cy="23232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Embrace this. They’re questioning the work, not you as a person</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They are not trying to take your job or replace you. They’re just helping you</a:t>
            </a:r>
            <a:endParaRPr lang="en-RO" sz="1800" kern="100" dirty="0">
              <a:solidFill>
                <a:srgbClr val="FFFFFF"/>
              </a:solidFill>
              <a:latin typeface="Dava Sans" pitchFamily="2" charset="77"/>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Start by assuming they’re onto something, rather than seeking to defend your point of view</a:t>
            </a:r>
          </a:p>
          <a:p>
            <a:pPr marL="360000" lvl="0" indent="-360000">
              <a:buClr>
                <a:srgbClr val="FF4230"/>
              </a:buClr>
              <a:buFont typeface="Arial" panose="020B0604020202020204" pitchFamily="34" charset="0"/>
              <a:buChar char="•"/>
              <a:tabLst>
                <a:tab pos="457200" algn="l"/>
              </a:tabLst>
            </a:pPr>
            <a:r>
              <a:rPr lang="en-US" sz="1800" b="1" dirty="0">
                <a:solidFill>
                  <a:srgbClr val="FFFFFF"/>
                </a:solidFill>
                <a:latin typeface="Dava Sans" pitchFamily="2" charset="77"/>
                <a:cs typeface="Poppins" pitchFamily="2" charset="77"/>
              </a:rPr>
              <a:t>It’s not rebellion. It’s a sense of ownership. They care about the product</a:t>
            </a:r>
          </a:p>
        </p:txBody>
      </p:sp>
      <p:sp>
        <p:nvSpPr>
          <p:cNvPr id="1162" name="9/10…">
            <a:extLst>
              <a:ext uri="{FF2B5EF4-FFF2-40B4-BE49-F238E27FC236}">
                <a16:creationId xmlns:a16="http://schemas.microsoft.com/office/drawing/2014/main" id="{A7F63753-5F5B-A242-17DA-741836B1FCFD}"/>
              </a:ext>
            </a:extLst>
          </p:cNvPr>
          <p:cNvSpPr txBox="1"/>
          <p:nvPr/>
        </p:nvSpPr>
        <p:spPr>
          <a:xfrm>
            <a:off x="13235584" y="2846600"/>
            <a:ext cx="3302001" cy="13314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pPr algn="ctr" defTabSz="470262">
              <a:lnSpc>
                <a:spcPct val="150000"/>
              </a:lnSpc>
              <a:spcBef>
                <a:spcPts val="3000"/>
              </a:spcBef>
              <a:defRPr sz="5600" spc="0"/>
            </a:pPr>
            <a:r>
              <a:rPr lang="en-US" dirty="0">
                <a:solidFill>
                  <a:srgbClr val="FF4230"/>
                </a:solidFill>
                <a:latin typeface="+mj-lt"/>
              </a:rPr>
              <a:t>As a PM</a:t>
            </a:r>
            <a:endParaRPr dirty="0">
              <a:solidFill>
                <a:srgbClr val="FF4230"/>
              </a:solidFill>
              <a:latin typeface="+mj-lt"/>
            </a:endParaRPr>
          </a:p>
        </p:txBody>
      </p:sp>
      <p:sp>
        <p:nvSpPr>
          <p:cNvPr id="5" name="Insert title here">
            <a:extLst>
              <a:ext uri="{FF2B5EF4-FFF2-40B4-BE49-F238E27FC236}">
                <a16:creationId xmlns:a16="http://schemas.microsoft.com/office/drawing/2014/main" id="{A1B7687F-31C9-59F1-D42C-653F2D181F46}"/>
              </a:ext>
            </a:extLst>
          </p:cNvPr>
          <p:cNvSpPr txBox="1"/>
          <p:nvPr/>
        </p:nvSpPr>
        <p:spPr>
          <a:xfrm>
            <a:off x="609600" y="2008502"/>
            <a:ext cx="10639647"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latin typeface="+mj-lt"/>
              </a:rPr>
              <a:t>Product Judgment</a:t>
            </a:r>
          </a:p>
        </p:txBody>
      </p:sp>
      <p:sp>
        <p:nvSpPr>
          <p:cNvPr id="2"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041B526F-F8B0-4038-F986-38D90773EEA8}"/>
              </a:ext>
            </a:extLst>
          </p:cNvPr>
          <p:cNvSpPr txBox="1"/>
          <p:nvPr/>
        </p:nvSpPr>
        <p:spPr>
          <a:xfrm>
            <a:off x="617913" y="3512319"/>
            <a:ext cx="11437200" cy="1939505"/>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spAutoFit/>
          </a:bodyPr>
          <a:lstStyle/>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Proactive with product ideas/opinions</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Offering product/engineering tradeoffs upfront</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Practical handling of edge cases</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Bring healthy conflict</a:t>
            </a:r>
            <a:endParaRPr lang="en-US" sz="1800" dirty="0">
              <a:cs typeface="Poppins" pitchFamily="2" charset="77"/>
            </a:endParaRPr>
          </a:p>
        </p:txBody>
      </p:sp>
      <p:pic>
        <p:nvPicPr>
          <p:cNvPr id="3" name="search-96px.svg">
            <a:extLst>
              <a:ext uri="{FF2B5EF4-FFF2-40B4-BE49-F238E27FC236}">
                <a16:creationId xmlns:a16="http://schemas.microsoft.com/office/drawing/2014/main" id="{FAAC1DA1-0598-D67B-0564-0040D1E4E122}"/>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p:blipFill>
        <p:spPr>
          <a:xfrm>
            <a:off x="7472399" y="1819698"/>
            <a:ext cx="914400" cy="914400"/>
          </a:xfrm>
          <a:prstGeom prst="rect">
            <a:avLst/>
          </a:prstGeom>
          <a:ln w="12700" cap="flat">
            <a:noFill/>
            <a:miter lim="400000"/>
          </a:ln>
          <a:effectLst/>
        </p:spPr>
      </p:pic>
    </p:spTree>
    <p:extLst>
      <p:ext uri="{BB962C8B-B14F-4D97-AF65-F5344CB8AC3E}">
        <p14:creationId xmlns:p14="http://schemas.microsoft.com/office/powerpoint/2010/main" val="3469399872"/>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B96EF-AC97-63CD-569C-8FC415E2FB10}"/>
            </a:ext>
          </a:extLst>
        </p:cNvPr>
        <p:cNvGrpSpPr/>
        <p:nvPr/>
      </p:nvGrpSpPr>
      <p:grpSpPr>
        <a:xfrm>
          <a:off x="0" y="0"/>
          <a:ext cx="0" cy="0"/>
          <a:chOff x="0" y="0"/>
          <a:chExt cx="0" cy="0"/>
        </a:xfrm>
      </p:grpSpPr>
      <p:sp>
        <p:nvSpPr>
          <p:cNvPr id="1158" name="Rectangle">
            <a:extLst>
              <a:ext uri="{FF2B5EF4-FFF2-40B4-BE49-F238E27FC236}">
                <a16:creationId xmlns:a16="http://schemas.microsoft.com/office/drawing/2014/main" id="{226BCE46-D0A3-2D51-8F0B-F40E34E6D12A}"/>
              </a:ext>
            </a:extLst>
          </p:cNvPr>
          <p:cNvSpPr/>
          <p:nvPr/>
        </p:nvSpPr>
        <p:spPr>
          <a:xfrm>
            <a:off x="12501364" y="0"/>
            <a:ext cx="11882636" cy="13716000"/>
          </a:xfrm>
          <a:prstGeom prst="rect">
            <a:avLst/>
          </a:prstGeom>
          <a:solidFill>
            <a:srgbClr val="192B37"/>
          </a:solidFill>
          <a:ln w="12700">
            <a:miter lim="400000"/>
          </a:ln>
        </p:spPr>
        <p:txBody>
          <a:bodyPr lIns="0" tIns="0" rIns="0" bIns="0" anchor="ctr"/>
          <a:lstStyle/>
          <a:p>
            <a:pPr algn="ctr" defTabSz="825500">
              <a:lnSpc>
                <a:spcPct val="100000"/>
              </a:lnSpc>
              <a:spcBef>
                <a:spcPts val="0"/>
              </a:spcBef>
              <a:defRPr sz="1600"/>
            </a:pPr>
            <a:endParaRPr dirty="0"/>
          </a:p>
        </p:txBody>
      </p:sp>
      <p:sp>
        <p:nvSpPr>
          <p:cNvPr id="1159" name="Insert chapter name">
            <a:extLst>
              <a:ext uri="{FF2B5EF4-FFF2-40B4-BE49-F238E27FC236}">
                <a16:creationId xmlns:a16="http://schemas.microsoft.com/office/drawing/2014/main" id="{C88FFEFB-6B09-83BE-A6CC-0C2EEE6D2812}"/>
              </a:ext>
            </a:extLst>
          </p:cNvPr>
          <p:cNvSpPr>
            <a:spLocks noGrp="1"/>
          </p:cNvSpPr>
          <p:nvPr>
            <p:ph type="body" sz="quarter" idx="21"/>
          </p:nvPr>
        </p:nvSpPr>
        <p:spPr>
          <a:xfrm>
            <a:off x="609599" y="207804"/>
            <a:ext cx="2993801" cy="405189"/>
          </a:xfrm>
          <a:prstGeom prst="roundRect">
            <a:avLst>
              <a:gd name="adj" fmla="val 50000"/>
            </a:avLst>
          </a:prstGeom>
        </p:spPr>
        <p:txBody>
          <a:bodyPr/>
          <a:lstStyle/>
          <a:p>
            <a:r>
              <a:rPr lang="en-US" dirty="0"/>
              <a:t>The Product-Minded Engineer</a:t>
            </a:r>
            <a:endParaRPr dirty="0"/>
          </a:p>
        </p:txBody>
      </p:sp>
      <p:sp>
        <p:nvSpPr>
          <p:cNvPr id="1160" name="Slide Number">
            <a:extLst>
              <a:ext uri="{FF2B5EF4-FFF2-40B4-BE49-F238E27FC236}">
                <a16:creationId xmlns:a16="http://schemas.microsoft.com/office/drawing/2014/main" id="{95E6F91B-4092-8A44-97BC-BDF3C214DAC0}"/>
              </a:ext>
            </a:extLst>
          </p:cNvPr>
          <p:cNvSpPr txBox="1">
            <a:spLocks noGrp="1"/>
          </p:cNvSpPr>
          <p:nvPr>
            <p:ph type="sldNum" sz="quarter" idx="2"/>
          </p:nvPr>
        </p:nvSpPr>
        <p:spPr>
          <a:xfrm>
            <a:off x="23526687" y="13109106"/>
            <a:ext cx="251257"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10</a:t>
            </a:fld>
            <a:endParaRPr dirty="0"/>
          </a:p>
        </p:txBody>
      </p:sp>
      <p:sp>
        <p:nvSpPr>
          <p:cNvPr id="1161" name="Subtitle…">
            <a:extLst>
              <a:ext uri="{FF2B5EF4-FFF2-40B4-BE49-F238E27FC236}">
                <a16:creationId xmlns:a16="http://schemas.microsoft.com/office/drawing/2014/main" id="{37BA8B11-7934-DF44-9850-E1C3DBC6BA1D}"/>
              </a:ext>
            </a:extLst>
          </p:cNvPr>
          <p:cNvSpPr txBox="1"/>
          <p:nvPr/>
        </p:nvSpPr>
        <p:spPr>
          <a:xfrm>
            <a:off x="13235584" y="4423835"/>
            <a:ext cx="10250025" cy="127368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Empower engineers to have direct exposure to those feedback loops</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Empower product-minded engineers with responsibility to triage incoming feedback</a:t>
            </a:r>
            <a:endParaRPr lang="en-US" sz="1800" dirty="0">
              <a:solidFill>
                <a:srgbClr val="FFFFFF"/>
              </a:solidFill>
              <a:latin typeface="Dava Sans" pitchFamily="2" charset="77"/>
              <a:cs typeface="Poppins" pitchFamily="2" charset="77"/>
            </a:endParaRPr>
          </a:p>
        </p:txBody>
      </p:sp>
      <p:sp>
        <p:nvSpPr>
          <p:cNvPr id="1162" name="9/10…">
            <a:extLst>
              <a:ext uri="{FF2B5EF4-FFF2-40B4-BE49-F238E27FC236}">
                <a16:creationId xmlns:a16="http://schemas.microsoft.com/office/drawing/2014/main" id="{033ED235-2B13-DDBD-FEC0-B7C5F99A42AA}"/>
              </a:ext>
            </a:extLst>
          </p:cNvPr>
          <p:cNvSpPr txBox="1"/>
          <p:nvPr/>
        </p:nvSpPr>
        <p:spPr>
          <a:xfrm>
            <a:off x="13235584" y="2846600"/>
            <a:ext cx="3302001" cy="13314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pPr algn="ctr" defTabSz="470262">
              <a:lnSpc>
                <a:spcPct val="150000"/>
              </a:lnSpc>
              <a:spcBef>
                <a:spcPts val="3000"/>
              </a:spcBef>
              <a:defRPr sz="5600" spc="0"/>
            </a:pPr>
            <a:r>
              <a:rPr lang="en-US" dirty="0">
                <a:solidFill>
                  <a:srgbClr val="FF4230"/>
                </a:solidFill>
                <a:latin typeface="+mj-lt"/>
              </a:rPr>
              <a:t>As a PM</a:t>
            </a:r>
            <a:endParaRPr dirty="0">
              <a:solidFill>
                <a:srgbClr val="FF4230"/>
              </a:solidFill>
              <a:latin typeface="+mj-lt"/>
            </a:endParaRPr>
          </a:p>
        </p:txBody>
      </p:sp>
      <p:sp>
        <p:nvSpPr>
          <p:cNvPr id="5" name="Insert title here">
            <a:extLst>
              <a:ext uri="{FF2B5EF4-FFF2-40B4-BE49-F238E27FC236}">
                <a16:creationId xmlns:a16="http://schemas.microsoft.com/office/drawing/2014/main" id="{832FCB78-186F-6156-BD81-C316070A019B}"/>
              </a:ext>
            </a:extLst>
          </p:cNvPr>
          <p:cNvSpPr txBox="1"/>
          <p:nvPr/>
        </p:nvSpPr>
        <p:spPr>
          <a:xfrm>
            <a:off x="609600" y="2008502"/>
            <a:ext cx="10639647"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latin typeface="+mj-lt"/>
              </a:rPr>
              <a:t>Feedback</a:t>
            </a:r>
          </a:p>
        </p:txBody>
      </p:sp>
      <p:sp>
        <p:nvSpPr>
          <p:cNvPr id="2"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D4DB5C0E-E523-1DD5-2F7B-823EAAAC98D1}"/>
              </a:ext>
            </a:extLst>
          </p:cNvPr>
          <p:cNvSpPr txBox="1"/>
          <p:nvPr/>
        </p:nvSpPr>
        <p:spPr>
          <a:xfrm>
            <a:off x="617913" y="3512319"/>
            <a:ext cx="11437200" cy="20795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spAutoFit/>
          </a:bodyPr>
          <a:lstStyle/>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Seek early feedback</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Quick product validation cycles</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A/B testing is one of the tools.</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Strong product instincts through repeated cycles of learning</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Google Analytics and monitoring the error reporting tools.</a:t>
            </a:r>
            <a:endParaRPr lang="en-US" sz="1800" dirty="0">
              <a:cs typeface="Poppins" pitchFamily="2" charset="77"/>
            </a:endParaRPr>
          </a:p>
        </p:txBody>
      </p:sp>
      <p:pic>
        <p:nvPicPr>
          <p:cNvPr id="4" name="dialog-96px.svg">
            <a:extLst>
              <a:ext uri="{FF2B5EF4-FFF2-40B4-BE49-F238E27FC236}">
                <a16:creationId xmlns:a16="http://schemas.microsoft.com/office/drawing/2014/main" id="{FCAAF57E-7317-3945-8026-9FC0BE2A4853}"/>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p:blipFill>
        <p:spPr>
          <a:xfrm>
            <a:off x="4474769" y="1955876"/>
            <a:ext cx="914400" cy="914400"/>
          </a:xfrm>
          <a:prstGeom prst="rect">
            <a:avLst/>
          </a:prstGeom>
          <a:ln w="12700" cap="flat">
            <a:noFill/>
            <a:miter lim="400000"/>
          </a:ln>
          <a:effectLst/>
        </p:spPr>
      </p:pic>
    </p:spTree>
    <p:extLst>
      <p:ext uri="{BB962C8B-B14F-4D97-AF65-F5344CB8AC3E}">
        <p14:creationId xmlns:p14="http://schemas.microsoft.com/office/powerpoint/2010/main" val="342685538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0DDA4-A27D-C475-FB87-E3978171300C}"/>
            </a:ext>
          </a:extLst>
        </p:cNvPr>
        <p:cNvGrpSpPr/>
        <p:nvPr/>
      </p:nvGrpSpPr>
      <p:grpSpPr>
        <a:xfrm>
          <a:off x="0" y="0"/>
          <a:ext cx="0" cy="0"/>
          <a:chOff x="0" y="0"/>
          <a:chExt cx="0" cy="0"/>
        </a:xfrm>
      </p:grpSpPr>
      <p:sp>
        <p:nvSpPr>
          <p:cNvPr id="1158" name="Rectangle">
            <a:extLst>
              <a:ext uri="{FF2B5EF4-FFF2-40B4-BE49-F238E27FC236}">
                <a16:creationId xmlns:a16="http://schemas.microsoft.com/office/drawing/2014/main" id="{608F2240-1C29-D41B-C006-74FD799F1881}"/>
              </a:ext>
            </a:extLst>
          </p:cNvPr>
          <p:cNvSpPr/>
          <p:nvPr/>
        </p:nvSpPr>
        <p:spPr>
          <a:xfrm>
            <a:off x="12501364" y="0"/>
            <a:ext cx="11882636" cy="13716000"/>
          </a:xfrm>
          <a:prstGeom prst="rect">
            <a:avLst/>
          </a:prstGeom>
          <a:solidFill>
            <a:srgbClr val="192B37"/>
          </a:solidFill>
          <a:ln w="12700">
            <a:miter lim="400000"/>
          </a:ln>
        </p:spPr>
        <p:txBody>
          <a:bodyPr lIns="0" tIns="0" rIns="0" bIns="0" anchor="ctr"/>
          <a:lstStyle/>
          <a:p>
            <a:pPr algn="ctr" defTabSz="825500">
              <a:lnSpc>
                <a:spcPct val="100000"/>
              </a:lnSpc>
              <a:spcBef>
                <a:spcPts val="0"/>
              </a:spcBef>
              <a:defRPr sz="1600"/>
            </a:pPr>
            <a:endParaRPr dirty="0"/>
          </a:p>
        </p:txBody>
      </p:sp>
      <p:sp>
        <p:nvSpPr>
          <p:cNvPr id="1159" name="Insert chapter name">
            <a:extLst>
              <a:ext uri="{FF2B5EF4-FFF2-40B4-BE49-F238E27FC236}">
                <a16:creationId xmlns:a16="http://schemas.microsoft.com/office/drawing/2014/main" id="{4574CFD0-B6F2-0D64-DAA1-AFAD22E3F944}"/>
              </a:ext>
            </a:extLst>
          </p:cNvPr>
          <p:cNvSpPr>
            <a:spLocks noGrp="1"/>
          </p:cNvSpPr>
          <p:nvPr>
            <p:ph type="body" sz="quarter" idx="21"/>
          </p:nvPr>
        </p:nvSpPr>
        <p:spPr>
          <a:xfrm>
            <a:off x="609599" y="207804"/>
            <a:ext cx="2993801" cy="405189"/>
          </a:xfrm>
          <a:prstGeom prst="roundRect">
            <a:avLst>
              <a:gd name="adj" fmla="val 50000"/>
            </a:avLst>
          </a:prstGeom>
        </p:spPr>
        <p:txBody>
          <a:bodyPr/>
          <a:lstStyle/>
          <a:p>
            <a:r>
              <a:rPr lang="en-US" dirty="0"/>
              <a:t>The Product-Minded Engineer</a:t>
            </a:r>
            <a:endParaRPr dirty="0"/>
          </a:p>
        </p:txBody>
      </p:sp>
      <p:sp>
        <p:nvSpPr>
          <p:cNvPr id="1160" name="Slide Number">
            <a:extLst>
              <a:ext uri="{FF2B5EF4-FFF2-40B4-BE49-F238E27FC236}">
                <a16:creationId xmlns:a16="http://schemas.microsoft.com/office/drawing/2014/main" id="{DC9D597B-73EC-CC52-4CB7-41DA18F11B01}"/>
              </a:ext>
            </a:extLst>
          </p:cNvPr>
          <p:cNvSpPr txBox="1">
            <a:spLocks noGrp="1"/>
          </p:cNvSpPr>
          <p:nvPr>
            <p:ph type="sldNum" sz="quarter" idx="2"/>
          </p:nvPr>
        </p:nvSpPr>
        <p:spPr>
          <a:xfrm>
            <a:off x="23526687" y="13109106"/>
            <a:ext cx="251257"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11</a:t>
            </a:fld>
            <a:endParaRPr dirty="0"/>
          </a:p>
        </p:txBody>
      </p:sp>
      <p:sp>
        <p:nvSpPr>
          <p:cNvPr id="1161" name="Subtitle…">
            <a:extLst>
              <a:ext uri="{FF2B5EF4-FFF2-40B4-BE49-F238E27FC236}">
                <a16:creationId xmlns:a16="http://schemas.microsoft.com/office/drawing/2014/main" id="{AC43C5A6-6978-63E5-5030-5CA65B984B09}"/>
              </a:ext>
            </a:extLst>
          </p:cNvPr>
          <p:cNvSpPr txBox="1"/>
          <p:nvPr/>
        </p:nvSpPr>
        <p:spPr>
          <a:xfrm>
            <a:off x="13235584" y="4423835"/>
            <a:ext cx="10250025" cy="14660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50800" tIns="50800" rIns="50800" bIns="50800">
            <a:spAutoFit/>
          </a:bodyPr>
          <a:lstStyle/>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Encourage engineers to share their learnings</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Work on draft content alongside the engineers</a:t>
            </a:r>
            <a:endParaRPr lang="en-RO" sz="1800" kern="100" dirty="0">
              <a:solidFill>
                <a:srgbClr val="FFFFFF"/>
              </a:solidFill>
              <a:latin typeface="Dava Sans" pitchFamily="2" charset="77"/>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latin typeface="Dava Sans" pitchFamily="2" charset="77"/>
                <a:ea typeface="Calibri" panose="020F0502020204030204" pitchFamily="34" charset="0"/>
                <a:cs typeface="Times New Roman" panose="02020603050405020304" pitchFamily="18" charset="0"/>
              </a:rPr>
              <a:t>Give them opportunities to present to stakeholders</a:t>
            </a:r>
            <a:endParaRPr lang="en-US" sz="1800" dirty="0">
              <a:solidFill>
                <a:srgbClr val="FFFFFF"/>
              </a:solidFill>
              <a:latin typeface="Dava Sans" pitchFamily="2" charset="77"/>
              <a:cs typeface="Poppins" pitchFamily="2" charset="77"/>
            </a:endParaRPr>
          </a:p>
        </p:txBody>
      </p:sp>
      <p:sp>
        <p:nvSpPr>
          <p:cNvPr id="5" name="Insert title here">
            <a:extLst>
              <a:ext uri="{FF2B5EF4-FFF2-40B4-BE49-F238E27FC236}">
                <a16:creationId xmlns:a16="http://schemas.microsoft.com/office/drawing/2014/main" id="{C3F14121-7FE8-8BE4-7AE8-9CAC8121A223}"/>
              </a:ext>
            </a:extLst>
          </p:cNvPr>
          <p:cNvSpPr txBox="1"/>
          <p:nvPr/>
        </p:nvSpPr>
        <p:spPr>
          <a:xfrm>
            <a:off x="609600" y="2008502"/>
            <a:ext cx="10639647"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latin typeface="+mj-lt"/>
              </a:rPr>
              <a:t>Collaboration</a:t>
            </a:r>
          </a:p>
        </p:txBody>
      </p:sp>
      <p:sp>
        <p:nvSpPr>
          <p:cNvPr id="2"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8271E2EE-034B-1BC6-38F0-0AAC9D3D977A}"/>
              </a:ext>
            </a:extLst>
          </p:cNvPr>
          <p:cNvSpPr txBox="1"/>
          <p:nvPr/>
        </p:nvSpPr>
        <p:spPr>
          <a:xfrm>
            <a:off x="617913" y="3512319"/>
            <a:ext cx="11437200" cy="24119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25400" tIns="25400" rIns="25400" bIns="25400">
            <a:spAutoFit/>
          </a:bodyPr>
          <a:lstStyle/>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Strong communicator</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Great relationships with non-engineers</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mj-lt"/>
              <a:buAutoNum type="arabicPeriod"/>
              <a:tabLst>
                <a:tab pos="457200" algn="l"/>
              </a:tabLst>
            </a:pPr>
            <a:r>
              <a:rPr lang="en-US" sz="1800" b="1" kern="100" dirty="0">
                <a:ea typeface="Calibri" panose="020F0502020204030204" pitchFamily="34" charset="0"/>
                <a:cs typeface="Times New Roman" panose="02020603050405020304" pitchFamily="18" charset="0"/>
              </a:rPr>
              <a:t>End-to-end product feature ownership</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After rollout, they still actively engage with product managers, data scientists, and customer support channels, to learn how the feature is being used in the real world. It can take weeks to get enough reliable data to draw conclusions.</a:t>
            </a:r>
            <a:endParaRPr lang="en-US" sz="1800" dirty="0">
              <a:cs typeface="Poppins" pitchFamily="2" charset="77"/>
            </a:endParaRPr>
          </a:p>
        </p:txBody>
      </p:sp>
      <p:sp>
        <p:nvSpPr>
          <p:cNvPr id="3" name="9/10…">
            <a:extLst>
              <a:ext uri="{FF2B5EF4-FFF2-40B4-BE49-F238E27FC236}">
                <a16:creationId xmlns:a16="http://schemas.microsoft.com/office/drawing/2014/main" id="{BFE94E55-7B2D-8250-9BB2-13293BC434FE}"/>
              </a:ext>
            </a:extLst>
          </p:cNvPr>
          <p:cNvSpPr txBox="1"/>
          <p:nvPr/>
        </p:nvSpPr>
        <p:spPr>
          <a:xfrm>
            <a:off x="13235584" y="2846600"/>
            <a:ext cx="3302001" cy="133143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lstStyle/>
          <a:p>
            <a:pPr algn="ctr" defTabSz="470262">
              <a:lnSpc>
                <a:spcPct val="150000"/>
              </a:lnSpc>
              <a:spcBef>
                <a:spcPts val="3000"/>
              </a:spcBef>
              <a:defRPr sz="5600" spc="0"/>
            </a:pPr>
            <a:r>
              <a:rPr lang="en-US" dirty="0">
                <a:solidFill>
                  <a:srgbClr val="FF4230"/>
                </a:solidFill>
                <a:latin typeface="+mj-lt"/>
              </a:rPr>
              <a:t>As a PM</a:t>
            </a:r>
            <a:endParaRPr dirty="0">
              <a:solidFill>
                <a:srgbClr val="FF4230"/>
              </a:solidFill>
              <a:latin typeface="+mj-lt"/>
            </a:endParaRPr>
          </a:p>
        </p:txBody>
      </p:sp>
      <p:pic>
        <p:nvPicPr>
          <p:cNvPr id="4" name="wallet-96px.svg">
            <a:extLst>
              <a:ext uri="{FF2B5EF4-FFF2-40B4-BE49-F238E27FC236}">
                <a16:creationId xmlns:a16="http://schemas.microsoft.com/office/drawing/2014/main" id="{EC0085CE-0745-D481-FF7C-2735D22F4F35}"/>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5707514" y="1819698"/>
            <a:ext cx="914400" cy="914400"/>
          </a:xfrm>
          <a:prstGeom prst="rect">
            <a:avLst/>
          </a:prstGeom>
          <a:ln w="12700">
            <a:miter lim="400000"/>
          </a:ln>
        </p:spPr>
      </p:pic>
    </p:spTree>
    <p:extLst>
      <p:ext uri="{BB962C8B-B14F-4D97-AF65-F5344CB8AC3E}">
        <p14:creationId xmlns:p14="http://schemas.microsoft.com/office/powerpoint/2010/main" val="260338856"/>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2ED1E-0B4D-92A3-2ED0-608B9BB785D5}"/>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131EF82B-AF0F-A2E3-49E9-EFCB58453A14}"/>
              </a:ext>
            </a:extLst>
          </p:cNvPr>
          <p:cNvSpPr txBox="1">
            <a:spLocks noGrp="1"/>
          </p:cNvSpPr>
          <p:nvPr>
            <p:ph type="title"/>
          </p:nvPr>
        </p:nvSpPr>
        <p:spPr>
          <a:prstGeom prst="rect">
            <a:avLst/>
          </a:prstGeom>
        </p:spPr>
        <p:txBody>
          <a:bodyPr>
            <a:normAutofit fontScale="90000"/>
          </a:bodyPr>
          <a:lstStyle/>
          <a:p>
            <a:r>
              <a:rPr lang="en-US" dirty="0"/>
              <a:t>Becoming a More Product-Minded Engineer</a:t>
            </a:r>
            <a:endParaRPr dirty="0"/>
          </a:p>
        </p:txBody>
      </p:sp>
      <p:sp>
        <p:nvSpPr>
          <p:cNvPr id="254" name="01">
            <a:extLst>
              <a:ext uri="{FF2B5EF4-FFF2-40B4-BE49-F238E27FC236}">
                <a16:creationId xmlns:a16="http://schemas.microsoft.com/office/drawing/2014/main" id="{C5FF7242-FE97-F299-7202-55CCD43CC9DF}"/>
              </a:ext>
            </a:extLst>
          </p:cNvPr>
          <p:cNvSpPr txBox="1">
            <a:spLocks noGrp="1"/>
          </p:cNvSpPr>
          <p:nvPr>
            <p:ph type="body" sz="quarter" idx="21"/>
          </p:nvPr>
        </p:nvSpPr>
        <p:spPr>
          <a:prstGeom prst="rect">
            <a:avLst/>
          </a:prstGeom>
        </p:spPr>
        <p:txBody>
          <a:bodyPr/>
          <a:lstStyle/>
          <a:p>
            <a:r>
              <a:rPr dirty="0"/>
              <a:t>03</a:t>
            </a:r>
          </a:p>
        </p:txBody>
      </p:sp>
    </p:spTree>
    <p:extLst>
      <p:ext uri="{BB962C8B-B14F-4D97-AF65-F5344CB8AC3E}">
        <p14:creationId xmlns:p14="http://schemas.microsoft.com/office/powerpoint/2010/main" val="1886531018"/>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 name="Slide Numbe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13</a:t>
            </a:fld>
            <a:endParaRPr dirty="0"/>
          </a:p>
        </p:txBody>
      </p:sp>
      <p:sp>
        <p:nvSpPr>
          <p:cNvPr id="494" name="Insert chapter name"/>
          <p:cNvSpPr>
            <a:spLocks noGrp="1"/>
          </p:cNvSpPr>
          <p:nvPr>
            <p:ph type="body" sz="quarter" idx="21"/>
          </p:nvPr>
        </p:nvSpPr>
        <p:spPr>
          <a:xfrm>
            <a:off x="609599" y="207804"/>
            <a:ext cx="4200145" cy="413988"/>
          </a:xfrm>
          <a:prstGeom prst="roundRect">
            <a:avLst>
              <a:gd name="adj" fmla="val 50000"/>
            </a:avLst>
          </a:prstGeom>
        </p:spPr>
        <p:txBody>
          <a:bodyPr>
            <a:normAutofit/>
          </a:bodyPr>
          <a:lstStyle/>
          <a:p>
            <a:r>
              <a:rPr lang="en-US" dirty="0"/>
              <a:t>Becoming a More Product-Minded Engineer</a:t>
            </a:r>
            <a:endParaRPr dirty="0"/>
          </a:p>
        </p:txBody>
      </p:sp>
      <p:sp>
        <p:nvSpPr>
          <p:cNvPr id="2" name="Insert title here">
            <a:extLst>
              <a:ext uri="{FF2B5EF4-FFF2-40B4-BE49-F238E27FC236}">
                <a16:creationId xmlns:a16="http://schemas.microsoft.com/office/drawing/2014/main" id="{D92E802B-397B-9570-0432-0FDE594DDA0E}"/>
              </a:ext>
            </a:extLst>
          </p:cNvPr>
          <p:cNvSpPr txBox="1"/>
          <p:nvPr/>
        </p:nvSpPr>
        <p:spPr>
          <a:xfrm>
            <a:off x="609600" y="1587878"/>
            <a:ext cx="7316176" cy="3447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70000"/>
              </a:lnSpc>
              <a:spcBef>
                <a:spcPts val="3000"/>
              </a:spcBef>
              <a:defRPr sz="5600" spc="0"/>
            </a:lvl1pPr>
          </a:lstStyle>
          <a:p>
            <a:pPr>
              <a:lnSpc>
                <a:spcPct val="100000"/>
              </a:lnSpc>
            </a:pPr>
            <a:r>
              <a:rPr lang="en-US" dirty="0">
                <a:solidFill>
                  <a:srgbClr val="FFFFFF"/>
                </a:solidFill>
                <a:latin typeface="+mj-lt"/>
              </a:rPr>
              <a:t>Understand how and why your company is successful</a:t>
            </a:r>
            <a:endParaRPr lang="en-GB" dirty="0">
              <a:solidFill>
                <a:srgbClr val="FFFFFF"/>
              </a:solidFill>
              <a:latin typeface="+mj-lt"/>
            </a:endParaRPr>
          </a:p>
        </p:txBody>
      </p:sp>
      <p:sp>
        <p:nvSpPr>
          <p:cNvPr id="4"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FFF63DA9-7186-302D-F615-1EF93047D2E2}"/>
              </a:ext>
            </a:extLst>
          </p:cNvPr>
          <p:cNvSpPr txBox="1"/>
          <p:nvPr/>
        </p:nvSpPr>
        <p:spPr>
          <a:xfrm>
            <a:off x="8530013" y="1561977"/>
            <a:ext cx="15226405" cy="298902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What is the business model?</a:t>
            </a:r>
            <a:r>
              <a:rPr lang="en-US" sz="1800" b="1" kern="100" dirty="0">
                <a:solidFill>
                  <a:srgbClr val="FFFFFF"/>
                </a:solidFill>
                <a:effectLst/>
                <a:ea typeface="Calibri" panose="020F0502020204030204" pitchFamily="34" charset="0"/>
                <a:cs typeface="Times New Roman" panose="02020603050405020304" pitchFamily="18" charset="0"/>
              </a:rPr>
              <a:t> </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How is money made?</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What parts are most profitable, what parts of the company are expanding the most?</a:t>
            </a:r>
            <a:r>
              <a:rPr lang="en-US" sz="1800" b="1" kern="100" dirty="0">
                <a:solidFill>
                  <a:srgbClr val="FFFFFF"/>
                </a:solidFill>
                <a:effectLst/>
                <a:ea typeface="Calibri" panose="020F0502020204030204" pitchFamily="34" charset="0"/>
                <a:cs typeface="Times New Roman" panose="02020603050405020304" pitchFamily="18" charset="0"/>
              </a:rPr>
              <a:t> </a:t>
            </a:r>
            <a:endParaRPr lang="en-US"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Why? </a:t>
            </a:r>
            <a:endParaRPr lang="en-US"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How does your team fit into all of this?</a:t>
            </a:r>
            <a:endParaRPr lang="en-US"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Who are our users?</a:t>
            </a:r>
            <a:endParaRPr lang="en-US" sz="1800" kern="100" dirty="0">
              <a:solidFill>
                <a:srgbClr val="FFFFFF"/>
              </a:solidFill>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467066946"/>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BA2C0-5B14-BA08-B66B-AA63B5C6BA78}"/>
            </a:ext>
          </a:extLst>
        </p:cNvPr>
        <p:cNvGrpSpPr/>
        <p:nvPr/>
      </p:nvGrpSpPr>
      <p:grpSpPr>
        <a:xfrm>
          <a:off x="0" y="0"/>
          <a:ext cx="0" cy="0"/>
          <a:chOff x="0" y="0"/>
          <a:chExt cx="0" cy="0"/>
        </a:xfrm>
      </p:grpSpPr>
      <p:sp>
        <p:nvSpPr>
          <p:cNvPr id="495" name="Slide Number">
            <a:extLst>
              <a:ext uri="{FF2B5EF4-FFF2-40B4-BE49-F238E27FC236}">
                <a16:creationId xmlns:a16="http://schemas.microsoft.com/office/drawing/2014/main" id="{BBA55128-C353-0BA6-4982-A0968CE86897}"/>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14</a:t>
            </a:fld>
            <a:endParaRPr dirty="0"/>
          </a:p>
        </p:txBody>
      </p:sp>
      <p:sp>
        <p:nvSpPr>
          <p:cNvPr id="494" name="Insert chapter name">
            <a:extLst>
              <a:ext uri="{FF2B5EF4-FFF2-40B4-BE49-F238E27FC236}">
                <a16:creationId xmlns:a16="http://schemas.microsoft.com/office/drawing/2014/main" id="{7BF5D019-7F6E-89C2-EAB7-40AF30B08006}"/>
              </a:ext>
            </a:extLst>
          </p:cNvPr>
          <p:cNvSpPr>
            <a:spLocks noGrp="1"/>
          </p:cNvSpPr>
          <p:nvPr>
            <p:ph type="body" sz="quarter" idx="21"/>
          </p:nvPr>
        </p:nvSpPr>
        <p:spPr>
          <a:xfrm>
            <a:off x="609599" y="207804"/>
            <a:ext cx="4200145" cy="413988"/>
          </a:xfrm>
          <a:prstGeom prst="roundRect">
            <a:avLst>
              <a:gd name="adj" fmla="val 50000"/>
            </a:avLst>
          </a:prstGeom>
        </p:spPr>
        <p:txBody>
          <a:bodyPr>
            <a:normAutofit/>
          </a:bodyPr>
          <a:lstStyle/>
          <a:p>
            <a:r>
              <a:rPr lang="en-US" dirty="0"/>
              <a:t>Becoming a More Product-Minded Engineer</a:t>
            </a:r>
            <a:endParaRPr dirty="0"/>
          </a:p>
        </p:txBody>
      </p:sp>
      <p:sp>
        <p:nvSpPr>
          <p:cNvPr id="2" name="Insert title here">
            <a:extLst>
              <a:ext uri="{FF2B5EF4-FFF2-40B4-BE49-F238E27FC236}">
                <a16:creationId xmlns:a16="http://schemas.microsoft.com/office/drawing/2014/main" id="{1A7BCD26-80F1-C940-3F91-D77070315B4F}"/>
              </a:ext>
            </a:extLst>
          </p:cNvPr>
          <p:cNvSpPr txBox="1"/>
          <p:nvPr/>
        </p:nvSpPr>
        <p:spPr>
          <a:xfrm>
            <a:off x="609600" y="1587878"/>
            <a:ext cx="7316176" cy="3447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70000"/>
              </a:lnSpc>
              <a:spcBef>
                <a:spcPts val="3000"/>
              </a:spcBef>
              <a:defRPr sz="5600" spc="0"/>
            </a:lvl1pPr>
          </a:lstStyle>
          <a:p>
            <a:pPr>
              <a:lnSpc>
                <a:spcPct val="100000"/>
              </a:lnSpc>
            </a:pPr>
            <a:r>
              <a:rPr lang="en-US" dirty="0">
                <a:solidFill>
                  <a:srgbClr val="FFFFFF"/>
                </a:solidFill>
                <a:latin typeface="+mj-lt"/>
              </a:rPr>
              <a:t>Build a strong relationship with your product manager</a:t>
            </a:r>
            <a:endParaRPr lang="en-GB" dirty="0">
              <a:solidFill>
                <a:srgbClr val="FFFFFF"/>
              </a:solidFill>
              <a:latin typeface="+mj-lt"/>
            </a:endParaRPr>
          </a:p>
        </p:txBody>
      </p:sp>
      <p:sp>
        <p:nvSpPr>
          <p:cNvPr id="4"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B4E997C5-463F-22C1-C81C-9C557AAAB11F}"/>
              </a:ext>
            </a:extLst>
          </p:cNvPr>
          <p:cNvSpPr txBox="1"/>
          <p:nvPr/>
        </p:nvSpPr>
        <p:spPr>
          <a:xfrm>
            <a:off x="8530013" y="1561977"/>
            <a:ext cx="15226405" cy="32691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Proactive partnership</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Build trust and a working relationship early.</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Leverage PM mentorship</a:t>
            </a:r>
            <a:br>
              <a:rPr lang="en-US" sz="1800"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Product managers often welcome engineers’ product curiosity.</a:t>
            </a:r>
            <a:endParaRPr lang="en-RO"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Ask better questions</a:t>
            </a:r>
            <a:br>
              <a:rPr lang="en-US" sz="1800" b="1" kern="100" dirty="0">
                <a:solidFill>
                  <a:srgbClr val="FFFFFF"/>
                </a:solidFill>
                <a:effectLst/>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Engage before implementation, not just during delivery.</a:t>
            </a:r>
            <a:endParaRPr lang="en-US" sz="1800" kern="100" dirty="0">
              <a:solidFill>
                <a:srgbClr val="FFFFFF"/>
              </a:solidFill>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Signal intent</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Clearly communicate your desire to be involved in product decisions.</a:t>
            </a:r>
            <a:endParaRPr lang="en-RO" sz="1800" b="1" kern="100" dirty="0">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25002351"/>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99DC8F-B8AB-1101-489C-DAD6542FA863}"/>
            </a:ext>
          </a:extLst>
        </p:cNvPr>
        <p:cNvGrpSpPr/>
        <p:nvPr/>
      </p:nvGrpSpPr>
      <p:grpSpPr>
        <a:xfrm>
          <a:off x="0" y="0"/>
          <a:ext cx="0" cy="0"/>
          <a:chOff x="0" y="0"/>
          <a:chExt cx="0" cy="0"/>
        </a:xfrm>
      </p:grpSpPr>
      <p:sp>
        <p:nvSpPr>
          <p:cNvPr id="495" name="Slide Number">
            <a:extLst>
              <a:ext uri="{FF2B5EF4-FFF2-40B4-BE49-F238E27FC236}">
                <a16:creationId xmlns:a16="http://schemas.microsoft.com/office/drawing/2014/main" id="{422AED12-54C2-175E-2282-57590284E2E1}"/>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15</a:t>
            </a:fld>
            <a:endParaRPr dirty="0"/>
          </a:p>
        </p:txBody>
      </p:sp>
      <p:sp>
        <p:nvSpPr>
          <p:cNvPr id="494" name="Insert chapter name">
            <a:extLst>
              <a:ext uri="{FF2B5EF4-FFF2-40B4-BE49-F238E27FC236}">
                <a16:creationId xmlns:a16="http://schemas.microsoft.com/office/drawing/2014/main" id="{48361929-8001-74CA-DB80-0167D8E06FFB}"/>
              </a:ext>
            </a:extLst>
          </p:cNvPr>
          <p:cNvSpPr>
            <a:spLocks noGrp="1"/>
          </p:cNvSpPr>
          <p:nvPr>
            <p:ph type="body" sz="quarter" idx="21"/>
          </p:nvPr>
        </p:nvSpPr>
        <p:spPr>
          <a:xfrm>
            <a:off x="609599" y="207804"/>
            <a:ext cx="4200145" cy="413988"/>
          </a:xfrm>
          <a:prstGeom prst="roundRect">
            <a:avLst>
              <a:gd name="adj" fmla="val 50000"/>
            </a:avLst>
          </a:prstGeom>
        </p:spPr>
        <p:txBody>
          <a:bodyPr>
            <a:normAutofit/>
          </a:bodyPr>
          <a:lstStyle/>
          <a:p>
            <a:r>
              <a:rPr lang="en-US" dirty="0"/>
              <a:t>Becoming a More Product-Minded Engineer</a:t>
            </a:r>
            <a:endParaRPr dirty="0"/>
          </a:p>
        </p:txBody>
      </p:sp>
      <p:sp>
        <p:nvSpPr>
          <p:cNvPr id="2" name="Insert title here">
            <a:extLst>
              <a:ext uri="{FF2B5EF4-FFF2-40B4-BE49-F238E27FC236}">
                <a16:creationId xmlns:a16="http://schemas.microsoft.com/office/drawing/2014/main" id="{C4D1A5AF-3E7E-802B-91D0-2A6E65C796BF}"/>
              </a:ext>
            </a:extLst>
          </p:cNvPr>
          <p:cNvSpPr txBox="1"/>
          <p:nvPr/>
        </p:nvSpPr>
        <p:spPr>
          <a:xfrm>
            <a:off x="609600" y="1587878"/>
            <a:ext cx="7316176" cy="3447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70000"/>
              </a:lnSpc>
              <a:spcBef>
                <a:spcPts val="3000"/>
              </a:spcBef>
              <a:defRPr sz="5600" spc="0"/>
            </a:lvl1pPr>
          </a:lstStyle>
          <a:p>
            <a:pPr>
              <a:lnSpc>
                <a:spcPct val="100000"/>
              </a:lnSpc>
            </a:pPr>
            <a:r>
              <a:rPr lang="en-US" dirty="0">
                <a:solidFill>
                  <a:srgbClr val="FFFFFF"/>
                </a:solidFill>
                <a:latin typeface="+mj-lt"/>
              </a:rPr>
              <a:t>Engage in user research, customer support, and other activities</a:t>
            </a:r>
            <a:endParaRPr lang="en-GB" dirty="0">
              <a:solidFill>
                <a:srgbClr val="FFFFFF"/>
              </a:solidFill>
              <a:latin typeface="+mj-lt"/>
            </a:endParaRPr>
          </a:p>
        </p:txBody>
      </p:sp>
      <p:sp>
        <p:nvSpPr>
          <p:cNvPr id="4"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B045F695-EA5C-1075-7C1A-8FC0E6B51ADF}"/>
              </a:ext>
            </a:extLst>
          </p:cNvPr>
          <p:cNvSpPr txBox="1"/>
          <p:nvPr/>
        </p:nvSpPr>
        <p:spPr>
          <a:xfrm>
            <a:off x="8530013" y="1561977"/>
            <a:ext cx="15226405" cy="32691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Get closer to users</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Participate in research, support, and feedback channels.</a:t>
            </a:r>
            <a:endParaRPr lang="en-RO"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Learn through exposure</a:t>
            </a:r>
            <a:br>
              <a:rPr lang="en-US" sz="1800"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Observe how the product is actually used in practice.</a:t>
            </a:r>
            <a:endParaRPr lang="en-RO"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Cross-functional pairing</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Work with design, UX, data, and operations.</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Context over assumptions</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Replace second-hand requirements with direct insight.</a:t>
            </a:r>
            <a:endParaRPr lang="en-RO" sz="1800" b="1"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05983238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1A995-B945-5F1C-159E-DD8EDD3BD0BA}"/>
            </a:ext>
          </a:extLst>
        </p:cNvPr>
        <p:cNvGrpSpPr/>
        <p:nvPr/>
      </p:nvGrpSpPr>
      <p:grpSpPr>
        <a:xfrm>
          <a:off x="0" y="0"/>
          <a:ext cx="0" cy="0"/>
          <a:chOff x="0" y="0"/>
          <a:chExt cx="0" cy="0"/>
        </a:xfrm>
      </p:grpSpPr>
      <p:sp>
        <p:nvSpPr>
          <p:cNvPr id="495" name="Slide Number">
            <a:extLst>
              <a:ext uri="{FF2B5EF4-FFF2-40B4-BE49-F238E27FC236}">
                <a16:creationId xmlns:a16="http://schemas.microsoft.com/office/drawing/2014/main" id="{6BE70380-4FFF-F516-F3BC-37A594568D1B}"/>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16</a:t>
            </a:fld>
            <a:endParaRPr dirty="0"/>
          </a:p>
        </p:txBody>
      </p:sp>
      <p:sp>
        <p:nvSpPr>
          <p:cNvPr id="494" name="Insert chapter name">
            <a:extLst>
              <a:ext uri="{FF2B5EF4-FFF2-40B4-BE49-F238E27FC236}">
                <a16:creationId xmlns:a16="http://schemas.microsoft.com/office/drawing/2014/main" id="{E3CF73C6-B958-9EAB-470C-153B61D78123}"/>
              </a:ext>
            </a:extLst>
          </p:cNvPr>
          <p:cNvSpPr>
            <a:spLocks noGrp="1"/>
          </p:cNvSpPr>
          <p:nvPr>
            <p:ph type="body" sz="quarter" idx="21"/>
          </p:nvPr>
        </p:nvSpPr>
        <p:spPr>
          <a:xfrm>
            <a:off x="609599" y="207804"/>
            <a:ext cx="4200145" cy="413988"/>
          </a:xfrm>
          <a:prstGeom prst="roundRect">
            <a:avLst>
              <a:gd name="adj" fmla="val 50000"/>
            </a:avLst>
          </a:prstGeom>
        </p:spPr>
        <p:txBody>
          <a:bodyPr>
            <a:normAutofit/>
          </a:bodyPr>
          <a:lstStyle/>
          <a:p>
            <a:r>
              <a:rPr lang="en-US" dirty="0"/>
              <a:t>Becoming a More Product-Minded Engineer</a:t>
            </a:r>
            <a:endParaRPr dirty="0"/>
          </a:p>
        </p:txBody>
      </p:sp>
      <p:sp>
        <p:nvSpPr>
          <p:cNvPr id="2" name="Insert title here">
            <a:extLst>
              <a:ext uri="{FF2B5EF4-FFF2-40B4-BE49-F238E27FC236}">
                <a16:creationId xmlns:a16="http://schemas.microsoft.com/office/drawing/2014/main" id="{7FC9860C-6D53-2C10-AB2C-92C008F94072}"/>
              </a:ext>
            </a:extLst>
          </p:cNvPr>
          <p:cNvSpPr txBox="1"/>
          <p:nvPr/>
        </p:nvSpPr>
        <p:spPr>
          <a:xfrm>
            <a:off x="609600" y="1587878"/>
            <a:ext cx="7316176" cy="3447098"/>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70000"/>
              </a:lnSpc>
              <a:spcBef>
                <a:spcPts val="3000"/>
              </a:spcBef>
              <a:defRPr sz="5600" spc="0"/>
            </a:lvl1pPr>
          </a:lstStyle>
          <a:p>
            <a:pPr>
              <a:lnSpc>
                <a:spcPct val="100000"/>
              </a:lnSpc>
            </a:pPr>
            <a:r>
              <a:rPr lang="en-US" dirty="0">
                <a:solidFill>
                  <a:srgbClr val="FFFFFF"/>
                </a:solidFill>
                <a:latin typeface="+mj-lt"/>
              </a:rPr>
              <a:t>Bring well-backed product suggestions to the table</a:t>
            </a:r>
            <a:endParaRPr lang="en-GB" dirty="0">
              <a:solidFill>
                <a:srgbClr val="FFFFFF"/>
              </a:solidFill>
              <a:latin typeface="+mj-lt"/>
            </a:endParaRPr>
          </a:p>
        </p:txBody>
      </p:sp>
      <p:sp>
        <p:nvSpPr>
          <p:cNvPr id="4"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FC6FE5C9-65AB-5672-9FD5-D0D3C3E4CB38}"/>
              </a:ext>
            </a:extLst>
          </p:cNvPr>
          <p:cNvSpPr txBox="1"/>
          <p:nvPr/>
        </p:nvSpPr>
        <p:spPr>
          <a:xfrm>
            <a:off x="8530013" y="1561977"/>
            <a:ext cx="15226405" cy="32691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Take initiative</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Proactively propose improvements, not just implementations.</a:t>
            </a:r>
            <a:endParaRPr lang="en-RO"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Start small</a:t>
            </a:r>
            <a:br>
              <a:rPr lang="en-US" sz="1800"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Validate ideas within the scope of your current projects.</a:t>
            </a:r>
            <a:endParaRPr lang="en-RO"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Think end-to-end</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Frame suggestions in both product value and engineering effort.</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Enable prioritization</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Make tradeoffs explicit so ideas fit naturally into the backlog.</a:t>
            </a:r>
            <a:endParaRPr lang="en-RO" sz="1800" b="1"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65867117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0293B-7417-A848-89B3-6A1D481529C5}"/>
            </a:ext>
          </a:extLst>
        </p:cNvPr>
        <p:cNvGrpSpPr/>
        <p:nvPr/>
      </p:nvGrpSpPr>
      <p:grpSpPr>
        <a:xfrm>
          <a:off x="0" y="0"/>
          <a:ext cx="0" cy="0"/>
          <a:chOff x="0" y="0"/>
          <a:chExt cx="0" cy="0"/>
        </a:xfrm>
      </p:grpSpPr>
      <p:sp>
        <p:nvSpPr>
          <p:cNvPr id="495" name="Slide Number">
            <a:extLst>
              <a:ext uri="{FF2B5EF4-FFF2-40B4-BE49-F238E27FC236}">
                <a16:creationId xmlns:a16="http://schemas.microsoft.com/office/drawing/2014/main" id="{46EA70BF-1382-1A43-CB35-3F597A32C3A6}"/>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17</a:t>
            </a:fld>
            <a:endParaRPr dirty="0"/>
          </a:p>
        </p:txBody>
      </p:sp>
      <p:sp>
        <p:nvSpPr>
          <p:cNvPr id="494" name="Insert chapter name">
            <a:extLst>
              <a:ext uri="{FF2B5EF4-FFF2-40B4-BE49-F238E27FC236}">
                <a16:creationId xmlns:a16="http://schemas.microsoft.com/office/drawing/2014/main" id="{022D4C5A-E6E5-4195-002B-CDD1B9977BC0}"/>
              </a:ext>
            </a:extLst>
          </p:cNvPr>
          <p:cNvSpPr>
            <a:spLocks noGrp="1"/>
          </p:cNvSpPr>
          <p:nvPr>
            <p:ph type="body" sz="quarter" idx="21"/>
          </p:nvPr>
        </p:nvSpPr>
        <p:spPr>
          <a:xfrm>
            <a:off x="609599" y="207804"/>
            <a:ext cx="4200145" cy="413988"/>
          </a:xfrm>
          <a:prstGeom prst="roundRect">
            <a:avLst>
              <a:gd name="adj" fmla="val 50000"/>
            </a:avLst>
          </a:prstGeom>
        </p:spPr>
        <p:txBody>
          <a:bodyPr>
            <a:normAutofit/>
          </a:bodyPr>
          <a:lstStyle/>
          <a:p>
            <a:r>
              <a:rPr lang="en-US" dirty="0"/>
              <a:t>Becoming a More Product-Minded Engineer</a:t>
            </a:r>
            <a:endParaRPr dirty="0"/>
          </a:p>
        </p:txBody>
      </p:sp>
      <p:sp>
        <p:nvSpPr>
          <p:cNvPr id="2" name="Insert title here">
            <a:extLst>
              <a:ext uri="{FF2B5EF4-FFF2-40B4-BE49-F238E27FC236}">
                <a16:creationId xmlns:a16="http://schemas.microsoft.com/office/drawing/2014/main" id="{ADA41BBC-E82A-381F-2FD9-D682CC8BEF8C}"/>
              </a:ext>
            </a:extLst>
          </p:cNvPr>
          <p:cNvSpPr txBox="1"/>
          <p:nvPr/>
        </p:nvSpPr>
        <p:spPr>
          <a:xfrm>
            <a:off x="609600" y="1587878"/>
            <a:ext cx="7316176" cy="25853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spAutoFit/>
          </a:bodyPr>
          <a:lstStyle>
            <a:lvl1pPr defTabSz="470262">
              <a:lnSpc>
                <a:spcPct val="70000"/>
              </a:lnSpc>
              <a:spcBef>
                <a:spcPts val="3000"/>
              </a:spcBef>
              <a:defRPr sz="5600" spc="0"/>
            </a:lvl1pPr>
          </a:lstStyle>
          <a:p>
            <a:pPr>
              <a:lnSpc>
                <a:spcPct val="100000"/>
              </a:lnSpc>
            </a:pPr>
            <a:r>
              <a:rPr lang="en-GB" dirty="0">
                <a:solidFill>
                  <a:srgbClr val="FFFFFF"/>
                </a:solidFill>
                <a:latin typeface="+mj-lt"/>
              </a:rPr>
              <a:t>Offer product/engineering trade-offs</a:t>
            </a:r>
          </a:p>
        </p:txBody>
      </p:sp>
      <p:sp>
        <p:nvSpPr>
          <p:cNvPr id="4" name="Aesthetically pleasing and professional looking materials contribute to the emotional state of their audience, and those emotions will absolutely impact their decision to chose Endava as a business partner.…">
            <a:extLst>
              <a:ext uri="{FF2B5EF4-FFF2-40B4-BE49-F238E27FC236}">
                <a16:creationId xmlns:a16="http://schemas.microsoft.com/office/drawing/2014/main" id="{481451DE-AFEA-E2D2-67A7-32370ECB8352}"/>
              </a:ext>
            </a:extLst>
          </p:cNvPr>
          <p:cNvSpPr txBox="1"/>
          <p:nvPr/>
        </p:nvSpPr>
        <p:spPr>
          <a:xfrm>
            <a:off x="8530013" y="1561977"/>
            <a:ext cx="15226405" cy="32691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25400" tIns="25400" rIns="25400" bIns="25400">
            <a:spAutoFit/>
          </a:bodyPr>
          <a:lstStyle/>
          <a:p>
            <a:pPr marL="360000" indent="-360000">
              <a:buClr>
                <a:srgbClr val="FF4230"/>
              </a:buClr>
              <a:buFont typeface="Arial" panose="020B0604020202020204" pitchFamily="34" charset="0"/>
              <a:buChar char="•"/>
            </a:pPr>
            <a:r>
              <a:rPr lang="en-US" sz="1800" b="1" kern="100" dirty="0">
                <a:solidFill>
                  <a:srgbClr val="FFFFFF"/>
                </a:solidFill>
                <a:ea typeface="Calibri" panose="020F0502020204030204" pitchFamily="34" charset="0"/>
                <a:cs typeface="Times New Roman" panose="02020603050405020304" pitchFamily="18" charset="0"/>
              </a:rPr>
              <a:t>Go beyond technical tradeoffs</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Consider product alternatives, not just implementation choices.</a:t>
            </a:r>
            <a:endParaRPr lang="en-RO"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Reduce effort through scope</a:t>
            </a:r>
            <a:br>
              <a:rPr lang="en-US" sz="1800"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suggest simpler product options with similar user value.</a:t>
            </a:r>
            <a:endParaRPr lang="en-RO" sz="1800" kern="100" dirty="0">
              <a:solidFill>
                <a:srgbClr val="FFFFFF"/>
              </a:solidFill>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Make tradeoffs explicit</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clarify impact on cost, complexity, and outcomes.</a:t>
            </a:r>
          </a:p>
          <a:p>
            <a:pPr marL="360000" lvl="0" indent="-360000">
              <a:buClr>
                <a:srgbClr val="FF4230"/>
              </a:buClr>
              <a:buFont typeface="Arial" panose="020B0604020202020204" pitchFamily="34" charset="0"/>
              <a:buChar char="•"/>
              <a:tabLst>
                <a:tab pos="457200" algn="l"/>
              </a:tabLst>
            </a:pPr>
            <a:r>
              <a:rPr lang="en-US" sz="1800" b="1" kern="100" dirty="0">
                <a:solidFill>
                  <a:srgbClr val="FFFFFF"/>
                </a:solidFill>
                <a:ea typeface="Calibri" panose="020F0502020204030204" pitchFamily="34" charset="0"/>
                <a:cs typeface="Times New Roman" panose="02020603050405020304" pitchFamily="18" charset="0"/>
              </a:rPr>
              <a:t>Invite feedback</a:t>
            </a:r>
            <a:br>
              <a:rPr lang="en-US" sz="1800" b="1" kern="100" dirty="0">
                <a:solidFill>
                  <a:srgbClr val="FFFFFF"/>
                </a:solidFill>
                <a:ea typeface="Calibri" panose="020F0502020204030204" pitchFamily="34" charset="0"/>
                <a:cs typeface="Times New Roman" panose="02020603050405020304" pitchFamily="18" charset="0"/>
              </a:rPr>
            </a:br>
            <a:r>
              <a:rPr lang="en-US" sz="1800" kern="100" dirty="0">
                <a:solidFill>
                  <a:srgbClr val="FFFFFF"/>
                </a:solidFill>
                <a:ea typeface="Calibri" panose="020F0502020204030204" pitchFamily="34" charset="0"/>
                <a:cs typeface="Times New Roman" panose="02020603050405020304" pitchFamily="18" charset="0"/>
              </a:rPr>
              <a:t>treat tradeoff discussions as collaborative, not prescriptive.</a:t>
            </a:r>
            <a:endParaRPr lang="en-RO" sz="1800" b="1" kern="100" dirty="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779381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2C914-240E-6CED-A9A7-105DE51ED8C6}"/>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7426EFFB-971B-EF5B-358B-B9A3E0CB804E}"/>
              </a:ext>
            </a:extLst>
          </p:cNvPr>
          <p:cNvSpPr txBox="1">
            <a:spLocks noGrp="1"/>
          </p:cNvSpPr>
          <p:nvPr>
            <p:ph type="title"/>
          </p:nvPr>
        </p:nvSpPr>
        <p:spPr>
          <a:prstGeom prst="rect">
            <a:avLst/>
          </a:prstGeom>
        </p:spPr>
        <p:txBody>
          <a:bodyPr/>
          <a:lstStyle/>
          <a:p>
            <a:r>
              <a:rPr lang="en-US" dirty="0"/>
              <a:t>Common Misconceptions</a:t>
            </a:r>
            <a:endParaRPr dirty="0"/>
          </a:p>
        </p:txBody>
      </p:sp>
      <p:sp>
        <p:nvSpPr>
          <p:cNvPr id="254" name="01">
            <a:extLst>
              <a:ext uri="{FF2B5EF4-FFF2-40B4-BE49-F238E27FC236}">
                <a16:creationId xmlns:a16="http://schemas.microsoft.com/office/drawing/2014/main" id="{2192C2C3-9E8C-9E76-E068-36416149974B}"/>
              </a:ext>
            </a:extLst>
          </p:cNvPr>
          <p:cNvSpPr txBox="1">
            <a:spLocks noGrp="1"/>
          </p:cNvSpPr>
          <p:nvPr>
            <p:ph type="body" sz="quarter" idx="21"/>
          </p:nvPr>
        </p:nvSpPr>
        <p:spPr>
          <a:prstGeom prst="rect">
            <a:avLst/>
          </a:prstGeom>
        </p:spPr>
        <p:txBody>
          <a:bodyPr/>
          <a:lstStyle/>
          <a:p>
            <a:r>
              <a:rPr dirty="0"/>
              <a:t>04</a:t>
            </a:r>
          </a:p>
        </p:txBody>
      </p:sp>
    </p:spTree>
    <p:extLst>
      <p:ext uri="{BB962C8B-B14F-4D97-AF65-F5344CB8AC3E}">
        <p14:creationId xmlns:p14="http://schemas.microsoft.com/office/powerpoint/2010/main" val="41172240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 name="Slide Number"/>
          <p:cNvSpPr txBox="1">
            <a:spLocks noGrp="1"/>
          </p:cNvSpPr>
          <p:nvPr>
            <p:ph type="sldNum" sz="quarter" idx="2"/>
          </p:nvPr>
        </p:nvSpPr>
        <p:spPr>
          <a:prstGeom prst="rect">
            <a:avLst/>
          </a:prstGeom>
          <a:solidFill>
            <a:srgbClr val="000000">
              <a:alpha val="0"/>
            </a:srgbClr>
          </a:solid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19</a:t>
            </a:fld>
            <a:endParaRPr dirty="0"/>
          </a:p>
        </p:txBody>
      </p:sp>
      <p:sp>
        <p:nvSpPr>
          <p:cNvPr id="1197" name="Insert chapter name"/>
          <p:cNvSpPr>
            <a:spLocks noGrp="1"/>
          </p:cNvSpPr>
          <p:nvPr>
            <p:ph type="body" sz="quarter" idx="21"/>
          </p:nvPr>
        </p:nvSpPr>
        <p:spPr>
          <a:xfrm>
            <a:off x="609599" y="207804"/>
            <a:ext cx="2624168" cy="405189"/>
          </a:xfrm>
          <a:prstGeom prst="roundRect">
            <a:avLst>
              <a:gd name="adj" fmla="val 50000"/>
            </a:avLst>
          </a:prstGeom>
        </p:spPr>
        <p:txBody>
          <a:bodyPr/>
          <a:lstStyle/>
          <a:p>
            <a:r>
              <a:rPr lang="en-US" dirty="0"/>
              <a:t>Common Misconceptions</a:t>
            </a:r>
            <a:endParaRPr dirty="0"/>
          </a:p>
        </p:txBody>
      </p:sp>
      <p:sp>
        <p:nvSpPr>
          <p:cNvPr id="1199" name="Rounded Rectangle"/>
          <p:cNvSpPr/>
          <p:nvPr/>
        </p:nvSpPr>
        <p:spPr>
          <a:xfrm>
            <a:off x="614518" y="1623893"/>
            <a:ext cx="7311135" cy="10444476"/>
          </a:xfrm>
          <a:prstGeom prst="roundRect">
            <a:avLst>
              <a:gd name="adj" fmla="val 5357"/>
            </a:avLst>
          </a:prstGeom>
          <a:noFill/>
          <a:ln w="12700" cap="flat">
            <a:solidFill>
              <a:srgbClr val="FFFFFF">
                <a:alpha val="30000"/>
              </a:srgbClr>
            </a:solidFill>
            <a:prstDash val="solid"/>
            <a:miter lim="400000"/>
          </a:ln>
          <a:effectLst/>
        </p:spPr>
        <p:txBody>
          <a:bodyPr wrap="square" lIns="0" tIns="0" rIns="0" bIns="0" numCol="1" anchor="t">
            <a:noAutofit/>
          </a:bodyPr>
          <a:lstStyle/>
          <a:p>
            <a:pPr defTabSz="470262">
              <a:lnSpc>
                <a:spcPct val="150000"/>
              </a:lnSpc>
              <a:spcBef>
                <a:spcPts val="3000"/>
              </a:spcBef>
              <a:defRPr sz="5600" spc="0"/>
            </a:pPr>
            <a:endParaRPr dirty="0"/>
          </a:p>
        </p:txBody>
      </p:sp>
      <p:sp>
        <p:nvSpPr>
          <p:cNvPr id="1202" name="Rounded Rectangle"/>
          <p:cNvSpPr/>
          <p:nvPr/>
        </p:nvSpPr>
        <p:spPr>
          <a:xfrm>
            <a:off x="8534400" y="1632857"/>
            <a:ext cx="7315200" cy="10450287"/>
          </a:xfrm>
          <a:prstGeom prst="roundRect">
            <a:avLst>
              <a:gd name="adj" fmla="val 5357"/>
            </a:avLst>
          </a:prstGeom>
          <a:noFill/>
          <a:ln w="12700" cap="flat">
            <a:solidFill>
              <a:srgbClr val="FFFFFF">
                <a:alpha val="30000"/>
              </a:srgbClr>
            </a:solidFill>
            <a:prstDash val="solid"/>
            <a:miter lim="400000"/>
          </a:ln>
          <a:effectLst/>
        </p:spPr>
        <p:txBody>
          <a:bodyPr wrap="square" lIns="0" tIns="0" rIns="0" bIns="0" numCol="1" anchor="t">
            <a:noAutofit/>
          </a:bodyPr>
          <a:lstStyle/>
          <a:p>
            <a:pPr defTabSz="470262">
              <a:lnSpc>
                <a:spcPct val="150000"/>
              </a:lnSpc>
              <a:spcBef>
                <a:spcPts val="3000"/>
              </a:spcBef>
              <a:defRPr sz="5600" spc="0"/>
            </a:pPr>
            <a:endParaRPr dirty="0"/>
          </a:p>
        </p:txBody>
      </p:sp>
      <p:sp>
        <p:nvSpPr>
          <p:cNvPr id="1205" name="Rounded Rectangle"/>
          <p:cNvSpPr/>
          <p:nvPr/>
        </p:nvSpPr>
        <p:spPr>
          <a:xfrm>
            <a:off x="16471048" y="1621356"/>
            <a:ext cx="7311134" cy="10444476"/>
          </a:xfrm>
          <a:prstGeom prst="roundRect">
            <a:avLst>
              <a:gd name="adj" fmla="val 5357"/>
            </a:avLst>
          </a:prstGeom>
          <a:noFill/>
          <a:ln w="12700" cap="flat">
            <a:solidFill>
              <a:srgbClr val="FFFFFF">
                <a:alpha val="30000"/>
              </a:srgbClr>
            </a:solidFill>
            <a:prstDash val="solid"/>
            <a:miter lim="400000"/>
          </a:ln>
          <a:effectLst/>
        </p:spPr>
        <p:txBody>
          <a:bodyPr wrap="square" lIns="0" tIns="0" rIns="0" bIns="0" numCol="1" anchor="t">
            <a:noAutofit/>
          </a:bodyPr>
          <a:lstStyle/>
          <a:p>
            <a:pPr defTabSz="470262">
              <a:lnSpc>
                <a:spcPct val="150000"/>
              </a:lnSpc>
              <a:spcBef>
                <a:spcPts val="3000"/>
              </a:spcBef>
              <a:defRPr sz="5600" spc="0"/>
            </a:pPr>
            <a:endParaRPr dirty="0"/>
          </a:p>
        </p:txBody>
      </p:sp>
      <p:sp>
        <p:nvSpPr>
          <p:cNvPr id="2" name="01 /…">
            <a:extLst>
              <a:ext uri="{FF2B5EF4-FFF2-40B4-BE49-F238E27FC236}">
                <a16:creationId xmlns:a16="http://schemas.microsoft.com/office/drawing/2014/main" id="{35AB5C62-A7A8-3530-C932-0ED76C455634}"/>
              </a:ext>
            </a:extLst>
          </p:cNvPr>
          <p:cNvSpPr txBox="1"/>
          <p:nvPr/>
        </p:nvSpPr>
        <p:spPr>
          <a:xfrm>
            <a:off x="1519987" y="3233519"/>
            <a:ext cx="5500196" cy="67680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t">
            <a:noAutofit/>
          </a:bodyPr>
          <a:lstStyle/>
          <a:p>
            <a:pPr defTabSz="470262">
              <a:lnSpc>
                <a:spcPct val="100000"/>
              </a:lnSpc>
              <a:spcBef>
                <a:spcPts val="0"/>
              </a:spcBef>
              <a:spcAft>
                <a:spcPts val="8000"/>
              </a:spcAft>
              <a:defRPr sz="5600" spc="0">
                <a:solidFill>
                  <a:srgbClr val="FF5640"/>
                </a:solidFill>
              </a:defRPr>
            </a:pPr>
            <a:r>
              <a:rPr dirty="0">
                <a:latin typeface="+mj-lt"/>
              </a:rPr>
              <a:t>01 /</a:t>
            </a:r>
            <a:endParaRPr lang="en-RO" dirty="0"/>
          </a:p>
          <a:p>
            <a:pPr>
              <a:lnSpc>
                <a:spcPct val="150000"/>
              </a:lnSpc>
              <a:spcBef>
                <a:spcPts val="0"/>
              </a:spcBef>
            </a:pPr>
            <a:r>
              <a:rPr lang="en-GB" sz="2400" b="1" dirty="0">
                <a:solidFill>
                  <a:srgbClr val="FFFFFF"/>
                </a:solidFill>
              </a:rPr>
              <a:t>Product Minded </a:t>
            </a:r>
            <a:r>
              <a:rPr lang="en-GB" sz="3000" b="1" dirty="0">
                <a:solidFill>
                  <a:schemeClr val="bg1"/>
                </a:solidFill>
              </a:rPr>
              <a:t>≠</a:t>
            </a:r>
            <a:r>
              <a:rPr lang="en-GB" sz="2400" b="1" dirty="0">
                <a:solidFill>
                  <a:srgbClr val="FFFFFF"/>
                </a:solidFill>
              </a:rPr>
              <a:t> Product Manager</a:t>
            </a:r>
          </a:p>
          <a:p>
            <a:pPr>
              <a:lnSpc>
                <a:spcPct val="150000"/>
              </a:lnSpc>
            </a:pPr>
            <a:r>
              <a:rPr lang="en-US" sz="1800" dirty="0">
                <a:solidFill>
                  <a:srgbClr val="FFFFFF"/>
                </a:solidFill>
              </a:rPr>
              <a:t>Engineers do not replace PMs; they complement them. PMs focus on the bigger picture.</a:t>
            </a:r>
            <a:endParaRPr sz="1800" dirty="0">
              <a:solidFill>
                <a:srgbClr val="FFFFFF"/>
              </a:solidFill>
            </a:endParaRPr>
          </a:p>
        </p:txBody>
      </p:sp>
      <p:sp>
        <p:nvSpPr>
          <p:cNvPr id="3" name="02 /…">
            <a:extLst>
              <a:ext uri="{FF2B5EF4-FFF2-40B4-BE49-F238E27FC236}">
                <a16:creationId xmlns:a16="http://schemas.microsoft.com/office/drawing/2014/main" id="{878F1D23-15C5-C38E-25A8-D4DDB0024B37}"/>
              </a:ext>
            </a:extLst>
          </p:cNvPr>
          <p:cNvSpPr txBox="1"/>
          <p:nvPr/>
        </p:nvSpPr>
        <p:spPr>
          <a:xfrm>
            <a:off x="9440373" y="3243506"/>
            <a:ext cx="5503254" cy="6771789"/>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t">
            <a:noAutofit/>
          </a:bodyPr>
          <a:lstStyle/>
          <a:p>
            <a:pPr defTabSz="470262">
              <a:lnSpc>
                <a:spcPct val="100000"/>
              </a:lnSpc>
              <a:spcBef>
                <a:spcPts val="0"/>
              </a:spcBef>
              <a:spcAft>
                <a:spcPts val="8000"/>
              </a:spcAft>
              <a:defRPr sz="5600" spc="0">
                <a:solidFill>
                  <a:srgbClr val="FF5640"/>
                </a:solidFill>
              </a:defRPr>
            </a:pPr>
            <a:r>
              <a:rPr dirty="0">
                <a:latin typeface="+mj-lt"/>
              </a:rPr>
              <a:t>02 /</a:t>
            </a:r>
            <a:endParaRPr dirty="0"/>
          </a:p>
          <a:p>
            <a:pPr>
              <a:lnSpc>
                <a:spcPct val="150000"/>
              </a:lnSpc>
              <a:spcBef>
                <a:spcPts val="0"/>
              </a:spcBef>
            </a:pPr>
            <a:r>
              <a:rPr lang="en-US" sz="2400" b="1" dirty="0">
                <a:solidFill>
                  <a:srgbClr val="FFFFFF"/>
                </a:solidFill>
              </a:rPr>
              <a:t>Product Minded</a:t>
            </a:r>
            <a:r>
              <a:rPr lang="en-GB" sz="2400" b="1" dirty="0">
                <a:solidFill>
                  <a:srgbClr val="FFFFFF"/>
                </a:solidFill>
              </a:rPr>
              <a:t> </a:t>
            </a:r>
            <a:r>
              <a:rPr lang="en-GB" sz="3000" b="1" dirty="0">
                <a:solidFill>
                  <a:schemeClr val="bg1"/>
                </a:solidFill>
              </a:rPr>
              <a:t>≠</a:t>
            </a:r>
            <a:r>
              <a:rPr lang="en-GB" sz="2400" b="1" dirty="0">
                <a:solidFill>
                  <a:srgbClr val="FFFFFF"/>
                </a:solidFill>
              </a:rPr>
              <a:t> </a:t>
            </a:r>
            <a:r>
              <a:rPr lang="en-US" sz="2400" b="1" dirty="0">
                <a:solidFill>
                  <a:srgbClr val="FFFFFF"/>
                </a:solidFill>
              </a:rPr>
              <a:t>Saying “Yes” to Everything</a:t>
            </a:r>
            <a:endParaRPr lang="en-GB" sz="2400" b="1" dirty="0">
              <a:solidFill>
                <a:srgbClr val="FFFFFF"/>
              </a:solidFill>
            </a:endParaRPr>
          </a:p>
          <a:p>
            <a:pPr>
              <a:lnSpc>
                <a:spcPct val="150000"/>
              </a:lnSpc>
            </a:pPr>
            <a:r>
              <a:rPr lang="en-US" sz="1800" dirty="0">
                <a:solidFill>
                  <a:srgbClr val="FFFFFF"/>
                </a:solidFill>
              </a:rPr>
              <a:t>In fact, product-minded engineers often advocate for less</a:t>
            </a:r>
            <a:r>
              <a:rPr sz="1800" dirty="0">
                <a:solidFill>
                  <a:srgbClr val="FFFFFF"/>
                </a:solidFill>
              </a:rPr>
              <a:t>.</a:t>
            </a:r>
          </a:p>
        </p:txBody>
      </p:sp>
      <p:sp>
        <p:nvSpPr>
          <p:cNvPr id="4" name="03 /…">
            <a:extLst>
              <a:ext uri="{FF2B5EF4-FFF2-40B4-BE49-F238E27FC236}">
                <a16:creationId xmlns:a16="http://schemas.microsoft.com/office/drawing/2014/main" id="{41C504D5-52E3-F9DB-6EE6-77F9C1A1F462}"/>
              </a:ext>
            </a:extLst>
          </p:cNvPr>
          <p:cNvSpPr txBox="1"/>
          <p:nvPr/>
        </p:nvSpPr>
        <p:spPr>
          <a:xfrm>
            <a:off x="17376517" y="3230982"/>
            <a:ext cx="5500195" cy="6768023"/>
          </a:xfrm>
          <a:prstGeom prst="rect">
            <a:avLst/>
          </a:prstGeom>
          <a:noFill/>
          <a:ln w="12700" cap="flat">
            <a:noFill/>
            <a:miter lim="400000"/>
          </a:ln>
          <a:effectLst/>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wrap="square" lIns="50800" tIns="50800" rIns="50800" bIns="50800" numCol="1" anchor="t">
            <a:noAutofit/>
          </a:bodyPr>
          <a:lstStyle/>
          <a:p>
            <a:pPr defTabSz="470262">
              <a:lnSpc>
                <a:spcPct val="100000"/>
              </a:lnSpc>
              <a:spcBef>
                <a:spcPts val="0"/>
              </a:spcBef>
              <a:spcAft>
                <a:spcPts val="8000"/>
              </a:spcAft>
              <a:defRPr sz="5600" spc="0">
                <a:solidFill>
                  <a:srgbClr val="FF5640"/>
                </a:solidFill>
              </a:defRPr>
            </a:pPr>
            <a:r>
              <a:rPr dirty="0">
                <a:latin typeface="+mj-lt"/>
              </a:rPr>
              <a:t>03 /</a:t>
            </a:r>
            <a:endParaRPr dirty="0"/>
          </a:p>
          <a:p>
            <a:pPr>
              <a:lnSpc>
                <a:spcPct val="150000"/>
              </a:lnSpc>
              <a:spcBef>
                <a:spcPts val="0"/>
              </a:spcBef>
            </a:pPr>
            <a:r>
              <a:rPr lang="en-US" sz="2400" b="1" dirty="0">
                <a:solidFill>
                  <a:srgbClr val="FFFFFF"/>
                </a:solidFill>
              </a:rPr>
              <a:t>Product Minded</a:t>
            </a:r>
            <a:r>
              <a:rPr lang="en-GB" sz="2400" b="1" dirty="0">
                <a:solidFill>
                  <a:srgbClr val="FFFFFF"/>
                </a:solidFill>
              </a:rPr>
              <a:t> </a:t>
            </a:r>
            <a:r>
              <a:rPr lang="en-GB" sz="3000" b="1" dirty="0">
                <a:solidFill>
                  <a:schemeClr val="bg1"/>
                </a:solidFill>
              </a:rPr>
              <a:t>≠</a:t>
            </a:r>
            <a:r>
              <a:rPr lang="en-GB" sz="2400" b="1" dirty="0">
                <a:solidFill>
                  <a:srgbClr val="FFFFFF"/>
                </a:solidFill>
              </a:rPr>
              <a:t> </a:t>
            </a:r>
            <a:r>
              <a:rPr lang="en-US" sz="2400" b="1" dirty="0">
                <a:solidFill>
                  <a:srgbClr val="FFFFFF"/>
                </a:solidFill>
              </a:rPr>
              <a:t>Code Quality Doesn't Matter</a:t>
            </a:r>
            <a:endParaRPr lang="en-GB" sz="2400" b="1" dirty="0">
              <a:solidFill>
                <a:srgbClr val="FFFFFF"/>
              </a:solidFill>
            </a:endParaRPr>
          </a:p>
          <a:p>
            <a:pPr>
              <a:lnSpc>
                <a:spcPct val="150000"/>
              </a:lnSpc>
            </a:pPr>
            <a:r>
              <a:rPr lang="en-US" sz="1800" dirty="0">
                <a:solidFill>
                  <a:srgbClr val="FFFFFF"/>
                </a:solidFill>
              </a:rPr>
              <a:t>NOSENSE!!! Remember, the Clean Code will always matter - the code quality is part of the engineering. Even in the Age of the AI-Driven Development.</a:t>
            </a:r>
            <a:endParaRPr sz="1800" dirty="0">
              <a:solidFill>
                <a:srgbClr val="FFFFFF"/>
              </a:solidFill>
            </a:endParaRPr>
          </a:p>
        </p:txBody>
      </p:sp>
    </p:spTree>
    <p:extLst>
      <p:ext uri="{BB962C8B-B14F-4D97-AF65-F5344CB8AC3E}">
        <p14:creationId xmlns:p14="http://schemas.microsoft.com/office/powerpoint/2010/main" val="336580976"/>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879BE7-7754-A7F9-72A0-B6A6BCE489E4}"/>
            </a:ext>
          </a:extLst>
        </p:cNvPr>
        <p:cNvGrpSpPr/>
        <p:nvPr/>
      </p:nvGrpSpPr>
      <p:grpSpPr>
        <a:xfrm>
          <a:off x="0" y="0"/>
          <a:ext cx="0" cy="0"/>
          <a:chOff x="0" y="0"/>
          <a:chExt cx="0" cy="0"/>
        </a:xfrm>
      </p:grpSpPr>
      <p:sp>
        <p:nvSpPr>
          <p:cNvPr id="253" name="Insert chapter 1 name here">
            <a:extLst>
              <a:ext uri="{FF2B5EF4-FFF2-40B4-BE49-F238E27FC236}">
                <a16:creationId xmlns:a16="http://schemas.microsoft.com/office/drawing/2014/main" id="{24A53143-BDB2-ED1A-E457-11D4D12040A6}"/>
              </a:ext>
            </a:extLst>
          </p:cNvPr>
          <p:cNvSpPr txBox="1">
            <a:spLocks noGrp="1"/>
          </p:cNvSpPr>
          <p:nvPr>
            <p:ph type="title"/>
          </p:nvPr>
        </p:nvSpPr>
        <p:spPr>
          <a:prstGeom prst="rect">
            <a:avLst/>
          </a:prstGeom>
        </p:spPr>
        <p:txBody>
          <a:bodyPr>
            <a:normAutofit/>
          </a:bodyPr>
          <a:lstStyle/>
          <a:p>
            <a:r>
              <a:rPr lang="en-US" dirty="0"/>
              <a:t>Age of AI-Driven Development</a:t>
            </a:r>
            <a:endParaRPr dirty="0"/>
          </a:p>
        </p:txBody>
      </p:sp>
      <p:sp>
        <p:nvSpPr>
          <p:cNvPr id="254" name="01">
            <a:extLst>
              <a:ext uri="{FF2B5EF4-FFF2-40B4-BE49-F238E27FC236}">
                <a16:creationId xmlns:a16="http://schemas.microsoft.com/office/drawing/2014/main" id="{D3AA88BF-00E0-B3CA-4DED-EB0E6EA4FC48}"/>
              </a:ext>
            </a:extLst>
          </p:cNvPr>
          <p:cNvSpPr txBox="1">
            <a:spLocks noGrp="1"/>
          </p:cNvSpPr>
          <p:nvPr>
            <p:ph type="body" sz="quarter" idx="21"/>
          </p:nvPr>
        </p:nvSpPr>
        <p:spPr>
          <a:prstGeom prst="rect">
            <a:avLst/>
          </a:prstGeom>
        </p:spPr>
        <p:txBody>
          <a:bodyPr/>
          <a:lstStyle/>
          <a:p>
            <a:r>
              <a:rPr dirty="0"/>
              <a:t>05</a:t>
            </a:r>
          </a:p>
        </p:txBody>
      </p:sp>
    </p:spTree>
    <p:extLst>
      <p:ext uri="{BB962C8B-B14F-4D97-AF65-F5344CB8AC3E}">
        <p14:creationId xmlns:p14="http://schemas.microsoft.com/office/powerpoint/2010/main" val="4070594257"/>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 name="Insert chapter name"/>
          <p:cNvSpPr>
            <a:spLocks noGrp="1"/>
          </p:cNvSpPr>
          <p:nvPr>
            <p:ph type="body" sz="quarter" idx="21"/>
          </p:nvPr>
        </p:nvSpPr>
        <p:spPr>
          <a:xfrm>
            <a:off x="609599" y="207804"/>
            <a:ext cx="3040422" cy="405189"/>
          </a:xfrm>
          <a:prstGeom prst="roundRect">
            <a:avLst>
              <a:gd name="adj" fmla="val 50000"/>
            </a:avLst>
          </a:prstGeom>
        </p:spPr>
        <p:txBody>
          <a:bodyPr/>
          <a:lstStyle/>
          <a:p>
            <a:r>
              <a:rPr lang="en-US" dirty="0"/>
              <a:t>Age of AI-Driven Development</a:t>
            </a:r>
            <a:endParaRPr dirty="0"/>
          </a:p>
        </p:txBody>
      </p:sp>
      <p:sp>
        <p:nvSpPr>
          <p:cNvPr id="1035" name="Slide Number"/>
          <p:cNvSpPr txBox="1">
            <a:spLocks noGrp="1"/>
          </p:cNvSpPr>
          <p:nvPr>
            <p:ph type="sldNum" sz="quarter" idx="2"/>
          </p:nvPr>
        </p:nvSpPr>
        <p:spPr>
          <a:xfrm>
            <a:off x="23525264" y="13109106"/>
            <a:ext cx="252680"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21</a:t>
            </a:fld>
            <a:endParaRPr dirty="0"/>
          </a:p>
        </p:txBody>
      </p:sp>
      <p:sp>
        <p:nvSpPr>
          <p:cNvPr id="2" name="Insert title here">
            <a:extLst>
              <a:ext uri="{FF2B5EF4-FFF2-40B4-BE49-F238E27FC236}">
                <a16:creationId xmlns:a16="http://schemas.microsoft.com/office/drawing/2014/main" id="{015BA9D0-F06D-1A6E-D873-3659AFBA639B}"/>
              </a:ext>
            </a:extLst>
          </p:cNvPr>
          <p:cNvSpPr txBox="1"/>
          <p:nvPr/>
        </p:nvSpPr>
        <p:spPr>
          <a:xfrm>
            <a:off x="609600" y="2008502"/>
            <a:ext cx="21569916"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latin typeface="+mj-lt"/>
              </a:rPr>
              <a:t>How AI Supports Engineering</a:t>
            </a:r>
          </a:p>
        </p:txBody>
      </p:sp>
      <p:sp>
        <p:nvSpPr>
          <p:cNvPr id="4"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23561D45-B353-1646-6FA9-FF822BEE910D}"/>
              </a:ext>
            </a:extLst>
          </p:cNvPr>
          <p:cNvSpPr txBox="1"/>
          <p:nvPr/>
        </p:nvSpPr>
        <p:spPr>
          <a:xfrm>
            <a:off x="636200" y="3512319"/>
            <a:ext cx="15372000" cy="33203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pPr marL="360000" indent="-360000">
              <a:buClr>
                <a:srgbClr val="FF4230"/>
              </a:buClr>
              <a:buFont typeface="Arial" panose="020B0604020202020204" pitchFamily="34" charset="0"/>
              <a:buChar char="•"/>
            </a:pPr>
            <a:r>
              <a:rPr lang="en-US" sz="1800" b="1" kern="100" dirty="0">
                <a:ea typeface="Calibri" panose="020F0502020204030204" pitchFamily="34" charset="0"/>
                <a:cs typeface="Times New Roman" panose="02020603050405020304" pitchFamily="18" charset="0"/>
              </a:rPr>
              <a:t>Execution acceleration</a:t>
            </a:r>
            <a:br>
              <a:rPr lang="en-US" sz="1800" b="1" kern="100" dirty="0">
                <a:effectLst/>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AI generates boilerplate, prototypes, tests, and translations</a:t>
            </a:r>
            <a:r>
              <a:rPr lang="en-US" sz="1800" kern="100" dirty="0">
                <a:effectLst/>
                <a:ea typeface="Calibri" panose="020F0502020204030204" pitchFamily="34" charset="0"/>
                <a:cs typeface="Times New Roman" panose="02020603050405020304" pitchFamily="18" charset="0"/>
              </a:rPr>
              <a:t>.</a:t>
            </a:r>
            <a:endParaRPr lang="en-RO" sz="1800" kern="100" dirty="0">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ea typeface="Calibri" panose="020F0502020204030204" pitchFamily="34" charset="0"/>
                <a:cs typeface="Times New Roman" panose="02020603050405020304" pitchFamily="18" charset="0"/>
              </a:rPr>
              <a:t>Code assistance</a:t>
            </a:r>
            <a:br>
              <a:rPr lang="en-US" sz="1800" kern="100" dirty="0">
                <a:effectLst/>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Helps read, refactor, review, and work with legacy code</a:t>
            </a:r>
            <a:r>
              <a:rPr lang="en-US" sz="1800" kern="100" dirty="0">
                <a:effectLst/>
                <a:ea typeface="Calibri" panose="020F0502020204030204" pitchFamily="34" charset="0"/>
                <a:cs typeface="Times New Roman" panose="02020603050405020304" pitchFamily="18" charset="0"/>
              </a:rPr>
              <a:t>.</a:t>
            </a:r>
            <a:endParaRPr lang="en-RO" sz="1800" kern="100" dirty="0">
              <a:effectLst/>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ea typeface="Calibri" panose="020F0502020204030204" pitchFamily="34" charset="0"/>
                <a:cs typeface="Times New Roman" panose="02020603050405020304" pitchFamily="18" charset="0"/>
              </a:rPr>
              <a:t>Workflow support</a:t>
            </a:r>
            <a:br>
              <a:rPr lang="en-US" sz="1800" b="1" kern="100" dirty="0">
                <a:effectLst/>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Assists with PR reviews, CI/CD, and developer productivity</a:t>
            </a:r>
            <a:r>
              <a:rPr lang="en-US" sz="1800" kern="100" dirty="0">
                <a:effectLst/>
                <a:ea typeface="Calibri" panose="020F0502020204030204" pitchFamily="34" charset="0"/>
                <a:cs typeface="Times New Roman" panose="02020603050405020304" pitchFamily="18" charset="0"/>
              </a:rPr>
              <a:t>.</a:t>
            </a:r>
          </a:p>
          <a:p>
            <a:pPr marL="360000" lvl="0" indent="-360000">
              <a:buClr>
                <a:srgbClr val="FF4230"/>
              </a:buClr>
              <a:buFont typeface="Arial" panose="020B0604020202020204" pitchFamily="34" charset="0"/>
              <a:buChar char="•"/>
              <a:tabLst>
                <a:tab pos="457200" algn="l"/>
              </a:tabLst>
            </a:pPr>
            <a:r>
              <a:rPr lang="en-US" sz="1800" b="1" kern="100" dirty="0">
                <a:ea typeface="Calibri" panose="020F0502020204030204" pitchFamily="34" charset="0"/>
                <a:cs typeface="Times New Roman" panose="02020603050405020304" pitchFamily="18" charset="0"/>
              </a:rPr>
              <a:t>Human oversight required</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AI executes fast, but engineers provide context, judgment, and direction.</a:t>
            </a:r>
            <a:endParaRPr lang="en-US" sz="1800" kern="100" dirty="0">
              <a:effectLst/>
              <a:ea typeface="Calibri" panose="020F0502020204030204" pitchFamily="34" charset="0"/>
              <a:cs typeface="Times New Roman" panose="02020603050405020304" pitchFamily="18" charset="0"/>
            </a:endParaRPr>
          </a:p>
        </p:txBody>
      </p:sp>
      <p:grpSp>
        <p:nvGrpSpPr>
          <p:cNvPr id="5" name="Group 4">
            <a:extLst>
              <a:ext uri="{FF2B5EF4-FFF2-40B4-BE49-F238E27FC236}">
                <a16:creationId xmlns:a16="http://schemas.microsoft.com/office/drawing/2014/main" id="{3D906EC9-137F-2F18-A811-5EFB921BC7E5}"/>
              </a:ext>
            </a:extLst>
          </p:cNvPr>
          <p:cNvGrpSpPr/>
          <p:nvPr/>
        </p:nvGrpSpPr>
        <p:grpSpPr>
          <a:xfrm>
            <a:off x="5465110" y="7947354"/>
            <a:ext cx="9028084" cy="3404814"/>
            <a:chOff x="13860200" y="4306953"/>
            <a:chExt cx="9028084" cy="3404814"/>
          </a:xfrm>
        </p:grpSpPr>
        <p:pic>
          <p:nvPicPr>
            <p:cNvPr id="6" name="Picture 5" descr="A red and black logo&#10;&#10;Description automatically generated">
              <a:extLst>
                <a:ext uri="{FF2B5EF4-FFF2-40B4-BE49-F238E27FC236}">
                  <a16:creationId xmlns:a16="http://schemas.microsoft.com/office/drawing/2014/main" id="{F66392CA-5B25-A32D-9248-EC3D7FF6785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400000">
              <a:off x="13860200" y="6493357"/>
              <a:ext cx="1218410" cy="1218410"/>
            </a:xfrm>
            <a:prstGeom prst="rect">
              <a:avLst/>
            </a:prstGeom>
          </p:spPr>
        </p:pic>
        <p:sp>
          <p:nvSpPr>
            <p:cNvPr id="7" name="Rounded Rectangle 3">
              <a:extLst>
                <a:ext uri="{FF2B5EF4-FFF2-40B4-BE49-F238E27FC236}">
                  <a16:creationId xmlns:a16="http://schemas.microsoft.com/office/drawing/2014/main" id="{5DBE56C8-3BC2-7A17-2ECB-B54886174C8D}"/>
                </a:ext>
              </a:extLst>
            </p:cNvPr>
            <p:cNvSpPr/>
            <p:nvPr/>
          </p:nvSpPr>
          <p:spPr>
            <a:xfrm>
              <a:off x="14482284" y="4306953"/>
              <a:ext cx="8406000" cy="2782730"/>
            </a:xfrm>
            <a:prstGeom prst="roundRect">
              <a:avLst>
                <a:gd name="adj" fmla="val 15861"/>
              </a:avLst>
            </a:prstGeom>
            <a:solidFill>
              <a:srgbClr val="FF564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324000" tIns="324000" rIns="324000" bIns="360000" numCol="1" spcCol="38100" rtlCol="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a:lstStyle>
            <a:p>
              <a:pPr defTabSz="825500">
                <a:spcBef>
                  <a:spcPts val="0"/>
                </a:spcBef>
              </a:pPr>
              <a:r>
                <a:rPr lang="en-US" dirty="0">
                  <a:solidFill>
                    <a:srgbClr val="FFFFFF"/>
                  </a:solidFill>
                </a:rPr>
                <a:t>AI is like a junior engineer on 10 Red Bulls: </a:t>
              </a:r>
              <a:br>
                <a:rPr lang="en-US" dirty="0">
                  <a:solidFill>
                    <a:srgbClr val="FFFFFF"/>
                  </a:solidFill>
                </a:rPr>
              </a:br>
              <a:r>
                <a:rPr lang="en-US" dirty="0">
                  <a:solidFill>
                    <a:srgbClr val="FFFFFF"/>
                  </a:solidFill>
                </a:rPr>
                <a:t>It writes code at light speed, but only exactly what it is asked to write, without understanding the bigger picture. </a:t>
              </a:r>
            </a:p>
            <a:p>
              <a:pPr defTabSz="825500">
                <a:spcBef>
                  <a:spcPts val="0"/>
                </a:spcBef>
              </a:pPr>
              <a:r>
                <a:rPr lang="en-US" dirty="0">
                  <a:solidFill>
                    <a:srgbClr val="FFFFFF"/>
                  </a:solidFill>
                </a:rPr>
                <a:t>This is where human engineers must lead the process through guidance, monitoring, and supervision.</a:t>
              </a:r>
            </a:p>
          </p:txBody>
        </p:sp>
      </p:grpSp>
      <p:pic>
        <p:nvPicPr>
          <p:cNvPr id="1026" name="Picture 2" descr="Github Copilot Icon SVG Vector &amp; PNG Free Download | UXWing">
            <a:extLst>
              <a:ext uri="{FF2B5EF4-FFF2-40B4-BE49-F238E27FC236}">
                <a16:creationId xmlns:a16="http://schemas.microsoft.com/office/drawing/2014/main" id="{3202668A-7589-A4A3-53A2-14A2418CDA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62192" y="1699883"/>
            <a:ext cx="2707525" cy="270752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odex – OpenAI's coding agent - Visual Studio Marketplace">
            <a:extLst>
              <a:ext uri="{FF2B5EF4-FFF2-40B4-BE49-F238E27FC236}">
                <a16:creationId xmlns:a16="http://schemas.microsoft.com/office/drawing/2014/main" id="{0FFAEAC4-58C7-D6CB-F36A-15F082A8E6C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143035" y="3907933"/>
            <a:ext cx="2140129" cy="21401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rand | Windsurf">
            <a:extLst>
              <a:ext uri="{FF2B5EF4-FFF2-40B4-BE49-F238E27FC236}">
                <a16:creationId xmlns:a16="http://schemas.microsoft.com/office/drawing/2014/main" id="{4EBF600B-A3AB-9A65-AE05-6172B9E8BADC}"/>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7835654" y="5367054"/>
            <a:ext cx="5160600" cy="5160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128404"/>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138A2-1108-874D-16AF-E7F6770F6E83}"/>
            </a:ext>
          </a:extLst>
        </p:cNvPr>
        <p:cNvGrpSpPr/>
        <p:nvPr/>
      </p:nvGrpSpPr>
      <p:grpSpPr>
        <a:xfrm>
          <a:off x="0" y="0"/>
          <a:ext cx="0" cy="0"/>
          <a:chOff x="0" y="0"/>
          <a:chExt cx="0" cy="0"/>
        </a:xfrm>
      </p:grpSpPr>
      <p:sp>
        <p:nvSpPr>
          <p:cNvPr id="1034" name="Insert chapter name">
            <a:extLst>
              <a:ext uri="{FF2B5EF4-FFF2-40B4-BE49-F238E27FC236}">
                <a16:creationId xmlns:a16="http://schemas.microsoft.com/office/drawing/2014/main" id="{C17D16FF-93CF-2CC5-E5CB-BEFFFE7C4488}"/>
              </a:ext>
            </a:extLst>
          </p:cNvPr>
          <p:cNvSpPr>
            <a:spLocks noGrp="1"/>
          </p:cNvSpPr>
          <p:nvPr>
            <p:ph type="body" sz="quarter" idx="21"/>
          </p:nvPr>
        </p:nvSpPr>
        <p:spPr>
          <a:xfrm>
            <a:off x="609599" y="207804"/>
            <a:ext cx="3040422" cy="405189"/>
          </a:xfrm>
          <a:prstGeom prst="roundRect">
            <a:avLst>
              <a:gd name="adj" fmla="val 50000"/>
            </a:avLst>
          </a:prstGeom>
        </p:spPr>
        <p:txBody>
          <a:bodyPr/>
          <a:lstStyle/>
          <a:p>
            <a:r>
              <a:rPr lang="en-US" dirty="0"/>
              <a:t>Age of AI-Driven Development</a:t>
            </a:r>
            <a:endParaRPr dirty="0"/>
          </a:p>
        </p:txBody>
      </p:sp>
      <p:sp>
        <p:nvSpPr>
          <p:cNvPr id="1035" name="Slide Number">
            <a:extLst>
              <a:ext uri="{FF2B5EF4-FFF2-40B4-BE49-F238E27FC236}">
                <a16:creationId xmlns:a16="http://schemas.microsoft.com/office/drawing/2014/main" id="{601EAF14-7B11-D373-F116-75AA06B17357}"/>
              </a:ext>
            </a:extLst>
          </p:cNvPr>
          <p:cNvSpPr txBox="1">
            <a:spLocks noGrp="1"/>
          </p:cNvSpPr>
          <p:nvPr>
            <p:ph type="sldNum" sz="quarter" idx="2"/>
          </p:nvPr>
        </p:nvSpPr>
        <p:spPr>
          <a:xfrm>
            <a:off x="23525264" y="13109106"/>
            <a:ext cx="252680"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22</a:t>
            </a:fld>
            <a:endParaRPr dirty="0"/>
          </a:p>
        </p:txBody>
      </p:sp>
      <p:sp>
        <p:nvSpPr>
          <p:cNvPr id="2" name="Insert title here">
            <a:extLst>
              <a:ext uri="{FF2B5EF4-FFF2-40B4-BE49-F238E27FC236}">
                <a16:creationId xmlns:a16="http://schemas.microsoft.com/office/drawing/2014/main" id="{BC173FDD-A9C9-B897-2A4B-D9C6701D29DE}"/>
              </a:ext>
            </a:extLst>
          </p:cNvPr>
          <p:cNvSpPr txBox="1"/>
          <p:nvPr/>
        </p:nvSpPr>
        <p:spPr>
          <a:xfrm>
            <a:off x="609600" y="2008502"/>
            <a:ext cx="21569916"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US" dirty="0">
                <a:latin typeface="+mj-lt"/>
              </a:rPr>
              <a:t>Product-Minded Engineers and AI-Driven Development</a:t>
            </a:r>
            <a:endParaRPr lang="en-GB" dirty="0">
              <a:latin typeface="+mj-lt"/>
            </a:endParaRPr>
          </a:p>
        </p:txBody>
      </p:sp>
      <p:sp>
        <p:nvSpPr>
          <p:cNvPr id="4"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84CD8900-B438-D7A4-BC01-48B784FDCC5E}"/>
              </a:ext>
            </a:extLst>
          </p:cNvPr>
          <p:cNvSpPr txBox="1"/>
          <p:nvPr/>
        </p:nvSpPr>
        <p:spPr>
          <a:xfrm>
            <a:off x="636200" y="3512319"/>
            <a:ext cx="15372000" cy="3320396"/>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pPr marL="360000" indent="-360000">
              <a:buClr>
                <a:srgbClr val="FF4230"/>
              </a:buClr>
              <a:buFont typeface="Arial" panose="020B0604020202020204" pitchFamily="34" charset="0"/>
              <a:buChar char="•"/>
            </a:pPr>
            <a:r>
              <a:rPr lang="en-US" sz="1800" b="1" kern="100" dirty="0">
                <a:ea typeface="Calibri" panose="020F0502020204030204" pitchFamily="34" charset="0"/>
                <a:cs typeface="Times New Roman" panose="02020603050405020304" pitchFamily="18" charset="0"/>
              </a:rPr>
              <a:t>Shift the focus</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When the big part of execution is automated, the engineers can focus more on other topics like product thinking.</a:t>
            </a:r>
          </a:p>
          <a:p>
            <a:pPr marL="360000" indent="-360000">
              <a:buClr>
                <a:srgbClr val="FF4230"/>
              </a:buClr>
              <a:buFont typeface="Arial" panose="020B0604020202020204" pitchFamily="34" charset="0"/>
              <a:buChar char="•"/>
            </a:pPr>
            <a:r>
              <a:rPr lang="en-US" sz="1800" b="1" kern="100" dirty="0">
                <a:ea typeface="Calibri" panose="020F0502020204030204" pitchFamily="34" charset="0"/>
                <a:cs typeface="Times New Roman" panose="02020603050405020304" pitchFamily="18" charset="0"/>
              </a:rPr>
              <a:t>Product context matters more</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AI lacks user intent and business awareness.</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ea typeface="Calibri" panose="020F0502020204030204" pitchFamily="34" charset="0"/>
                <a:cs typeface="Times New Roman" panose="02020603050405020304" pitchFamily="18" charset="0"/>
              </a:rPr>
              <a:t>Amplified impact</a:t>
            </a:r>
            <a:br>
              <a:rPr lang="en-US" sz="1800"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Strong product thinking turns AI speed into real value.</a:t>
            </a:r>
            <a:endParaRPr lang="en-RO" sz="1800" kern="100" dirty="0">
              <a:ea typeface="Calibri" panose="020F0502020204030204" pitchFamily="34" charset="0"/>
              <a:cs typeface="Times New Roman" panose="02020603050405020304" pitchFamily="18" charset="0"/>
            </a:endParaRPr>
          </a:p>
          <a:p>
            <a:pPr marL="360000" lvl="0" indent="-360000">
              <a:buClr>
                <a:srgbClr val="FF4230"/>
              </a:buClr>
              <a:buFont typeface="Arial" panose="020B0604020202020204" pitchFamily="34" charset="0"/>
              <a:buChar char="•"/>
              <a:tabLst>
                <a:tab pos="457200" algn="l"/>
              </a:tabLst>
            </a:pPr>
            <a:r>
              <a:rPr lang="en-US" sz="1800" b="1" kern="100" dirty="0">
                <a:ea typeface="Calibri" panose="020F0502020204030204" pitchFamily="34" charset="0"/>
                <a:cs typeface="Times New Roman" panose="02020603050405020304" pitchFamily="18" charset="0"/>
              </a:rPr>
              <a:t>Leverage through direction</a:t>
            </a:r>
            <a:br>
              <a:rPr lang="en-US" sz="1800" b="1" kern="100" dirty="0">
                <a:ea typeface="Calibri" panose="020F0502020204030204" pitchFamily="34" charset="0"/>
                <a:cs typeface="Times New Roman" panose="02020603050405020304" pitchFamily="18" charset="0"/>
              </a:rPr>
            </a:br>
            <a:r>
              <a:rPr lang="en-US" sz="1800" kern="100" dirty="0">
                <a:ea typeface="Calibri" panose="020F0502020204030204" pitchFamily="34" charset="0"/>
                <a:cs typeface="Times New Roman" panose="02020603050405020304" pitchFamily="18" charset="0"/>
              </a:rPr>
              <a:t>Product-minded engineers using the product knowledge guide the AI easier toward the right outcomes.</a:t>
            </a:r>
          </a:p>
        </p:txBody>
      </p:sp>
    </p:spTree>
    <p:extLst>
      <p:ext uri="{BB962C8B-B14F-4D97-AF65-F5344CB8AC3E}">
        <p14:creationId xmlns:p14="http://schemas.microsoft.com/office/powerpoint/2010/main" val="895886579"/>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E31782-5C7C-F9AF-EB55-AEF417977A67}"/>
            </a:ext>
          </a:extLst>
        </p:cNvPr>
        <p:cNvGrpSpPr/>
        <p:nvPr/>
      </p:nvGrpSpPr>
      <p:grpSpPr>
        <a:xfrm>
          <a:off x="0" y="0"/>
          <a:ext cx="0" cy="0"/>
          <a:chOff x="0" y="0"/>
          <a:chExt cx="0" cy="0"/>
        </a:xfrm>
      </p:grpSpPr>
      <p:sp>
        <p:nvSpPr>
          <p:cNvPr id="1034" name="Insert chapter name">
            <a:extLst>
              <a:ext uri="{FF2B5EF4-FFF2-40B4-BE49-F238E27FC236}">
                <a16:creationId xmlns:a16="http://schemas.microsoft.com/office/drawing/2014/main" id="{D5D3DB84-A77F-E749-54E5-576C08ED25EB}"/>
              </a:ext>
            </a:extLst>
          </p:cNvPr>
          <p:cNvSpPr>
            <a:spLocks noGrp="1"/>
          </p:cNvSpPr>
          <p:nvPr>
            <p:ph type="body" sz="quarter" idx="21"/>
          </p:nvPr>
        </p:nvSpPr>
        <p:spPr>
          <a:xfrm>
            <a:off x="609599" y="207804"/>
            <a:ext cx="3040422" cy="405189"/>
          </a:xfrm>
          <a:prstGeom prst="roundRect">
            <a:avLst>
              <a:gd name="adj" fmla="val 50000"/>
            </a:avLst>
          </a:prstGeom>
        </p:spPr>
        <p:txBody>
          <a:bodyPr/>
          <a:lstStyle/>
          <a:p>
            <a:r>
              <a:rPr lang="en-US" dirty="0"/>
              <a:t>Age of AI-Driven Development</a:t>
            </a:r>
            <a:endParaRPr dirty="0"/>
          </a:p>
        </p:txBody>
      </p:sp>
      <p:sp>
        <p:nvSpPr>
          <p:cNvPr id="1035" name="Slide Number">
            <a:extLst>
              <a:ext uri="{FF2B5EF4-FFF2-40B4-BE49-F238E27FC236}">
                <a16:creationId xmlns:a16="http://schemas.microsoft.com/office/drawing/2014/main" id="{471A31D1-228A-A1D7-7A49-71243F309D52}"/>
              </a:ext>
            </a:extLst>
          </p:cNvPr>
          <p:cNvSpPr txBox="1">
            <a:spLocks noGrp="1"/>
          </p:cNvSpPr>
          <p:nvPr>
            <p:ph type="sldNum" sz="quarter" idx="2"/>
          </p:nvPr>
        </p:nvSpPr>
        <p:spPr>
          <a:xfrm>
            <a:off x="23525264" y="13109106"/>
            <a:ext cx="252680" cy="297180"/>
          </a:xfrm>
          <a:prstGeom prst="rect">
            <a:avLst/>
          </a:prstGeom>
          <a:solidFill>
            <a:srgbClr val="000000">
              <a:alpha val="0"/>
            </a:srgbClr>
          </a:solidFill>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23</a:t>
            </a:fld>
            <a:endParaRPr dirty="0"/>
          </a:p>
        </p:txBody>
      </p:sp>
      <p:sp>
        <p:nvSpPr>
          <p:cNvPr id="2" name="Insert title here">
            <a:extLst>
              <a:ext uri="{FF2B5EF4-FFF2-40B4-BE49-F238E27FC236}">
                <a16:creationId xmlns:a16="http://schemas.microsoft.com/office/drawing/2014/main" id="{3CE4C061-B098-670E-72E8-37E1C0093E0A}"/>
              </a:ext>
            </a:extLst>
          </p:cNvPr>
          <p:cNvSpPr txBox="1"/>
          <p:nvPr/>
        </p:nvSpPr>
        <p:spPr>
          <a:xfrm>
            <a:off x="609600" y="2008502"/>
            <a:ext cx="21569916" cy="86177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US" dirty="0">
                <a:latin typeface="+mj-lt"/>
              </a:rPr>
              <a:t>The Future Belongs to Product-Minded Engineers</a:t>
            </a:r>
            <a:endParaRPr lang="en-GB" dirty="0">
              <a:latin typeface="+mj-lt"/>
            </a:endParaRPr>
          </a:p>
        </p:txBody>
      </p:sp>
      <p:sp>
        <p:nvSpPr>
          <p:cNvPr id="4"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A45F97F7-0906-1E57-79E6-1660C46674A1}"/>
              </a:ext>
            </a:extLst>
          </p:cNvPr>
          <p:cNvSpPr txBox="1"/>
          <p:nvPr/>
        </p:nvSpPr>
        <p:spPr>
          <a:xfrm>
            <a:off x="636200" y="3512319"/>
            <a:ext cx="15372000" cy="127368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sz="1800" dirty="0"/>
              <a:t>The Product-minded engineers is even more needed in the AI-driven development where we'll have more time to focus on the product.</a:t>
            </a:r>
            <a:endParaRPr lang="en-US" sz="1800" kern="100" dirty="0">
              <a:effectLst/>
              <a:ea typeface="Calibri" panose="020F0502020204030204" pitchFamily="34" charset="0"/>
              <a:cs typeface="Times New Roman" panose="02020603050405020304" pitchFamily="18" charset="0"/>
            </a:endParaRPr>
          </a:p>
          <a:p>
            <a:r>
              <a:rPr lang="en-US" sz="1800" kern="100" dirty="0">
                <a:ea typeface="Calibri" panose="020F0502020204030204" pitchFamily="34" charset="0"/>
                <a:cs typeface="Times New Roman" panose="02020603050405020304" pitchFamily="18" charset="0"/>
              </a:rPr>
              <a:t>In an age where AI handles the syntax, engineers who master user empathy and product thinking will define the future of software.</a:t>
            </a:r>
            <a:endParaRPr lang="en-US" sz="1800" kern="100" dirty="0">
              <a:effectLst/>
              <a:ea typeface="Calibri" panose="020F0502020204030204" pitchFamily="34" charset="0"/>
              <a:cs typeface="Times New Roman" panose="02020603050405020304" pitchFamily="18" charset="0"/>
            </a:endParaRPr>
          </a:p>
        </p:txBody>
      </p:sp>
      <p:grpSp>
        <p:nvGrpSpPr>
          <p:cNvPr id="3" name="Group 2">
            <a:extLst>
              <a:ext uri="{FF2B5EF4-FFF2-40B4-BE49-F238E27FC236}">
                <a16:creationId xmlns:a16="http://schemas.microsoft.com/office/drawing/2014/main" id="{602C79A8-3563-136E-7F30-8B5CAE6F0CC3}"/>
              </a:ext>
            </a:extLst>
          </p:cNvPr>
          <p:cNvGrpSpPr/>
          <p:nvPr/>
        </p:nvGrpSpPr>
        <p:grpSpPr>
          <a:xfrm>
            <a:off x="3398566" y="6204851"/>
            <a:ext cx="9028084" cy="3080773"/>
            <a:chOff x="13860200" y="4630994"/>
            <a:chExt cx="9028084" cy="3080773"/>
          </a:xfrm>
        </p:grpSpPr>
        <p:pic>
          <p:nvPicPr>
            <p:cNvPr id="5" name="Picture 4" descr="A red and black logo&#10;&#10;Description automatically generated">
              <a:extLst>
                <a:ext uri="{FF2B5EF4-FFF2-40B4-BE49-F238E27FC236}">
                  <a16:creationId xmlns:a16="http://schemas.microsoft.com/office/drawing/2014/main" id="{0A94BEDB-1172-59B6-951B-ADCFB49575A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rot="5400000">
              <a:off x="13860200" y="6493357"/>
              <a:ext cx="1218410" cy="1218410"/>
            </a:xfrm>
            <a:prstGeom prst="rect">
              <a:avLst/>
            </a:prstGeom>
          </p:spPr>
        </p:pic>
        <p:sp>
          <p:nvSpPr>
            <p:cNvPr id="6" name="Rounded Rectangle 3">
              <a:extLst>
                <a:ext uri="{FF2B5EF4-FFF2-40B4-BE49-F238E27FC236}">
                  <a16:creationId xmlns:a16="http://schemas.microsoft.com/office/drawing/2014/main" id="{082BAA7D-105D-2616-B939-17A9A1736E27}"/>
                </a:ext>
              </a:extLst>
            </p:cNvPr>
            <p:cNvSpPr/>
            <p:nvPr/>
          </p:nvSpPr>
          <p:spPr>
            <a:xfrm>
              <a:off x="14482284" y="4630994"/>
              <a:ext cx="8406000" cy="2458689"/>
            </a:xfrm>
            <a:prstGeom prst="roundRect">
              <a:avLst>
                <a:gd name="adj" fmla="val 15861"/>
              </a:avLst>
            </a:prstGeom>
            <a:solidFill>
              <a:srgbClr val="FF564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horz" wrap="square" lIns="324000" tIns="324000" rIns="324000" bIns="360000" numCol="1" spcCol="38100" rtlCol="0" anchor="b">
              <a:sp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1pPr>
              <a:lvl2pPr marL="0" marR="0" indent="228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2pPr>
              <a:lvl3pPr marL="0" marR="0" indent="457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3pPr>
              <a:lvl4pPr marL="0" marR="0" indent="685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4pPr>
              <a:lvl5pPr marL="0" marR="0" indent="9144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5pPr>
              <a:lvl6pPr marL="0" marR="0" indent="11430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6pPr>
              <a:lvl7pPr marL="0" marR="0" indent="13716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7pPr>
              <a:lvl8pPr marL="0" marR="0" indent="16002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8pPr>
              <a:lvl9pPr marL="0" marR="0" indent="182880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lvl9pPr>
            </a:lstStyle>
            <a:p>
              <a:pPr defTabSz="825500">
                <a:spcBef>
                  <a:spcPts val="0"/>
                </a:spcBef>
              </a:pPr>
              <a:r>
                <a:rPr lang="en-US" sz="2800" dirty="0">
                  <a:solidFill>
                    <a:srgbClr val="FFFFFF"/>
                  </a:solidFill>
                </a:rPr>
                <a:t>Product-minded engineers will outperform other engineers in an AI-accelerated world.</a:t>
              </a:r>
            </a:p>
          </p:txBody>
        </p:sp>
      </p:grpSp>
    </p:spTree>
    <p:extLst>
      <p:ext uri="{BB962C8B-B14F-4D97-AF65-F5344CB8AC3E}">
        <p14:creationId xmlns:p14="http://schemas.microsoft.com/office/powerpoint/2010/main" val="485533954"/>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261E5-8612-02A2-B516-3E4EA8EABF38}"/>
            </a:ext>
          </a:extLst>
        </p:cNvPr>
        <p:cNvGrpSpPr/>
        <p:nvPr/>
      </p:nvGrpSpPr>
      <p:grpSpPr>
        <a:xfrm>
          <a:off x="0" y="0"/>
          <a:ext cx="0" cy="0"/>
          <a:chOff x="0" y="0"/>
          <a:chExt cx="0" cy="0"/>
        </a:xfrm>
      </p:grpSpPr>
      <p:sp>
        <p:nvSpPr>
          <p:cNvPr id="1035" name="Slide Number">
            <a:extLst>
              <a:ext uri="{FF2B5EF4-FFF2-40B4-BE49-F238E27FC236}">
                <a16:creationId xmlns:a16="http://schemas.microsoft.com/office/drawing/2014/main" id="{67267761-1AB4-B245-7429-8E45FB587745}"/>
              </a:ext>
            </a:extLst>
          </p:cNvPr>
          <p:cNvSpPr txBox="1">
            <a:spLocks noGrp="1"/>
          </p:cNvSpPr>
          <p:nvPr>
            <p:ph type="sldNum" sz="quarter" idx="2"/>
          </p:nvPr>
        </p:nvSpPr>
        <p:spPr>
          <a:prstGeom prst="rect">
            <a:avLst/>
          </a:prstGeom>
          <a:solidFill>
            <a:srgbClr val="000000">
              <a:alpha val="0"/>
            </a:srgbClr>
          </a:solid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a:lstStyle/>
          <a:p>
            <a:fld id="{86CB4B4D-7CA3-9044-876B-883B54F8677D}" type="slidenum">
              <a:rPr/>
              <a:t>24</a:t>
            </a:fld>
            <a:endParaRPr dirty="0"/>
          </a:p>
        </p:txBody>
      </p:sp>
      <p:sp>
        <p:nvSpPr>
          <p:cNvPr id="2" name="Insert title here">
            <a:extLst>
              <a:ext uri="{FF2B5EF4-FFF2-40B4-BE49-F238E27FC236}">
                <a16:creationId xmlns:a16="http://schemas.microsoft.com/office/drawing/2014/main" id="{251994BD-D3F1-ED76-9BF2-1A7EC4CB7932}"/>
              </a:ext>
            </a:extLst>
          </p:cNvPr>
          <p:cNvSpPr txBox="1"/>
          <p:nvPr/>
        </p:nvSpPr>
        <p:spPr>
          <a:xfrm>
            <a:off x="609600" y="2008502"/>
            <a:ext cx="21569916" cy="86177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lvl1pPr defTabSz="470262">
              <a:lnSpc>
                <a:spcPct val="70000"/>
              </a:lnSpc>
              <a:spcBef>
                <a:spcPts val="3000"/>
              </a:spcBef>
              <a:defRPr sz="5600" spc="0"/>
            </a:lvl1pPr>
          </a:lstStyle>
          <a:p>
            <a:pPr>
              <a:lnSpc>
                <a:spcPct val="100000"/>
              </a:lnSpc>
            </a:pPr>
            <a:r>
              <a:rPr lang="en-GB" dirty="0">
                <a:solidFill>
                  <a:srgbClr val="FFFFFF"/>
                </a:solidFill>
                <a:latin typeface="+mj-lt"/>
              </a:rPr>
              <a:t>Resources</a:t>
            </a:r>
          </a:p>
        </p:txBody>
      </p:sp>
      <p:pic>
        <p:nvPicPr>
          <p:cNvPr id="5" name="book-96px.svg">
            <a:extLst>
              <a:ext uri="{FF2B5EF4-FFF2-40B4-BE49-F238E27FC236}">
                <a16:creationId xmlns:a16="http://schemas.microsoft.com/office/drawing/2014/main" id="{26D13D50-63CC-94C6-A76D-FFA1EC90B19E}"/>
              </a:ext>
            </a:extLst>
          </p:cNvPr>
          <p:cNvPicPr>
            <a:picLocks noChangeAspect="1"/>
          </p:cNvPicPr>
          <p:nvPr/>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p:blipFill>
        <p:spPr>
          <a:xfrm>
            <a:off x="4646810" y="1837986"/>
            <a:ext cx="914400" cy="914400"/>
          </a:xfrm>
          <a:prstGeom prst="rect">
            <a:avLst/>
          </a:prstGeom>
          <a:ln w="12700" cap="flat">
            <a:noFill/>
            <a:miter lim="400000"/>
          </a:ln>
          <a:effectLst/>
        </p:spPr>
      </p:pic>
      <p:pic>
        <p:nvPicPr>
          <p:cNvPr id="8" name="Picture 7">
            <a:extLst>
              <a:ext uri="{FF2B5EF4-FFF2-40B4-BE49-F238E27FC236}">
                <a16:creationId xmlns:a16="http://schemas.microsoft.com/office/drawing/2014/main" id="{914E2BE3-8867-1FC8-3445-B75F489DAE9A}"/>
              </a:ext>
            </a:extLst>
          </p:cNvPr>
          <p:cNvPicPr>
            <a:picLocks noChangeAspect="1"/>
          </p:cNvPicPr>
          <p:nvPr/>
        </p:nvPicPr>
        <p:blipFill>
          <a:blip r:embed="rId4"/>
          <a:stretch>
            <a:fillRect/>
          </a:stretch>
        </p:blipFill>
        <p:spPr>
          <a:xfrm>
            <a:off x="3388378" y="3370423"/>
            <a:ext cx="5296639" cy="6792273"/>
          </a:xfrm>
          <a:prstGeom prst="rect">
            <a:avLst/>
          </a:prstGeom>
        </p:spPr>
      </p:pic>
      <p:pic>
        <p:nvPicPr>
          <p:cNvPr id="10" name="Picture 9">
            <a:extLst>
              <a:ext uri="{FF2B5EF4-FFF2-40B4-BE49-F238E27FC236}">
                <a16:creationId xmlns:a16="http://schemas.microsoft.com/office/drawing/2014/main" id="{163DAC5C-7083-6289-4ED7-DAA34D0974EE}"/>
              </a:ext>
            </a:extLst>
          </p:cNvPr>
          <p:cNvPicPr>
            <a:picLocks noChangeAspect="1"/>
          </p:cNvPicPr>
          <p:nvPr/>
        </p:nvPicPr>
        <p:blipFill>
          <a:blip r:embed="rId5"/>
          <a:stretch>
            <a:fillRect/>
          </a:stretch>
        </p:blipFill>
        <p:spPr>
          <a:xfrm>
            <a:off x="14869726" y="3284686"/>
            <a:ext cx="4629796" cy="6878010"/>
          </a:xfrm>
          <a:prstGeom prst="rect">
            <a:avLst/>
          </a:prstGeom>
        </p:spPr>
      </p:pic>
      <p:sp>
        <p:nvSpPr>
          <p:cNvPr id="12"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45EA68DB-B0E7-2CD0-2577-84C655CEEA4F}"/>
              </a:ext>
            </a:extLst>
          </p:cNvPr>
          <p:cNvSpPr txBox="1"/>
          <p:nvPr/>
        </p:nvSpPr>
        <p:spPr>
          <a:xfrm>
            <a:off x="3218405" y="10596030"/>
            <a:ext cx="5636584" cy="74892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sz="1800" dirty="0">
                <a:solidFill>
                  <a:srgbClr val="FFFFFF"/>
                </a:solidFill>
              </a:rPr>
              <a:t>Focused on the engineer’s mindset, decision-making, and product impact.</a:t>
            </a:r>
            <a:endParaRPr lang="en-US" sz="1800" kern="100" dirty="0">
              <a:solidFill>
                <a:srgbClr val="FFFFFF"/>
              </a:solidFill>
              <a:effectLst/>
              <a:ea typeface="Calibri" panose="020F0502020204030204" pitchFamily="34" charset="0"/>
              <a:cs typeface="Times New Roman" panose="02020603050405020304" pitchFamily="18" charset="0"/>
            </a:endParaRPr>
          </a:p>
        </p:txBody>
      </p:sp>
      <p:sp>
        <p:nvSpPr>
          <p:cNvPr id="13" name="What is simply dummy text of the printing and typesetting industry has been the industry's standard dummy text ever since the 1500s when an unknown printer took a galley of type and scrambled it to make a type specimen book it has.…">
            <a:extLst>
              <a:ext uri="{FF2B5EF4-FFF2-40B4-BE49-F238E27FC236}">
                <a16:creationId xmlns:a16="http://schemas.microsoft.com/office/drawing/2014/main" id="{9E358E94-DD98-9189-924D-0C92254A8076}"/>
              </a:ext>
            </a:extLst>
          </p:cNvPr>
          <p:cNvSpPr txBox="1"/>
          <p:nvPr/>
        </p:nvSpPr>
        <p:spPr>
          <a:xfrm>
            <a:off x="14617925" y="10523127"/>
            <a:ext cx="5636584" cy="227087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50800" tIns="50800" rIns="50800" bIns="50800">
            <a:spAutoFit/>
          </a:bodyPr>
          <a:lstStyle/>
          <a:p>
            <a:r>
              <a:rPr lang="en-US" sz="1800" dirty="0">
                <a:solidFill>
                  <a:srgbClr val="FFFFFF"/>
                </a:solidFill>
              </a:rPr>
              <a:t>A product-centric perspective on how teams and organizations build and scale software products.</a:t>
            </a:r>
          </a:p>
          <a:p>
            <a:r>
              <a:rPr lang="en-US" sz="1800" kern="100" dirty="0">
                <a:solidFill>
                  <a:schemeClr val="bg1"/>
                </a:solidFill>
                <a:effectLst/>
                <a:ea typeface="Calibri" panose="020F0502020204030204" pitchFamily="34" charset="0"/>
                <a:cs typeface="Times New Roman" panose="02020603050405020304" pitchFamily="18" charset="0"/>
              </a:rPr>
              <a:t>Bad: </a:t>
            </a:r>
            <a:r>
              <a:rPr lang="en-US" sz="1800" kern="100" dirty="0">
                <a:solidFill>
                  <a:srgbClr val="FFFFFF"/>
                </a:solidFill>
                <a:ea typeface="Calibri" panose="020F0502020204030204" pitchFamily="34" charset="0"/>
                <a:cs typeface="Times New Roman" panose="02020603050405020304" pitchFamily="18" charset="0"/>
              </a:rPr>
              <a:t>the book underplays the importance of code quality, positioning it as secondary to speed and execution</a:t>
            </a:r>
            <a:endParaRPr lang="en-US" sz="1800" kern="100" dirty="0">
              <a:solidFill>
                <a:srgbClr val="FFFFFF"/>
              </a:solidFill>
              <a:effectLst/>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72634703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9" name="Slide Number"/>
          <p:cNvSpPr txBox="1">
            <a:spLocks noGrp="1"/>
          </p:cNvSpPr>
          <p:nvPr>
            <p:ph type="sldNum" sz="quarter" idx="2"/>
          </p:nvPr>
        </p:nvSpPr>
        <p:spPr>
          <a:xfrm>
            <a:off x="23455770" y="13109106"/>
            <a:ext cx="322174" cy="297180"/>
          </a:xfrm>
          <a:prstGeom prst="rect">
            <a:avLst/>
          </a:prstGeom>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a:lstStyle/>
          <a:p>
            <a:fld id="{86CB4B4D-7CA3-9044-876B-883B54F8677D}" type="slidenum">
              <a:rPr/>
              <a:t>25</a:t>
            </a:fld>
            <a:endParaRPr/>
          </a:p>
        </p:txBody>
      </p:sp>
      <p:sp>
        <p:nvSpPr>
          <p:cNvPr id="1850" name="Thank you!"/>
          <p:cNvSpPr txBox="1"/>
          <p:nvPr/>
        </p:nvSpPr>
        <p:spPr>
          <a:xfrm>
            <a:off x="3240710" y="5802316"/>
            <a:ext cx="17902581" cy="162159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71437" tIns="71437" rIns="71437" bIns="71437">
            <a:spAutoFit/>
          </a:bodyPr>
          <a:lstStyle/>
          <a:p>
            <a:pPr algn="ctr" defTabSz="470262">
              <a:lnSpc>
                <a:spcPct val="100000"/>
              </a:lnSpc>
              <a:spcBef>
                <a:spcPts val="0"/>
              </a:spcBef>
              <a:defRPr sz="9600">
                <a:latin typeface="+mj-lt"/>
                <a:ea typeface="+mj-ea"/>
                <a:cs typeface="+mj-cs"/>
                <a:sym typeface="Poppins Medium"/>
              </a:defRPr>
            </a:pPr>
            <a:r>
              <a:rPr>
                <a:solidFill>
                  <a:srgbClr val="FFFFFF"/>
                </a:solidFill>
              </a:rPr>
              <a:t>Thank </a:t>
            </a:r>
            <a:r>
              <a:rPr>
                <a:solidFill>
                  <a:srgbClr val="FF5640"/>
                </a:solidFill>
              </a:rPr>
              <a:t>you</a:t>
            </a:r>
            <a:r>
              <a:rPr>
                <a:solidFill>
                  <a:srgbClr val="FFFFFF"/>
                </a:solidFill>
              </a:rPr>
              <a:t>!</a:t>
            </a:r>
          </a:p>
        </p:txBody>
      </p:sp>
    </p:spTree>
    <p:extLst>
      <p:ext uri="{BB962C8B-B14F-4D97-AF65-F5344CB8AC3E}">
        <p14:creationId xmlns:p14="http://schemas.microsoft.com/office/powerpoint/2010/main" val="400869401"/>
      </p:ext>
    </p:extLst>
  </p:cSld>
  <p:clrMapOvr>
    <a:masterClrMapping/>
  </p:clrMapOvr>
  <p:transition spd="med"/>
</p:sld>
</file>

<file path=ppt/theme/theme1.xml><?xml version="1.0" encoding="utf-8"?>
<a:theme xmlns:a="http://schemas.openxmlformats.org/drawingml/2006/main" name="White">
  <a:themeElements>
    <a:clrScheme name="Endava 1">
      <a:dk1>
        <a:srgbClr val="122B38"/>
      </a:dk1>
      <a:lt1>
        <a:srgbClr val="FF422F"/>
      </a:lt1>
      <a:dk2>
        <a:srgbClr val="122B38"/>
      </a:dk2>
      <a:lt2>
        <a:srgbClr val="FEFFFF"/>
      </a:lt2>
      <a:accent1>
        <a:srgbClr val="00A859"/>
      </a:accent1>
      <a:accent2>
        <a:srgbClr val="3D9BC8"/>
      </a:accent2>
      <a:accent3>
        <a:srgbClr val="FF4231"/>
      </a:accent3>
      <a:accent4>
        <a:srgbClr val="DB7D00"/>
      </a:accent4>
      <a:accent5>
        <a:srgbClr val="8683C3"/>
      </a:accent5>
      <a:accent6>
        <a:srgbClr val="729A00"/>
      </a:accent6>
      <a:hlink>
        <a:srgbClr val="FF422F"/>
      </a:hlink>
      <a:folHlink>
        <a:srgbClr val="FF422F"/>
      </a:folHlink>
    </a:clrScheme>
    <a:fontScheme name="DavaSans">
      <a:majorFont>
        <a:latin typeface="Dava Sans Med"/>
        <a:ea typeface=""/>
        <a:cs typeface=""/>
      </a:majorFont>
      <a:minorFont>
        <a:latin typeface="Dava Sans"/>
        <a:ea typeface=""/>
        <a:cs typeface=""/>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Poppins Medium"/>
        <a:ea typeface="Poppins Medium"/>
        <a:cs typeface="Poppins Medium"/>
      </a:majorFont>
      <a:minorFont>
        <a:latin typeface="Poppins Regular"/>
        <a:ea typeface="Poppins Regular"/>
        <a:cs typeface="Poppins Regular"/>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16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821531" rtl="0" fontAlgn="auto" latinLnBrk="0" hangingPunct="0">
          <a:lnSpc>
            <a:spcPct val="120000"/>
          </a:lnSpc>
          <a:spcBef>
            <a:spcPts val="1500"/>
          </a:spcBef>
          <a:spcAft>
            <a:spcPts val="0"/>
          </a:spcAft>
          <a:buClrTx/>
          <a:buSzTx/>
          <a:buFontTx/>
          <a:buNone/>
          <a:tabLst/>
          <a:defRPr kumimoji="0" sz="2000" b="0" i="0" u="none" strike="noStrike" cap="none" spc="0" normalizeH="0" baseline="0">
            <a:ln>
              <a:noFill/>
            </a:ln>
            <a:solidFill>
              <a:srgbClr val="192B37"/>
            </a:solidFill>
            <a:effectLst/>
            <a:uFillTx/>
            <a:latin typeface="+mn-lt"/>
            <a:ea typeface="+mn-ea"/>
            <a:cs typeface="+mn-cs"/>
            <a:sym typeface="Poppins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d2f16b87-0624-477d-ba0a-750d221ab23c">
      <Terms xmlns="http://schemas.microsoft.com/office/infopath/2007/PartnerControls"/>
    </lcf76f155ced4ddcb4097134ff3c332f>
    <TaxCatchAll xmlns="8168535b-5d60-42ad-a65e-bf2e941e3ec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0E1A3AB7BB67645ADF34C3F66D16019" ma:contentTypeVersion="11" ma:contentTypeDescription="Create a new document." ma:contentTypeScope="" ma:versionID="d5e8625edbf3cbe113aba52c19c8cb8b">
  <xsd:schema xmlns:xsd="http://www.w3.org/2001/XMLSchema" xmlns:xs="http://www.w3.org/2001/XMLSchema" xmlns:p="http://schemas.microsoft.com/office/2006/metadata/properties" xmlns:ns2="d2f16b87-0624-477d-ba0a-750d221ab23c" xmlns:ns3="8168535b-5d60-42ad-a65e-bf2e941e3ec4" targetNamespace="http://schemas.microsoft.com/office/2006/metadata/properties" ma:root="true" ma:fieldsID="9f08ffe739e095a277a850cd7ebfb897" ns2:_="" ns3:_="">
    <xsd:import namespace="d2f16b87-0624-477d-ba0a-750d221ab23c"/>
    <xsd:import namespace="8168535b-5d60-42ad-a65e-bf2e941e3ec4"/>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f16b87-0624-477d-ba0a-750d221ab23c"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cda9fbb2-20ec-4b38-b475-624b7129167d"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168535b-5d60-42ad-a65e-bf2e941e3ec4"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cc2d09db-f028-4af3-897f-09bcaa6006ba}" ma:internalName="TaxCatchAll" ma:showField="CatchAllData" ma:web="8168535b-5d60-42ad-a65e-bf2e941e3ec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3AC3B7-1DF3-4C6B-ACF9-D9E0163D9FAF}">
  <ds:schemaRefs>
    <ds:schemaRef ds:uri="http://schemas.openxmlformats.org/package/2006/metadata/core-properties"/>
    <ds:schemaRef ds:uri="http://schemas.microsoft.com/office/2006/documentManagement/types"/>
    <ds:schemaRef ds:uri="8168535b-5d60-42ad-a65e-bf2e941e3ec4"/>
    <ds:schemaRef ds:uri="http://purl.org/dc/terms/"/>
    <ds:schemaRef ds:uri="d2f16b87-0624-477d-ba0a-750d221ab23c"/>
    <ds:schemaRef ds:uri="http://www.w3.org/XML/1998/namespace"/>
    <ds:schemaRef ds:uri="http://schemas.microsoft.com/office/infopath/2007/PartnerControls"/>
    <ds:schemaRef ds:uri="http://schemas.microsoft.com/office/2006/metadata/properties"/>
    <ds:schemaRef ds:uri="http://purl.org/dc/dcmitype/"/>
    <ds:schemaRef ds:uri="http://purl.org/dc/elements/1.1/"/>
  </ds:schemaRefs>
</ds:datastoreItem>
</file>

<file path=customXml/itemProps2.xml><?xml version="1.0" encoding="utf-8"?>
<ds:datastoreItem xmlns:ds="http://schemas.openxmlformats.org/officeDocument/2006/customXml" ds:itemID="{154546E5-6158-445B-86FA-D0CB17A6BF05}">
  <ds:schemaRefs>
    <ds:schemaRef ds:uri="http://schemas.microsoft.com/sharepoint/v3/contenttype/forms"/>
  </ds:schemaRefs>
</ds:datastoreItem>
</file>

<file path=customXml/itemProps3.xml><?xml version="1.0" encoding="utf-8"?>
<ds:datastoreItem xmlns:ds="http://schemas.openxmlformats.org/officeDocument/2006/customXml" ds:itemID="{60816B88-42CF-496F-8F60-2F1DE784486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f16b87-0624-477d-ba0a-750d221ab23c"/>
    <ds:schemaRef ds:uri="8168535b-5d60-42ad-a65e-bf2e941e3ec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63de93b7-8949-4e3d-a08b-0d778f7f5cab}" enabled="1" method="Standard" siteId="{0b3fc178-b730-4e8b-9843-e81259237b77}" contentBits="0" removed="0"/>
</clbl:labelList>
</file>

<file path=docProps/app.xml><?xml version="1.0" encoding="utf-8"?>
<Properties xmlns="http://schemas.openxmlformats.org/officeDocument/2006/extended-properties" xmlns:vt="http://schemas.openxmlformats.org/officeDocument/2006/docPropsVTypes">
  <Template/>
  <TotalTime>21726</TotalTime>
  <Words>1298</Words>
  <Application>Microsoft Office PowerPoint</Application>
  <PresentationFormat>Custom</PresentationFormat>
  <Paragraphs>166</Paragraphs>
  <Slides>25</Slides>
  <Notes>19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Dava Sans Med</vt:lpstr>
      <vt:lpstr>Dava Sans</vt:lpstr>
      <vt:lpstr>Arial</vt:lpstr>
      <vt:lpstr>Poppins</vt:lpstr>
      <vt:lpstr>Calibri</vt:lpstr>
      <vt:lpstr>White</vt:lpstr>
      <vt:lpstr>The Product-Minded Engineer      in the Age of AI-Driven Development.</vt:lpstr>
      <vt:lpstr>PowerPoint Presentation</vt:lpstr>
      <vt:lpstr>The Traditional View of Engineers</vt:lpstr>
      <vt:lpstr>PowerPoint Presentation</vt:lpstr>
      <vt:lpstr>PowerPoint Presentation</vt:lpstr>
      <vt:lpstr>PowerPoint Presentation</vt:lpstr>
      <vt:lpstr>The Product-Minded Engineer</vt:lpstr>
      <vt:lpstr>PowerPoint Presentation</vt:lpstr>
      <vt:lpstr>PowerPoint Presentation</vt:lpstr>
      <vt:lpstr>PowerPoint Presentation</vt:lpstr>
      <vt:lpstr>PowerPoint Presentation</vt:lpstr>
      <vt:lpstr>Becoming a More Product-Minded Engineer</vt:lpstr>
      <vt:lpstr>PowerPoint Presentation</vt:lpstr>
      <vt:lpstr>PowerPoint Presentation</vt:lpstr>
      <vt:lpstr>PowerPoint Presentation</vt:lpstr>
      <vt:lpstr>PowerPoint Presentation</vt:lpstr>
      <vt:lpstr>PowerPoint Presentation</vt:lpstr>
      <vt:lpstr>Common Misconceptions</vt:lpstr>
      <vt:lpstr>PowerPoint Presentation</vt:lpstr>
      <vt:lpstr>Age of AI-Driven Development</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Meto Trajkovski</cp:lastModifiedBy>
  <cp:revision>33</cp:revision>
  <dcterms:modified xsi:type="dcterms:W3CDTF">2026-05-30T15:03:12Z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0x01010060E1A3AB7BB67645ADF34C3F66D16019</vt:lpwstr>
  </property>
</Properties>
</file>